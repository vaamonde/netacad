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slideLayouts/slideLayout11.xml" ContentType="application/vnd.openxmlformats-officedocument.presentationml.slideLayout+xml"/>
  <Override PartName="/ppt/theme/theme5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6.xml" ContentType="application/vnd.openxmlformats-officedocument.theme+xml"/>
  <Override PartName="/ppt/slideLayouts/slideLayout19.xml" ContentType="application/vnd.openxmlformats-officedocument.presentationml.slideLayout+xml"/>
  <Override PartName="/ppt/theme/theme7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93" r:id="rId5"/>
    <p:sldMasterId id="2147483728" r:id="rId6"/>
    <p:sldMasterId id="2147483775" r:id="rId7"/>
    <p:sldMasterId id="2147483808" r:id="rId8"/>
    <p:sldMasterId id="2147483845" r:id="rId9"/>
    <p:sldMasterId id="2147483852" r:id="rId10"/>
    <p:sldMasterId id="2147483855" r:id="rId11"/>
  </p:sldMasterIdLst>
  <p:notesMasterIdLst>
    <p:notesMasterId r:id="rId48"/>
  </p:notesMasterIdLst>
  <p:sldIdLst>
    <p:sldId id="2147348951" r:id="rId12"/>
    <p:sldId id="2147472200" r:id="rId13"/>
    <p:sldId id="2147477849" r:id="rId14"/>
    <p:sldId id="2147472196" r:id="rId15"/>
    <p:sldId id="2147482572" r:id="rId16"/>
    <p:sldId id="2147477805" r:id="rId17"/>
    <p:sldId id="2147477854" r:id="rId18"/>
    <p:sldId id="2147472199" r:id="rId19"/>
    <p:sldId id="2147477856" r:id="rId20"/>
    <p:sldId id="2147472197" r:id="rId21"/>
    <p:sldId id="2147472163" r:id="rId22"/>
    <p:sldId id="2147472176" r:id="rId23"/>
    <p:sldId id="2147472173" r:id="rId24"/>
    <p:sldId id="2147472192" r:id="rId25"/>
    <p:sldId id="2147472195" r:id="rId26"/>
    <p:sldId id="2147472121" r:id="rId27"/>
    <p:sldId id="269" r:id="rId28"/>
    <p:sldId id="2147472123" r:id="rId29"/>
    <p:sldId id="2147348880" r:id="rId30"/>
    <p:sldId id="2147472172" r:id="rId31"/>
    <p:sldId id="2147482571" r:id="rId32"/>
    <p:sldId id="2147477859" r:id="rId33"/>
    <p:sldId id="2147482570" r:id="rId34"/>
    <p:sldId id="273" r:id="rId35"/>
    <p:sldId id="271" r:id="rId36"/>
    <p:sldId id="1016" r:id="rId37"/>
    <p:sldId id="267" r:id="rId38"/>
    <p:sldId id="265" r:id="rId39"/>
    <p:sldId id="1024" r:id="rId40"/>
    <p:sldId id="1023" r:id="rId41"/>
    <p:sldId id="1022" r:id="rId42"/>
    <p:sldId id="1021" r:id="rId43"/>
    <p:sldId id="1020" r:id="rId44"/>
    <p:sldId id="266" r:id="rId45"/>
    <p:sldId id="268" r:id="rId46"/>
    <p:sldId id="2147477855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CST Certification Program" id="{7C4948BE-CA98-B042-8065-2FCE952E28F5}">
          <p14:sldIdLst>
            <p14:sldId id="2147348951"/>
            <p14:sldId id="2147472200"/>
            <p14:sldId id="2147477849"/>
            <p14:sldId id="2147472196"/>
            <p14:sldId id="2147482572"/>
            <p14:sldId id="2147477805"/>
            <p14:sldId id="2147477854"/>
            <p14:sldId id="2147472199"/>
            <p14:sldId id="2147477856"/>
            <p14:sldId id="2147472197"/>
          </p14:sldIdLst>
        </p14:section>
        <p14:section name="CCST Networking" id="{6DF648D2-8CD9-2442-93EE-07290C5D1CC2}">
          <p14:sldIdLst>
            <p14:sldId id="2147472163"/>
            <p14:sldId id="2147472176"/>
            <p14:sldId id="2147472173"/>
            <p14:sldId id="2147472192"/>
          </p14:sldIdLst>
        </p14:section>
        <p14:section name="CCST Cybersecurity" id="{32240E6F-0161-5347-B1FF-C6BF36496CB4}">
          <p14:sldIdLst>
            <p14:sldId id="2147472195"/>
            <p14:sldId id="2147472121"/>
            <p14:sldId id="269"/>
            <p14:sldId id="2147472123"/>
            <p14:sldId id="2147348880"/>
            <p14:sldId id="2147472172"/>
          </p14:sldIdLst>
        </p14:section>
        <p14:section name="CCST IT Support" id="{F20CD365-568A-4441-80F8-FCB05CCC4615}">
          <p14:sldIdLst>
            <p14:sldId id="2147482571"/>
            <p14:sldId id="2147477859"/>
            <p14:sldId id="2147482570"/>
          </p14:sldIdLst>
        </p14:section>
        <p14:section name="Certiport Authorized Testing Centers" id="{7B6BB2DE-5FFF-A644-8597-F44088A8467B}">
          <p14:sldIdLst>
            <p14:sldId id="273"/>
            <p14:sldId id="271"/>
            <p14:sldId id="1016"/>
            <p14:sldId id="267"/>
            <p14:sldId id="265"/>
            <p14:sldId id="1024"/>
            <p14:sldId id="1023"/>
            <p14:sldId id="1022"/>
            <p14:sldId id="1021"/>
            <p14:sldId id="1020"/>
            <p14:sldId id="266"/>
            <p14:sldId id="268"/>
            <p14:sldId id="214747785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785EF69-B2F9-96EE-3EC5-62F932B0B72E}" name="David Major (damajor)" initials="DM(" userId="S::damajor@cisco.com::d717d540-a6d6-4a2e-9621-d8485b7cc064" providerId="AD"/>
  <p188:author id="{F3C84F6A-40E6-7CBA-4663-A88C23072FEC}" name="Jozef Janitor (jjanitor)" initials="" userId="S::jjanitor@cisco.com::06d65e60-5883-4266-a351-4aa3b812bfa0" providerId="AD"/>
  <p188:author id="{12410578-C20D-5AE6-67A5-1791736D1986}" name="Jorge Leiton Corella (jleiton)" initials="JL" userId="S::jleiton@cisco.com::3dbd3fa2-2dca-4344-8612-2f999220d926" providerId="AD"/>
  <p188:author id="{6FCD90EB-A8F2-004B-28B0-29FF91A3EFA2}" name="Beth Bezaire (bbezaire)" initials="B(" userId="S::bbezaire@cisco.com::9519f8e5-5fc7-4db2-b091-70da1a6095d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2D050"/>
    <a:srgbClr val="00BC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85"/>
    <p:restoredTop sz="94717"/>
  </p:normalViewPr>
  <p:slideViewPr>
    <p:cSldViewPr snapToGrid="0">
      <p:cViewPr varScale="1">
        <p:scale>
          <a:sx n="101" d="100"/>
          <a:sy n="101" d="100"/>
        </p:scale>
        <p:origin x="118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26" Type="http://schemas.openxmlformats.org/officeDocument/2006/relationships/slide" Target="slides/slide15.xml"/><Relationship Id="rId39" Type="http://schemas.openxmlformats.org/officeDocument/2006/relationships/slide" Target="slides/slide28.xml"/><Relationship Id="rId21" Type="http://schemas.openxmlformats.org/officeDocument/2006/relationships/slide" Target="slides/slide10.xml"/><Relationship Id="rId34" Type="http://schemas.openxmlformats.org/officeDocument/2006/relationships/slide" Target="slides/slide23.xml"/><Relationship Id="rId42" Type="http://schemas.openxmlformats.org/officeDocument/2006/relationships/slide" Target="slides/slide31.xml"/><Relationship Id="rId47" Type="http://schemas.openxmlformats.org/officeDocument/2006/relationships/slide" Target="slides/slide36.xml"/><Relationship Id="rId50" Type="http://schemas.openxmlformats.org/officeDocument/2006/relationships/viewProps" Target="viewProps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5.xml"/><Relationship Id="rId29" Type="http://schemas.openxmlformats.org/officeDocument/2006/relationships/slide" Target="slides/slide18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13.xml"/><Relationship Id="rId32" Type="http://schemas.openxmlformats.org/officeDocument/2006/relationships/slide" Target="slides/slide21.xml"/><Relationship Id="rId37" Type="http://schemas.openxmlformats.org/officeDocument/2006/relationships/slide" Target="slides/slide26.xml"/><Relationship Id="rId40" Type="http://schemas.openxmlformats.org/officeDocument/2006/relationships/slide" Target="slides/slide29.xml"/><Relationship Id="rId45" Type="http://schemas.openxmlformats.org/officeDocument/2006/relationships/slide" Target="slides/slide34.xml"/><Relationship Id="rId53" Type="http://schemas.microsoft.com/office/2018/10/relationships/authors" Target="authors.xml"/><Relationship Id="rId5" Type="http://schemas.openxmlformats.org/officeDocument/2006/relationships/slideMaster" Target="slideMasters/slideMaster2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8.xml"/><Relationship Id="rId31" Type="http://schemas.openxmlformats.org/officeDocument/2006/relationships/slide" Target="slides/slide20.xml"/><Relationship Id="rId44" Type="http://schemas.openxmlformats.org/officeDocument/2006/relationships/slide" Target="slides/slide33.xml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3.xml"/><Relationship Id="rId22" Type="http://schemas.openxmlformats.org/officeDocument/2006/relationships/slide" Target="slides/slide11.xml"/><Relationship Id="rId27" Type="http://schemas.openxmlformats.org/officeDocument/2006/relationships/slide" Target="slides/slide16.xml"/><Relationship Id="rId30" Type="http://schemas.openxmlformats.org/officeDocument/2006/relationships/slide" Target="slides/slide19.xml"/><Relationship Id="rId35" Type="http://schemas.openxmlformats.org/officeDocument/2006/relationships/slide" Target="slides/slide24.xml"/><Relationship Id="rId43" Type="http://schemas.openxmlformats.org/officeDocument/2006/relationships/slide" Target="slides/slide32.xml"/><Relationship Id="rId48" Type="http://schemas.openxmlformats.org/officeDocument/2006/relationships/notesMaster" Target="notesMasters/notesMaster1.xml"/><Relationship Id="rId8" Type="http://schemas.openxmlformats.org/officeDocument/2006/relationships/slideMaster" Target="slideMasters/slideMaster5.xml"/><Relationship Id="rId51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5" Type="http://schemas.openxmlformats.org/officeDocument/2006/relationships/slide" Target="slides/slide14.xml"/><Relationship Id="rId33" Type="http://schemas.openxmlformats.org/officeDocument/2006/relationships/slide" Target="slides/slide22.xml"/><Relationship Id="rId38" Type="http://schemas.openxmlformats.org/officeDocument/2006/relationships/slide" Target="slides/slide27.xml"/><Relationship Id="rId46" Type="http://schemas.openxmlformats.org/officeDocument/2006/relationships/slide" Target="slides/slide35.xml"/><Relationship Id="rId20" Type="http://schemas.openxmlformats.org/officeDocument/2006/relationships/slide" Target="slides/slide9.xml"/><Relationship Id="rId41" Type="http://schemas.openxmlformats.org/officeDocument/2006/relationships/slide" Target="slides/slide30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4.xml"/><Relationship Id="rId23" Type="http://schemas.openxmlformats.org/officeDocument/2006/relationships/slide" Target="slides/slide12.xml"/><Relationship Id="rId28" Type="http://schemas.openxmlformats.org/officeDocument/2006/relationships/slide" Target="slides/slide17.xml"/><Relationship Id="rId36" Type="http://schemas.openxmlformats.org/officeDocument/2006/relationships/slide" Target="slides/slide25.xml"/><Relationship Id="rId4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054AC0-A613-4910-ADCE-C676DAEA29D2}" type="datetimeFigureOut">
              <a:rPr lang="en-US" smtClean="0"/>
              <a:t>8/1/2024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309ACF-5272-4632-9989-A541A63087A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92143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97A1FA6-25DE-9E4E-A34D-CF67DE7DBDC7}" type="slidenum">
              <a:rPr lang="en-US"/>
              <a:pPr>
                <a:defRPr/>
              </a:pPr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44015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marR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dirty="0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9pPr>
          </a:lstStyle>
          <a:p>
            <a:pPr marL="0" marR="0" lvl="0" indent="0" algn="r" defTabSz="6095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1A6D400-C829-4070-B5E9-1BF68645D698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34" charset="-128"/>
                <a:cs typeface="+mn-cs"/>
              </a:rPr>
              <a:pPr marL="0" marR="0" lvl="0" indent="0" algn="r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91360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095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7A1FA6-25DE-9E4E-A34D-CF67DE7DBDC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60955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32188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Learners that earn the Cisco Certified Support Technician certifications are expected to have the required knowledge and work-ready skills necessary to launch a career in networking and cybersecurity, through at least 150 hours of instruction.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095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7A1FA6-25DE-9E4E-A34D-CF67DE7DBDC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60955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858754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D1BE08-3700-3146-AAEE-E7C7061FC96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099030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095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7A1FA6-25DE-9E4E-A34D-CF67DE7DBDC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charset="0"/>
                <a:cs typeface="+mn-cs"/>
              </a:rPr>
              <a:pPr marL="0" marR="0" lvl="0" indent="0" algn="r" defTabSz="60955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62557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/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For learners looking to move from awareness to careers, the Cisco Networking Academy networking curriculum provides easy starting points. Our courses are bundled into a Network Technician Career Path learning experience, designed to take learners from zero to entry-level job- ready and prepared to earn an entry-level networking certification.</a:t>
            </a:r>
          </a:p>
          <a:p>
            <a:pPr marL="0" marR="0"/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Learners can also choose to continue to additional courses to advance their skills and prepare for Associate-level certifications and jobs</a:t>
            </a:r>
            <a:r>
              <a:rPr lang="en-US" sz="1400" dirty="0">
                <a:effectLst/>
              </a:rPr>
              <a:t> </a:t>
            </a:r>
            <a:endParaRPr lang="en-US" sz="1200" dirty="0">
              <a:effectLst/>
              <a:latin typeface="Calibri Light" panose="020F03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BBEEE7-EB04-BC44-A19D-867D20994D0D}" type="slidenum">
              <a:rPr kumimoji="0" lang="en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56709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Calibri"/>
                <a:ea typeface="Calibri" panose="020F0502020204030204" pitchFamily="34" charset="0"/>
                <a:cs typeface="Calibri"/>
              </a:rPr>
              <a:t>Cybersecurity Ventures estimates a global demand of 3.5 million cybersecurity roles by 2025.</a:t>
            </a:r>
            <a:r>
              <a:rPr lang="en-US" sz="1800" dirty="0">
                <a:latin typeface="Calibri"/>
                <a:ea typeface="Calibri" panose="020F0502020204030204" pitchFamily="34" charset="0"/>
                <a:cs typeface="Calibri"/>
              </a:rPr>
              <a:t>  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Calibri"/>
                <a:ea typeface="Calibri" panose="020F0502020204030204" pitchFamily="34" charset="0"/>
                <a:cs typeface="Calibri"/>
              </a:rPr>
              <a:t> </a:t>
            </a:r>
            <a:endParaRPr lang="en-US" sz="1800" dirty="0">
              <a:effectLst/>
              <a:latin typeface="Calibri"/>
              <a:ea typeface="Times New Roman" panose="02020603050405020304" pitchFamily="18" charset="0"/>
              <a:cs typeface="Calibri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Calibri"/>
                <a:ea typeface="Calibri" panose="020F0502020204030204" pitchFamily="34" charset="0"/>
                <a:cs typeface="Calibri"/>
              </a:rPr>
              <a:t>Cyber threats are in abundance, but cyber professionals equipped with the skillset needed to handle them are not.</a:t>
            </a:r>
            <a:endParaRPr lang="en-US" sz="1800" dirty="0">
              <a:effectLst/>
              <a:latin typeface="Calibri"/>
              <a:ea typeface="Times New Roman" panose="02020603050405020304" pitchFamily="18" charset="0"/>
              <a:cs typeface="Calibri"/>
            </a:endParaRPr>
          </a:p>
          <a:p>
            <a:pPr marL="285750" indent="-285750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1800" dirty="0">
                <a:effectLst/>
                <a:latin typeface="Times New Roman"/>
                <a:ea typeface="Times New Roman" panose="02020603050405020304" pitchFamily="18" charset="0"/>
                <a:cs typeface="Times New Roman"/>
              </a:rPr>
              <a:t>The World Economic Forum estimates by 2025, 50% of all employees will need to be reskilled.</a:t>
            </a:r>
            <a:r>
              <a:rPr lang="en-US" sz="1800" dirty="0">
                <a:latin typeface="Times New Roman"/>
                <a:ea typeface="Times New Roman" panose="02020603050405020304" pitchFamily="18" charset="0"/>
                <a:cs typeface="Times New Roman"/>
              </a:rPr>
              <a:t> 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/>
            </a:endParaRPr>
          </a:p>
          <a:p>
            <a:pPr marL="285750" indent="-285750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1800" dirty="0">
                <a:effectLst/>
                <a:latin typeface="Times New Roman"/>
                <a:ea typeface="Times New Roman" panose="02020603050405020304" pitchFamily="18" charset="0"/>
                <a:cs typeface="Times New Roman"/>
              </a:rPr>
              <a:t>Moreover, 59% of businesses report experiencing significant difficulty responding to cybersecurity threats, as a result of the skills gap.</a:t>
            </a:r>
            <a:r>
              <a:rPr lang="en-US" sz="1800" dirty="0">
                <a:latin typeface="Times New Roman"/>
                <a:ea typeface="Times New Roman" panose="02020603050405020304" pitchFamily="18" charset="0"/>
                <a:cs typeface="Times New Roman"/>
              </a:rPr>
              <a:t> 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/>
            </a:endParaRPr>
          </a:p>
          <a:p>
            <a:pPr marL="285750" marR="0" lvl="0" indent="-285750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1800" dirty="0">
                <a:effectLst/>
                <a:latin typeface="Times New Roman"/>
                <a:ea typeface="Times New Roman" panose="02020603050405020304" pitchFamily="18" charset="0"/>
                <a:cs typeface="Times New Roman"/>
              </a:rPr>
              <a:t>Continued lack of cybersecurity professionals threatens economic growth</a:t>
            </a:r>
          </a:p>
          <a:p>
            <a:b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/>
              </a:rPr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095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7A1FA6-25DE-9E4E-A34D-CF67DE7DBDC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Helvetica"/>
              </a:rPr>
              <a:pPr marL="0" marR="0" lvl="0" indent="0" algn="r" defTabSz="60955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5489972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And it’s also important to realize.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Cybersecurity job roles are not limited to tech companies only. Every company is a digital company and therefore they need to be cybersecurity resilient.  Job opportunities are everywhere! 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 fact, in 2018, 89% of all online IT job openings were in non-tech companies 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7A1FA6-25DE-9E4E-A34D-CF67DE7DBDC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24201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>
                <a:effectLst/>
                <a:latin typeface="Times New Roman"/>
                <a:ea typeface="Times New Roman" panose="02020603050405020304" pitchFamily="18" charset="0"/>
                <a:cs typeface="Times New Roman"/>
              </a:rPr>
              <a:t>Let’s take a look at the job roles and career progression opportunities for the Red and Blue cybersecurity teams.</a:t>
            </a:r>
            <a:r>
              <a:rPr lang="en-US" sz="1800" dirty="0">
                <a:latin typeface="Times New Roman"/>
                <a:ea typeface="Times New Roman" panose="02020603050405020304" pitchFamily="18" charset="0"/>
                <a:cs typeface="Times New Roman"/>
              </a:rPr>
              <a:t> </a:t>
            </a:r>
            <a:endParaRPr lang="en-US" dirty="0"/>
          </a:p>
          <a:p>
            <a:pPr marL="0" marR="0"/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/>
            </a:endParaRPr>
          </a:p>
          <a:p>
            <a:r>
              <a:rPr lang="en-US" sz="1800" dirty="0">
                <a:effectLst/>
                <a:latin typeface="Times New Roman"/>
                <a:ea typeface="Times New Roman" panose="02020603050405020304" pitchFamily="18" charset="0"/>
                <a:cs typeface="Times New Roman"/>
              </a:rPr>
              <a:t>At the entry-level, a Cybersecurity Analyst supports and participates in both offensive and defensive cybersecurity-related activities across the Red and Blue Teams.</a:t>
            </a:r>
            <a:r>
              <a:rPr lang="en-US" sz="1800" dirty="0">
                <a:latin typeface="Times New Roman"/>
                <a:ea typeface="Times New Roman" panose="02020603050405020304" pitchFamily="18" charset="0"/>
                <a:cs typeface="Times New Roman"/>
              </a:rPr>
              <a:t> </a:t>
            </a:r>
            <a:endParaRPr lang="en-US" sz="1800" dirty="0">
              <a:effectLst/>
              <a:latin typeface="Times New Roman"/>
              <a:ea typeface="Times New Roman" panose="02020603050405020304" pitchFamily="18" charset="0"/>
              <a:cs typeface="Times New Roman"/>
            </a:endParaRPr>
          </a:p>
          <a:p>
            <a:pPr marL="0" marR="0"/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/>
            </a:endParaRPr>
          </a:p>
          <a:p>
            <a:pPr marL="0" marR="0"/>
            <a:r>
              <a:rPr lang="en-US" sz="1800" dirty="0">
                <a:effectLst/>
                <a:latin typeface="Times New Roman"/>
                <a:ea typeface="Times New Roman" panose="02020603050405020304" pitchFamily="18" charset="0"/>
                <a:cs typeface="Times New Roman"/>
              </a:rPr>
              <a:t>A career progression into the Red Team can lead to an associate-level Ethical Hacker role and then a professional-level Vulnerability Assessment and Penetration Manager role.</a:t>
            </a:r>
          </a:p>
          <a:p>
            <a:pPr marL="0" marR="0"/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/>
            </a:endParaRPr>
          </a:p>
          <a:p>
            <a:r>
              <a:rPr lang="en-US" sz="1800" dirty="0">
                <a:effectLst/>
                <a:latin typeface="Times New Roman"/>
                <a:ea typeface="Times New Roman" panose="02020603050405020304" pitchFamily="18" charset="0"/>
                <a:cs typeface="Times New Roman"/>
              </a:rPr>
              <a:t>A career progression into the Blue Team can lead to a Security Operations Center (SOC) Analyst Level 1 and then Level 2. Or an associate-level Network Firewall Security Engineer role and then a professional-level Network Security Architect role</a:t>
            </a:r>
            <a:r>
              <a:rPr lang="en-US" dirty="0">
                <a:ea typeface="ＭＳ Ｐゴシック"/>
                <a:cs typeface="Calibri"/>
              </a:rPr>
              <a:t> </a:t>
            </a:r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D1BE08-3700-3146-AAEE-E7C7061FC96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/>
                <a:cs typeface="Calibri"/>
                <a:sym typeface="Helvetic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3412482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/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Cybersecurity Analyst is a security operations personnel that supports and participates in cybersecurity-related activities, including vulnerability assessment, incident handling, and security reporting and documentation. </a:t>
            </a:r>
          </a:p>
          <a:p>
            <a:pPr marL="0" marR="0"/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/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With 0 to 1 years’ worth of experience, a Cybersecurity Analyst has skills to understand and assist in daily operations. While not yet ready to take lead roles, they have a broad range of knowledge and skills to participate in and assist with tasks performed by seasoned cybersecurity professionals.</a:t>
            </a:r>
          </a:p>
          <a:p>
            <a:pPr marL="0" marR="0"/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/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/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Job tasks: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/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Security Core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/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* Understand important cybersecurity concepts.</a:t>
            </a:r>
          </a:p>
          <a:p>
            <a:pPr marL="0" marR="0"/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* Understand the types of data and the security challenges posed by each.</a:t>
            </a:r>
          </a:p>
          <a:p>
            <a:pPr marL="0" marR="0"/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* Understand the types of security controls and their functions.</a:t>
            </a:r>
          </a:p>
          <a:p>
            <a:pPr marL="0" marR="0"/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* Interpret and contribute to cybersecurity reports.</a:t>
            </a:r>
          </a:p>
          <a:p>
            <a:pPr marL="0" marR="0"/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* Understand the importance of organizational compliance with relevant legal and regulatory requirements.</a:t>
            </a:r>
          </a:p>
          <a:p>
            <a:pPr marL="0" marR="0"/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* Adhere to the ethical and legal codes of the cybersecurity professional.</a:t>
            </a:r>
          </a:p>
          <a:p>
            <a:pPr marL="0" marR="0"/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* Verify conformance to organizational security policies.</a:t>
            </a:r>
          </a:p>
          <a:p>
            <a:pPr marL="0" marR="0"/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/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Network Security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/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* Understand network protocols, network architectures, and network communication processes.</a:t>
            </a:r>
          </a:p>
          <a:p>
            <a:pPr marL="0" marR="0"/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* Assist with gathering and analyzing network monitoring data including packet captures and various log file entries in order to identify security incidents.</a:t>
            </a:r>
          </a:p>
          <a:p>
            <a:pPr marL="0" marR="0"/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* Assist in operating and managing security devices and platforms.</a:t>
            </a:r>
          </a:p>
          <a:p>
            <a:pPr marL="0" marR="0"/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* Understand common and emerging network security threats and associated mitigation measures.</a:t>
            </a:r>
          </a:p>
          <a:p>
            <a:pPr marL="0" marR="0"/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* Understand enterprise-level wireless network security mechanisms.</a:t>
            </a:r>
          </a:p>
          <a:p>
            <a:pPr marL="0" marR="0"/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* Understand data protection mechanisms, such as encryption algorithms, and the recommendations for their use.</a:t>
            </a:r>
          </a:p>
          <a:p>
            <a:pPr marL="0" marR="0"/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* Understand the value and usage of the public key infrastructure (PKI).</a:t>
            </a:r>
          </a:p>
          <a:p>
            <a:pPr marL="0" marR="0"/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/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Systems and Software Security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/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* Assist in identifying, obtaining, and analyzing malware files.</a:t>
            </a:r>
          </a:p>
          <a:p>
            <a:pPr marL="0" marR="0"/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* Assist in configuring, monitoring, and verifying endpoint security for hosts, servers, and mobile and embedded systems</a:t>
            </a:r>
          </a:p>
          <a:p>
            <a:pPr marL="0" marR="0"/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* Understand cloud security measures and models.</a:t>
            </a:r>
          </a:p>
          <a:p>
            <a:pPr marL="0" marR="0"/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* Assist with implementing, operating, and maintaining virtual environments.</a:t>
            </a:r>
          </a:p>
          <a:p>
            <a:pPr marL="0" marR="0"/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* Assist with administering and hardening networking devices and Linux and Windows workstations and servers.</a:t>
            </a:r>
          </a:p>
          <a:p>
            <a:pPr marL="0" marR="0"/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* Assist with performing all phases of the identity lifecycle management.</a:t>
            </a:r>
          </a:p>
          <a:p>
            <a:pPr marL="0" marR="0"/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/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Risk Management and Vulnerability Assessment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/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* Assist in applying risk management principles and processes.</a:t>
            </a:r>
          </a:p>
          <a:p>
            <a:pPr marL="0" marR="0"/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* Assist in performing and interpreting vulnerability assessments of the network and systems including penetration testing, asset management, and threat monitoring.</a:t>
            </a:r>
          </a:p>
          <a:p>
            <a:pPr marL="0" marR="0"/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* Understand security assessment of IT systems such as system and information security, system development and change management, computer operations, and information assurance.</a:t>
            </a:r>
          </a:p>
          <a:p>
            <a:pPr marL="0" marR="0"/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* Participate in cybersecurity intelligence-gathering activities to understand emergent security threats that are relevant to the organization and report on these threats to stakeholders.</a:t>
            </a:r>
          </a:p>
          <a:p>
            <a:pPr marL="0" marR="0"/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/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Incident Response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/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* Assist in performing forensic investigation of cybersecurity incidents.</a:t>
            </a:r>
          </a:p>
          <a:p>
            <a:pPr marL="0" marR="0"/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* Participate in incident response and recovery planning activities.</a:t>
            </a:r>
          </a:p>
          <a:p>
            <a:pPr marL="0" marR="0"/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* Support post-incident disaster-recovery activities such as containing, removing, and recovering compromised systems and data.</a:t>
            </a:r>
          </a:p>
          <a:p>
            <a:pPr marL="0" marR="0"/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/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0" marR="0"/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b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095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7A1FA6-25DE-9E4E-A34D-CF67DE7DBDC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Helvetica"/>
              </a:rPr>
              <a:pPr marL="0" marR="0" lvl="0" indent="0" algn="r" defTabSz="60955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3762557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/>
            <a:endParaRPr lang="en-US" sz="1200" dirty="0">
              <a:effectLst/>
              <a:latin typeface="Calibri Light" panose="020F03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BBEEE7-EB04-BC44-A19D-867D20994D0D}" type="slidenum">
              <a:rPr kumimoji="0" lang="en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itchFamily="34" charset="-128"/>
                <a:cs typeface="Calibri"/>
                <a:sym typeface="Helvetic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itchFamily="34" charset="-128"/>
              <a:cs typeface="Calibri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6152526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A89849-E7A8-A14F-A263-F371DB869D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6B52B0-8640-434D-802C-533D788DC08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dirty="0"/>
              <a:t>Version 2.9.2022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3E84CE-8CD4-9240-9E41-2E30CF6069D3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103435F4-7C3A-644B-AA1C-CF25E3824396}" type="slidenum"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63BBB1-645C-364B-A04D-5E251E4139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16403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803d9f7a28_0_2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803d9f7a28_0_2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201596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63BBB1-645C-364B-A04D-5E251E4139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406559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06E9E3-5356-4333-ACA5-2F6B07D054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2479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06E9E3-5356-4333-ACA5-2F6B07D054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509106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06E9E3-5356-4333-ACA5-2F6B07D054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785658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06E9E3-5356-4333-ACA5-2F6B07D054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81363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06E9E3-5356-4333-ACA5-2F6B07D054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163108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06E9E3-5356-4333-ACA5-2F6B07D054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261888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63BBB1-645C-364B-A04D-5E251E41394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3863014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C9B288-DEEA-9244-8585-4F293FE2A57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2922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5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7.emf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7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E84602F-A2F5-0AB3-EDDA-2F6FBCDFA8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1792" y="1600200"/>
            <a:ext cx="10960608" cy="4519083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304798" indent="-228598">
              <a:lnSpc>
                <a:spcPct val="95000"/>
              </a:lnSpc>
              <a:spcBef>
                <a:spcPts val="1480"/>
              </a:spcBef>
              <a:buClr>
                <a:schemeClr val="accent1"/>
              </a:buClr>
              <a:buSzPct val="80000"/>
              <a:buFont typeface="Arial"/>
              <a:buChar char="•"/>
              <a:defRPr sz="2400" b="0" i="0">
                <a:solidFill>
                  <a:schemeClr val="tx1"/>
                </a:solidFill>
                <a:latin typeface="+mn-lt"/>
                <a:ea typeface="CiscoSansTT Thin" charset="0"/>
                <a:cs typeface="CiscoSansTT Thin" charset="0"/>
              </a:defRPr>
            </a:lvl1pPr>
            <a:lvl2pPr marL="609595" indent="-220132">
              <a:lnSpc>
                <a:spcPct val="95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Arial"/>
              <a:buChar char="•"/>
              <a:defRPr sz="1867" b="0" i="0">
                <a:solidFill>
                  <a:schemeClr val="tx1"/>
                </a:solidFill>
                <a:latin typeface="+mn-lt"/>
                <a:ea typeface="CiscoSansTT Thin" charset="0"/>
                <a:cs typeface="CiscoSansTT Thin" charset="0"/>
              </a:defRPr>
            </a:lvl2pPr>
            <a:lvl3pPr marL="914392" indent="-146050">
              <a:buClr>
                <a:schemeClr val="accent1"/>
              </a:buClr>
              <a:buSzPct val="80000"/>
              <a:buFont typeface="Arial"/>
              <a:buChar char="•"/>
              <a:defRPr sz="1600" b="0" i="0">
                <a:solidFill>
                  <a:schemeClr val="tx1"/>
                </a:solidFill>
                <a:latin typeface="CiscoSansTT" panose="020B0503020201020303" pitchFamily="34" charset="0"/>
                <a:ea typeface="CiscoSansTT" panose="020B0503020201020303" pitchFamily="34" charset="0"/>
                <a:cs typeface="CiscoSansTT" panose="020B0503020201020303" pitchFamily="34" charset="0"/>
              </a:defRPr>
            </a:lvl3pPr>
            <a:lvl4pPr marL="1214703" indent="-228552">
              <a:buClr>
                <a:schemeClr val="accent1"/>
              </a:buClr>
              <a:buSzPct val="80000"/>
              <a:buFont typeface="Arial"/>
              <a:buChar char="•"/>
              <a:defRPr sz="1333" b="0" i="0">
                <a:solidFill>
                  <a:schemeClr val="tx1"/>
                </a:solidFill>
                <a:latin typeface="CiscoSansTT Medium" panose="020B0503020201020303" pitchFamily="34" charset="0"/>
                <a:ea typeface="CiscoSansTT Medium" panose="020B0503020201020303" pitchFamily="34" charset="0"/>
                <a:cs typeface="CiscoSansTT Medium" panose="020B0503020201020303" pitchFamily="34" charset="0"/>
              </a:defRPr>
            </a:lvl4pPr>
            <a:lvl5pPr marL="1443255" indent="-224318">
              <a:buClr>
                <a:schemeClr val="bg2"/>
              </a:buClr>
              <a:buSzPct val="80000"/>
              <a:buFont typeface="Arial"/>
              <a:buChar char="•"/>
              <a:defRPr sz="1333" b="0" i="0">
                <a:solidFill>
                  <a:schemeClr val="bg2"/>
                </a:solidFill>
                <a:latin typeface="+mn-lt"/>
                <a:ea typeface="CiscoSansTT Thin" charset="0"/>
                <a:cs typeface="CiscoSansTT Thin" charset="0"/>
              </a:defRPr>
            </a:lvl5pPr>
          </a:lstStyle>
          <a:p>
            <a:pPr lvl="0"/>
            <a:r>
              <a:rPr lang="en-GB"/>
              <a:t>First level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9A4C47A-6966-3B09-BD1C-38665845F9B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5928" y="431801"/>
            <a:ext cx="3489235" cy="304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300" b="0" i="0" baseline="0">
                <a:solidFill>
                  <a:schemeClr val="tx1"/>
                </a:solidFill>
                <a:latin typeface="CiscoSansTT Light" panose="020B0503020201020303" pitchFamily="34" charset="0"/>
                <a:cs typeface="CiscoSansTT Light" panose="020B0503020201020303" pitchFamily="34" charset="0"/>
              </a:defRPr>
            </a:lvl1pPr>
            <a:lvl2pPr marL="406371" indent="0">
              <a:buNone/>
              <a:defRPr/>
            </a:lvl2pPr>
            <a:lvl3pPr marL="569863" indent="0">
              <a:buNone/>
              <a:defRPr/>
            </a:lvl3pPr>
            <a:lvl4pPr marL="688920" indent="0">
              <a:buNone/>
              <a:defRPr/>
            </a:lvl4pPr>
            <a:lvl5pPr marL="801621" indent="0">
              <a:buNone/>
              <a:defRPr/>
            </a:lvl5pPr>
          </a:lstStyle>
          <a:p>
            <a:pPr lvl="0"/>
            <a:r>
              <a:rPr lang="en-GB"/>
              <a:t>Section title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FCB4DFA-B41D-91DA-5108-E390AFFDD53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5928" y="739630"/>
            <a:ext cx="7460073" cy="482748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200" b="0" i="0">
                <a:solidFill>
                  <a:schemeClr val="tx1"/>
                </a:solidFill>
                <a:latin typeface="CiscoSansTT ExtraLight" panose="020B0303020201020303" pitchFamily="34" charset="0"/>
                <a:cs typeface="CiscoSansTT ExtraLight" panose="020B0303020201020303" pitchFamily="34" charset="0"/>
              </a:defRPr>
            </a:lvl1pPr>
          </a:lstStyle>
          <a:p>
            <a:r>
              <a:rPr lang="en-GB"/>
              <a:t>Heading goes here</a:t>
            </a:r>
          </a:p>
        </p:txBody>
      </p:sp>
    </p:spTree>
    <p:extLst>
      <p:ext uri="{BB962C8B-B14F-4D97-AF65-F5344CB8AC3E}">
        <p14:creationId xmlns:p14="http://schemas.microsoft.com/office/powerpoint/2010/main" val="983799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eading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A973767-6838-8C37-C9AB-EBCBB78A52A3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625928" y="450012"/>
            <a:ext cx="7460073" cy="482748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200" b="0" i="0">
                <a:solidFill>
                  <a:schemeClr val="tx1"/>
                </a:solidFill>
                <a:latin typeface="CiscoSansTT ExtraLight" panose="020B0303020201020303" pitchFamily="34" charset="0"/>
                <a:cs typeface="CiscoSansTT ExtraLight" panose="020B0303020201020303" pitchFamily="34" charset="0"/>
              </a:defRPr>
            </a:lvl1pPr>
          </a:lstStyle>
          <a:p>
            <a:r>
              <a:rPr lang="en-GB"/>
              <a:t>Heading goes here</a:t>
            </a:r>
          </a:p>
        </p:txBody>
      </p:sp>
    </p:spTree>
    <p:extLst>
      <p:ext uri="{BB962C8B-B14F-4D97-AF65-F5344CB8AC3E}">
        <p14:creationId xmlns:p14="http://schemas.microsoft.com/office/powerpoint/2010/main" val="1351884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fographic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817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Midn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7">
            <a:extLst>
              <a:ext uri="{FF2B5EF4-FFF2-40B4-BE49-F238E27FC236}">
                <a16:creationId xmlns:a16="http://schemas.microsoft.com/office/drawing/2014/main" id="{C5A29C15-48D7-6644-9164-6F819B3D7D8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868042" y="431800"/>
            <a:ext cx="714359" cy="375341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FB1806B9-59E1-8EE1-4B4C-90B4D0E1F8B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" y="3200817"/>
            <a:ext cx="10972800" cy="150420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r">
              <a:lnSpc>
                <a:spcPct val="90000"/>
              </a:lnSpc>
              <a:buFont typeface="Arial" panose="020B0604020202020204" pitchFamily="34" charset="0"/>
              <a:buNone/>
              <a:defRPr sz="5400" b="0" i="0" spc="0" baseline="0">
                <a:solidFill>
                  <a:schemeClr val="tx1"/>
                </a:solidFill>
                <a:latin typeface="CiscoSansTT ExtraLight" panose="020B0303020201020303" pitchFamily="34" charset="0"/>
                <a:cs typeface="CiscoSansTT ExtraLight"/>
              </a:defRPr>
            </a:lvl1pPr>
          </a:lstStyle>
          <a:p>
            <a:r>
              <a:rPr lang="en-GB"/>
              <a:t>Presentation title </a:t>
            </a:r>
            <a:br>
              <a:rPr lang="en-GB"/>
            </a:br>
            <a:r>
              <a:rPr lang="en-GB"/>
              <a:t>goes here</a:t>
            </a:r>
            <a:endParaRPr lang="en-US"/>
          </a:p>
        </p:txBody>
      </p:sp>
      <p:sp>
        <p:nvSpPr>
          <p:cNvPr id="11" name="Subtitle">
            <a:extLst>
              <a:ext uri="{FF2B5EF4-FFF2-40B4-BE49-F238E27FC236}">
                <a16:creationId xmlns:a16="http://schemas.microsoft.com/office/drawing/2014/main" id="{0752FE33-C659-2420-3AB6-DE44957C4B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4807254"/>
            <a:ext cx="10972800" cy="398668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 typeface="Arial" panose="020B0604020202020204" pitchFamily="34" charset="0"/>
              <a:buNone/>
              <a:defRPr sz="2000" b="0" i="0" baseline="0">
                <a:solidFill>
                  <a:schemeClr val="tx1"/>
                </a:solidFill>
                <a:latin typeface="CiscoSansTT Light" panose="020B0503020201020303" pitchFamily="34" charset="0"/>
                <a:cs typeface="CiscoSansTT Light" panose="020B0503020201020303" pitchFamily="34" charset="0"/>
              </a:defRPr>
            </a:lvl1pPr>
            <a:lvl2pPr marL="406371" indent="0">
              <a:buNone/>
              <a:defRPr/>
            </a:lvl2pPr>
            <a:lvl3pPr marL="569863" indent="0">
              <a:buNone/>
              <a:defRPr/>
            </a:lvl3pPr>
            <a:lvl4pPr marL="688920" indent="0">
              <a:buNone/>
              <a:defRPr/>
            </a:lvl4pPr>
            <a:lvl5pPr marL="801621" indent="0">
              <a:buNone/>
              <a:defRPr/>
            </a:lvl5pPr>
          </a:lstStyle>
          <a:p>
            <a:pPr lvl="0"/>
            <a:r>
              <a:rPr lang="en-GB"/>
              <a:t>Subtitle goes here</a:t>
            </a:r>
          </a:p>
        </p:txBody>
      </p:sp>
      <p:sp>
        <p:nvSpPr>
          <p:cNvPr id="12" name="Speaker Name">
            <a:extLst>
              <a:ext uri="{FF2B5EF4-FFF2-40B4-BE49-F238E27FC236}">
                <a16:creationId xmlns:a16="http://schemas.microsoft.com/office/drawing/2014/main" id="{41F71C68-0397-BAD0-2DDC-F934B0E3B24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600" y="5314225"/>
            <a:ext cx="10972800" cy="807177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  <a:defRPr sz="1300" b="0" i="0">
                <a:solidFill>
                  <a:schemeClr val="tx1"/>
                </a:solidFill>
                <a:latin typeface="CiscoSansTT Light" panose="020B0503020201020303" pitchFamily="34" charset="0"/>
                <a:cs typeface="CiscoSansTT Light" panose="020B0503020201020303" pitchFamily="34" charset="0"/>
              </a:defRPr>
            </a:lvl1pPr>
            <a:lvl2pPr marL="4571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2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5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1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Speaker name, Speaker title </a:t>
            </a:r>
            <a:br>
              <a:rPr lang="en-GB"/>
            </a:br>
            <a:r>
              <a:rPr lang="en-GB"/>
              <a:t>Department</a:t>
            </a:r>
          </a:p>
          <a:p>
            <a:r>
              <a:rPr lang="en-GB"/>
              <a:t>Date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723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Midnigh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4C42D79D-196D-79B2-C9D9-9E420F6F738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8011" y="3200817"/>
            <a:ext cx="10962553" cy="1504200"/>
          </a:xfrm>
          <a:prstGeom prst="rect">
            <a:avLst/>
          </a:prstGeom>
          <a:noFill/>
        </p:spPr>
        <p:txBody>
          <a:bodyPr lIns="0" tIns="0" rIns="0" bIns="0" anchor="b" anchorCtr="0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5400" b="0" i="0" spc="0" baseline="0">
                <a:solidFill>
                  <a:schemeClr val="tx1"/>
                </a:solidFill>
                <a:latin typeface="CiscoSansTT ExtraLight" panose="020B0303020201020303" pitchFamily="34" charset="0"/>
                <a:cs typeface="CiscoSansTT ExtraLight"/>
              </a:defRPr>
            </a:lvl1pPr>
          </a:lstStyle>
          <a:p>
            <a:r>
              <a:rPr lang="en-GB"/>
              <a:t>Presentation title </a:t>
            </a:r>
            <a:br>
              <a:rPr lang="en-GB"/>
            </a:br>
            <a:r>
              <a:rPr lang="en-GB"/>
              <a:t>goes here</a:t>
            </a:r>
            <a:endParaRPr lang="en-US"/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8D946DB3-26D2-2EE1-728C-7D32C4930F2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8011" y="4807254"/>
            <a:ext cx="10962553" cy="398668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 algn="l">
              <a:buFont typeface="Arial" panose="020B0604020202020204" pitchFamily="34" charset="0"/>
              <a:buNone/>
              <a:defRPr sz="2000" b="0" i="0" baseline="0">
                <a:solidFill>
                  <a:schemeClr val="tx1"/>
                </a:solidFill>
                <a:latin typeface="CiscoSansTT Light" panose="020B0503020201020303" pitchFamily="34" charset="0"/>
                <a:cs typeface="CiscoSansTT Light" panose="020B0503020201020303" pitchFamily="34" charset="0"/>
              </a:defRPr>
            </a:lvl1pPr>
            <a:lvl2pPr marL="406371" indent="0">
              <a:buNone/>
              <a:defRPr/>
            </a:lvl2pPr>
            <a:lvl3pPr marL="569863" indent="0">
              <a:buNone/>
              <a:defRPr/>
            </a:lvl3pPr>
            <a:lvl4pPr marL="688920" indent="0">
              <a:buNone/>
              <a:defRPr/>
            </a:lvl4pPr>
            <a:lvl5pPr marL="801621" indent="0">
              <a:buNone/>
              <a:defRPr/>
            </a:lvl5pPr>
          </a:lstStyle>
          <a:p>
            <a:pPr lvl="0"/>
            <a:r>
              <a:rPr lang="en-GB"/>
              <a:t>Subtitle goes here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E07CA8F8-C47B-50F4-9C65-C46111F86B8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8011" y="5314225"/>
            <a:ext cx="10962553" cy="807177"/>
          </a:xfrm>
          <a:prstGeom prst="rect">
            <a:avLst/>
          </a:prstGeom>
          <a:noFill/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  <a:defRPr sz="1300" b="0" i="0">
                <a:solidFill>
                  <a:schemeClr val="tx1"/>
                </a:solidFill>
                <a:latin typeface="CiscoSansTT Light" panose="020B0503020201020303" pitchFamily="34" charset="0"/>
                <a:cs typeface="CiscoSansTT Light" panose="020B0503020201020303" pitchFamily="34" charset="0"/>
              </a:defRPr>
            </a:lvl1pPr>
            <a:lvl2pPr marL="4571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2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5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1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Speaker name, Speaker title </a:t>
            </a:r>
            <a:br>
              <a:rPr lang="en-GB"/>
            </a:br>
            <a:r>
              <a:rPr lang="en-GB"/>
              <a:t>Department</a:t>
            </a:r>
          </a:p>
          <a:p>
            <a:r>
              <a:rPr lang="en-GB"/>
              <a:t>Date</a:t>
            </a:r>
            <a:endParaRPr lang="en-US"/>
          </a:p>
        </p:txBody>
      </p:sp>
      <p:pic>
        <p:nvPicPr>
          <p:cNvPr id="25" name="Picture 7">
            <a:extLst>
              <a:ext uri="{FF2B5EF4-FFF2-40B4-BE49-F238E27FC236}">
                <a16:creationId xmlns:a16="http://schemas.microsoft.com/office/drawing/2014/main" id="{C5A29C15-48D7-6644-9164-6F819B3D7D8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09602" y="431800"/>
            <a:ext cx="714359" cy="375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501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and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0C30067D-BDB2-4ED3-9FF2-9A7F7110FF9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5928" y="431801"/>
            <a:ext cx="3489235" cy="304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300" b="0" i="0" baseline="0">
                <a:solidFill>
                  <a:schemeClr val="tx1"/>
                </a:solidFill>
                <a:latin typeface="CiscoSansTT Light" panose="020B0503020201020303" pitchFamily="34" charset="0"/>
                <a:cs typeface="CiscoSansTT Light" panose="020B0503020201020303" pitchFamily="34" charset="0"/>
              </a:defRPr>
            </a:lvl1pPr>
            <a:lvl2pPr marL="406371" indent="0">
              <a:buNone/>
              <a:defRPr/>
            </a:lvl2pPr>
            <a:lvl3pPr marL="569863" indent="0">
              <a:buNone/>
              <a:defRPr/>
            </a:lvl3pPr>
            <a:lvl4pPr marL="688920" indent="0">
              <a:buNone/>
              <a:defRPr/>
            </a:lvl4pPr>
            <a:lvl5pPr marL="801621" indent="0">
              <a:buNone/>
              <a:defRPr/>
            </a:lvl5pPr>
          </a:lstStyle>
          <a:p>
            <a:pPr lvl="0"/>
            <a:r>
              <a:rPr lang="en-GB"/>
              <a:t>Section title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1878F7B9-C122-B8FB-05FB-508A64772A9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5928" y="739630"/>
            <a:ext cx="7460073" cy="482748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200" b="0" i="0">
                <a:solidFill>
                  <a:schemeClr val="tx1"/>
                </a:solidFill>
                <a:latin typeface="CiscoSansTT ExtraLight" panose="020B0303020201020303" pitchFamily="34" charset="0"/>
                <a:cs typeface="CiscoSansTT ExtraLight" panose="020B0303020201020303" pitchFamily="34" charset="0"/>
              </a:defRPr>
            </a:lvl1pPr>
          </a:lstStyle>
          <a:p>
            <a:r>
              <a:rPr lang="en-GB"/>
              <a:t>Heading goes here</a:t>
            </a:r>
          </a:p>
        </p:txBody>
      </p:sp>
    </p:spTree>
    <p:extLst>
      <p:ext uri="{BB962C8B-B14F-4D97-AF65-F5344CB8AC3E}">
        <p14:creationId xmlns:p14="http://schemas.microsoft.com/office/powerpoint/2010/main" val="908553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E84602F-A2F5-0AB3-EDDA-2F6FBCDFA8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1792" y="1600200"/>
            <a:ext cx="10960608" cy="4519083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304798" indent="-228598">
              <a:lnSpc>
                <a:spcPct val="95000"/>
              </a:lnSpc>
              <a:spcBef>
                <a:spcPts val="1480"/>
              </a:spcBef>
              <a:buClr>
                <a:schemeClr val="accent1"/>
              </a:buClr>
              <a:buSzPct val="80000"/>
              <a:buFont typeface="Arial"/>
              <a:buChar char="•"/>
              <a:defRPr sz="2400" b="0" i="0">
                <a:solidFill>
                  <a:schemeClr val="tx1"/>
                </a:solidFill>
                <a:latin typeface="+mn-lt"/>
                <a:ea typeface="CiscoSansTT Thin" charset="0"/>
                <a:cs typeface="CiscoSansTT Thin" charset="0"/>
              </a:defRPr>
            </a:lvl1pPr>
            <a:lvl2pPr marL="609595" indent="-220132">
              <a:lnSpc>
                <a:spcPct val="95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Arial"/>
              <a:buChar char="•"/>
              <a:defRPr sz="1867" b="0" i="0">
                <a:solidFill>
                  <a:schemeClr val="tx1"/>
                </a:solidFill>
                <a:latin typeface="+mn-lt"/>
                <a:ea typeface="CiscoSansTT Thin" charset="0"/>
                <a:cs typeface="CiscoSansTT Thin" charset="0"/>
              </a:defRPr>
            </a:lvl2pPr>
            <a:lvl3pPr marL="914392" indent="-146050">
              <a:buClr>
                <a:schemeClr val="accent1"/>
              </a:buClr>
              <a:buSzPct val="80000"/>
              <a:buFont typeface="Arial"/>
              <a:buChar char="•"/>
              <a:defRPr sz="1600" b="0" i="0">
                <a:solidFill>
                  <a:schemeClr val="tx1"/>
                </a:solidFill>
                <a:latin typeface="CiscoSansTT" panose="020B0503020201020303" pitchFamily="34" charset="0"/>
                <a:ea typeface="CiscoSansTT" panose="020B0503020201020303" pitchFamily="34" charset="0"/>
                <a:cs typeface="CiscoSansTT" panose="020B0503020201020303" pitchFamily="34" charset="0"/>
              </a:defRPr>
            </a:lvl3pPr>
            <a:lvl4pPr marL="1214703" indent="-228552">
              <a:buClr>
                <a:schemeClr val="accent1"/>
              </a:buClr>
              <a:buSzPct val="80000"/>
              <a:buFont typeface="Arial"/>
              <a:buChar char="•"/>
              <a:defRPr sz="1333" b="0" i="0">
                <a:solidFill>
                  <a:schemeClr val="tx1"/>
                </a:solidFill>
                <a:latin typeface="CiscoSansTT Medium" panose="020B0503020201020303" pitchFamily="34" charset="0"/>
                <a:ea typeface="CiscoSansTT Medium" panose="020B0503020201020303" pitchFamily="34" charset="0"/>
                <a:cs typeface="CiscoSansTT Medium" panose="020B0503020201020303" pitchFamily="34" charset="0"/>
              </a:defRPr>
            </a:lvl4pPr>
            <a:lvl5pPr marL="1443255" indent="-224318">
              <a:buClr>
                <a:schemeClr val="bg2"/>
              </a:buClr>
              <a:buSzPct val="80000"/>
              <a:buFont typeface="Arial"/>
              <a:buChar char="•"/>
              <a:defRPr sz="1333" b="0" i="0">
                <a:solidFill>
                  <a:schemeClr val="bg2"/>
                </a:solidFill>
                <a:latin typeface="+mn-lt"/>
                <a:ea typeface="CiscoSansTT Thin" charset="0"/>
                <a:cs typeface="CiscoSansTT Thin" charset="0"/>
              </a:defRPr>
            </a:lvl5pPr>
          </a:lstStyle>
          <a:p>
            <a:pPr lvl="0"/>
            <a:r>
              <a:rPr lang="en-GB"/>
              <a:t>First level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9A4C47A-6966-3B09-BD1C-38665845F9B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5928" y="431801"/>
            <a:ext cx="3489235" cy="304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300" b="0" i="0" baseline="0">
                <a:solidFill>
                  <a:schemeClr val="tx1"/>
                </a:solidFill>
                <a:latin typeface="CiscoSansTT Light" panose="020B0503020201020303" pitchFamily="34" charset="0"/>
                <a:cs typeface="CiscoSansTT Light" panose="020B0503020201020303" pitchFamily="34" charset="0"/>
              </a:defRPr>
            </a:lvl1pPr>
            <a:lvl2pPr marL="406371" indent="0">
              <a:buNone/>
              <a:defRPr/>
            </a:lvl2pPr>
            <a:lvl3pPr marL="569863" indent="0">
              <a:buNone/>
              <a:defRPr/>
            </a:lvl3pPr>
            <a:lvl4pPr marL="688920" indent="0">
              <a:buNone/>
              <a:defRPr/>
            </a:lvl4pPr>
            <a:lvl5pPr marL="801621" indent="0">
              <a:buNone/>
              <a:defRPr/>
            </a:lvl5pPr>
          </a:lstStyle>
          <a:p>
            <a:pPr lvl="0"/>
            <a:r>
              <a:rPr lang="en-GB"/>
              <a:t>Section title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FCB4DFA-B41D-91DA-5108-E390AFFDD53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5928" y="739630"/>
            <a:ext cx="7460073" cy="482748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200" b="0" i="0">
                <a:solidFill>
                  <a:schemeClr val="tx1"/>
                </a:solidFill>
                <a:latin typeface="CiscoSansTT ExtraLight" panose="020B0303020201020303" pitchFamily="34" charset="0"/>
                <a:cs typeface="CiscoSansTT ExtraLight" panose="020B0303020201020303" pitchFamily="34" charset="0"/>
              </a:defRPr>
            </a:lvl1pPr>
          </a:lstStyle>
          <a:p>
            <a:r>
              <a:rPr lang="en-GB"/>
              <a:t>Heading goes here</a:t>
            </a:r>
          </a:p>
        </p:txBody>
      </p:sp>
    </p:spTree>
    <p:extLst>
      <p:ext uri="{BB962C8B-B14F-4D97-AF65-F5344CB8AC3E}">
        <p14:creationId xmlns:p14="http://schemas.microsoft.com/office/powerpoint/2010/main" val="3207802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2325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graphic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9885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8" y="455086"/>
            <a:ext cx="11127317" cy="975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>
            <a:lvl1pPr>
              <a:defRPr sz="3733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3579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slide_accen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"/>
          <p:cNvSpPr>
            <a:spLocks noGrp="1"/>
          </p:cNvSpPr>
          <p:nvPr>
            <p:ph type="body" sz="half" idx="14"/>
          </p:nvPr>
        </p:nvSpPr>
        <p:spPr>
          <a:xfrm>
            <a:off x="1183729" y="1828800"/>
            <a:ext cx="9966872" cy="3927979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685783" rtl="0" eaLnBrk="1" fontAlgn="auto" latinLnBrk="0" hangingPunct="1">
              <a:lnSpc>
                <a:spcPct val="90000"/>
              </a:lnSpc>
              <a:spcBef>
                <a:spcPts val="751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16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342891" indent="0">
              <a:buNone/>
              <a:defRPr sz="1200"/>
            </a:lvl2pPr>
            <a:lvl3pPr marL="685783" indent="0">
              <a:buNone/>
              <a:defRPr sz="900"/>
            </a:lvl3pPr>
            <a:lvl4pPr marL="1028674" indent="0">
              <a:buNone/>
              <a:defRPr sz="751"/>
            </a:lvl4pPr>
            <a:lvl5pPr marL="1371566" indent="0">
              <a:buNone/>
              <a:defRPr sz="751"/>
            </a:lvl5pPr>
            <a:lvl6pPr marL="1714457" indent="0">
              <a:buNone/>
              <a:defRPr sz="751"/>
            </a:lvl6pPr>
            <a:lvl7pPr marL="2057349" indent="0">
              <a:buNone/>
              <a:defRPr sz="751"/>
            </a:lvl7pPr>
            <a:lvl8pPr marL="2400240" indent="0">
              <a:buNone/>
              <a:defRPr sz="751"/>
            </a:lvl8pPr>
            <a:lvl9pPr marL="2743131" indent="0">
              <a:buNone/>
              <a:defRPr sz="75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183730" y="571501"/>
            <a:ext cx="9966871" cy="1119188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50F09C79-B595-B34B-BCC6-F658D0A9C33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45955" y="6415544"/>
            <a:ext cx="406333" cy="365125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eaLnBrk="1" hangingPunct="1"/>
            <a:fld id="{4AEF3CD6-1A97-4448-AE11-232744F50C6C}" type="slidenum">
              <a:rPr lang="en-GB" sz="800" smtClean="0">
                <a:solidFill>
                  <a:srgbClr val="003057"/>
                </a:solidFill>
              </a:rPr>
              <a:pPr eaLnBrk="1" hangingPunct="1"/>
              <a:t>‹#›</a:t>
            </a:fld>
            <a:endParaRPr lang="en-GB" sz="800" dirty="0">
              <a:solidFill>
                <a:srgbClr val="00305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1446725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232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3" descr="A sign on the side of a building&#10;&#10;Description automatically generated">
            <a:extLst>
              <a:ext uri="{FF2B5EF4-FFF2-40B4-BE49-F238E27FC236}">
                <a16:creationId xmlns:a16="http://schemas.microsoft.com/office/drawing/2014/main" id="{D858629F-B898-4B64-AE8E-5BAD5C7B5D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2312" b="23200"/>
          <a:stretch>
            <a:fillRect/>
          </a:stretch>
        </p:blipFill>
        <p:spPr>
          <a:xfrm>
            <a:off x="0" y="2596896"/>
            <a:ext cx="12191996" cy="236525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8" name="Picture 7" descr="A person wearing a glove&#10;&#10;Description automatically generated">
            <a:extLst>
              <a:ext uri="{FF2B5EF4-FFF2-40B4-BE49-F238E27FC236}">
                <a16:creationId xmlns:a16="http://schemas.microsoft.com/office/drawing/2014/main" id="{E2F953A6-A778-4345-9409-1DD69526CF4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11722"/>
            <a:ext cx="5897111" cy="6858000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5010CA77-8B64-43A3-BB0E-6164D27051A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84469" y="486799"/>
            <a:ext cx="2357597" cy="565821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7527BB6-EFEB-C042-A25F-8FFC5E42513F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4829694" y="2600221"/>
            <a:ext cx="7362301" cy="2361926"/>
          </a:xfrm>
        </p:spPr>
        <p:txBody>
          <a:bodyPr anchor="b" anchorCtr="1"/>
          <a:lstStyle>
            <a:lvl1pPr algn="ctr">
              <a:defRPr sz="8800" spc="-300" baseline="0">
                <a:solidFill>
                  <a:srgbClr val="293C57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10802074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8" descr="A sign on the side of a building&#10;&#10;Description automatically generated">
            <a:extLst>
              <a:ext uri="{FF2B5EF4-FFF2-40B4-BE49-F238E27FC236}">
                <a16:creationId xmlns:a16="http://schemas.microsoft.com/office/drawing/2014/main" id="{F3FA01E7-E55D-43C0-9AE4-1A0167C63F0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6169820"/>
            <a:ext cx="12191996" cy="158492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2" name="Rectangle 9">
            <a:extLst>
              <a:ext uri="{FF2B5EF4-FFF2-40B4-BE49-F238E27FC236}">
                <a16:creationId xmlns:a16="http://schemas.microsoft.com/office/drawing/2014/main" id="{A52DE5D2-A495-43A1-9EE3-F0B2B856C72E}"/>
              </a:ext>
            </a:extLst>
          </p:cNvPr>
          <p:cNvSpPr/>
          <p:nvPr userDrawn="1"/>
        </p:nvSpPr>
        <p:spPr>
          <a:xfrm>
            <a:off x="4" y="6328312"/>
            <a:ext cx="12191996" cy="554739"/>
          </a:xfrm>
          <a:prstGeom prst="rect">
            <a:avLst/>
          </a:prstGeom>
          <a:solidFill>
            <a:srgbClr val="E2E4EB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 dirty="0">
              <a:solidFill>
                <a:srgbClr val="E2E4EB"/>
              </a:solidFill>
              <a:uFillTx/>
              <a:latin typeface="Calibri"/>
            </a:endParaRPr>
          </a:p>
        </p:txBody>
      </p:sp>
      <p:pic>
        <p:nvPicPr>
          <p:cNvPr id="13" name="Picture 10">
            <a:extLst>
              <a:ext uri="{FF2B5EF4-FFF2-40B4-BE49-F238E27FC236}">
                <a16:creationId xmlns:a16="http://schemas.microsoft.com/office/drawing/2014/main" id="{34CC0D91-2069-411B-B985-B74B89B2123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42828" y="6415942"/>
            <a:ext cx="2041910" cy="31249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4" name="Rectangle 11">
            <a:extLst>
              <a:ext uri="{FF2B5EF4-FFF2-40B4-BE49-F238E27FC236}">
                <a16:creationId xmlns:a16="http://schemas.microsoft.com/office/drawing/2014/main" id="{6D5E89B2-8491-4FD6-87B9-3F74770B5493}"/>
              </a:ext>
            </a:extLst>
          </p:cNvPr>
          <p:cNvSpPr/>
          <p:nvPr userDrawn="1"/>
        </p:nvSpPr>
        <p:spPr>
          <a:xfrm>
            <a:off x="201168" y="6450624"/>
            <a:ext cx="4433184" cy="27699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600" baseline="0" dirty="0">
                <a:solidFill>
                  <a:srgbClr val="293C57"/>
                </a:solidFill>
                <a:uFillTx/>
                <a:latin typeface="Barlow Medium" pitchFamily="2"/>
              </a:rPr>
              <a:t>LEARN | PRACTICE | CERTIFY</a:t>
            </a:r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6810FAF3-6C74-48C8-83C4-57109DDFA8C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2438400" y="212260"/>
            <a:ext cx="7315200" cy="130897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algn="ctr">
              <a:defRPr/>
            </a:lvl1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5A7D5DD-22BA-4540-9DEC-1DCBB3EE6A0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38400" y="1543536"/>
            <a:ext cx="7315199" cy="671311"/>
          </a:xfrm>
        </p:spPr>
        <p:txBody>
          <a:bodyPr anchor="t"/>
          <a:lstStyle>
            <a:lvl1pPr marL="0" indent="0" algn="ctr">
              <a:buNone/>
              <a:defRPr cap="all" baseline="0">
                <a:latin typeface="Barlow Medium" panose="00000600000000000000" pitchFamily="2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BC59BC53-4190-492A-9A8F-9C57E2F0CCED}"/>
              </a:ext>
            </a:extLst>
          </p:cNvPr>
          <p:cNvSpPr>
            <a:spLocks noGrp="1"/>
          </p:cNvSpPr>
          <p:nvPr>
            <p:ph type="chart" sz="quarter" idx="11"/>
          </p:nvPr>
        </p:nvSpPr>
        <p:spPr>
          <a:xfrm>
            <a:off x="1036638" y="2373339"/>
            <a:ext cx="10118726" cy="3528697"/>
          </a:xfrm>
        </p:spPr>
        <p:txBody>
          <a:bodyPr/>
          <a:lstStyle>
            <a:lvl1pPr>
              <a:defRPr b="0" i="0">
                <a:latin typeface="Barlow" pitchFamily="2" charset="77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6864471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8" descr="A sign on the side of a building&#10;&#10;Description automatically generated">
            <a:extLst>
              <a:ext uri="{FF2B5EF4-FFF2-40B4-BE49-F238E27FC236}">
                <a16:creationId xmlns:a16="http://schemas.microsoft.com/office/drawing/2014/main" id="{3131EAD2-50B1-4B4B-9F32-6CB85F17EC7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6169820"/>
            <a:ext cx="12191996" cy="158492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6" name="Rectangle 9">
            <a:extLst>
              <a:ext uri="{FF2B5EF4-FFF2-40B4-BE49-F238E27FC236}">
                <a16:creationId xmlns:a16="http://schemas.microsoft.com/office/drawing/2014/main" id="{2E15C61A-4F98-41F2-8EB1-BBF994CC9D77}"/>
              </a:ext>
            </a:extLst>
          </p:cNvPr>
          <p:cNvSpPr/>
          <p:nvPr userDrawn="1"/>
        </p:nvSpPr>
        <p:spPr>
          <a:xfrm>
            <a:off x="4" y="6328312"/>
            <a:ext cx="12191996" cy="554739"/>
          </a:xfrm>
          <a:prstGeom prst="rect">
            <a:avLst/>
          </a:prstGeom>
          <a:solidFill>
            <a:srgbClr val="E2E4EB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 dirty="0">
              <a:solidFill>
                <a:srgbClr val="E2E4EB"/>
              </a:solidFill>
              <a:uFillTx/>
              <a:latin typeface="Calibri"/>
            </a:endParaRPr>
          </a:p>
        </p:txBody>
      </p:sp>
      <p:pic>
        <p:nvPicPr>
          <p:cNvPr id="7" name="Picture 10">
            <a:extLst>
              <a:ext uri="{FF2B5EF4-FFF2-40B4-BE49-F238E27FC236}">
                <a16:creationId xmlns:a16="http://schemas.microsoft.com/office/drawing/2014/main" id="{171634DE-66EC-44A3-A930-F7E6FE1D807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42828" y="6415942"/>
            <a:ext cx="2041910" cy="31249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Rectangle 11">
            <a:extLst>
              <a:ext uri="{FF2B5EF4-FFF2-40B4-BE49-F238E27FC236}">
                <a16:creationId xmlns:a16="http://schemas.microsoft.com/office/drawing/2014/main" id="{0753F37A-F4DD-488E-A4B5-B7598F2F4379}"/>
              </a:ext>
            </a:extLst>
          </p:cNvPr>
          <p:cNvSpPr/>
          <p:nvPr userDrawn="1"/>
        </p:nvSpPr>
        <p:spPr>
          <a:xfrm>
            <a:off x="201168" y="6450624"/>
            <a:ext cx="4433184" cy="27699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600" baseline="0" dirty="0">
                <a:solidFill>
                  <a:srgbClr val="293C57"/>
                </a:solidFill>
                <a:uFillTx/>
                <a:latin typeface="Barlow Medium" pitchFamily="2"/>
              </a:rPr>
              <a:t>LEARN | PRACTICE | CERTIFY</a:t>
            </a:r>
          </a:p>
        </p:txBody>
      </p:sp>
    </p:spTree>
    <p:extLst>
      <p:ext uri="{BB962C8B-B14F-4D97-AF65-F5344CB8AC3E}">
        <p14:creationId xmlns:p14="http://schemas.microsoft.com/office/powerpoint/2010/main" val="22835356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5" descr="A person posing for the camera&#10;&#10;Description automatically generated">
            <a:extLst>
              <a:ext uri="{FF2B5EF4-FFF2-40B4-BE49-F238E27FC236}">
                <a16:creationId xmlns:a16="http://schemas.microsoft.com/office/drawing/2014/main" id="{B9F707A2-49DE-4DBF-99F1-11FE7E46A9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8194" y="344366"/>
            <a:ext cx="4156158" cy="5980971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0562C49-C141-924F-A4E9-B8D527755F9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86895" y="824228"/>
            <a:ext cx="6417426" cy="1001399"/>
          </a:xfrm>
        </p:spPr>
        <p:txBody>
          <a:bodyPr/>
          <a:lstStyle>
            <a:lvl1pPr algn="ctr">
              <a:defRPr sz="6600"/>
            </a:lvl1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2E86DE-3259-1E48-A8F3-1078702C56B2}"/>
              </a:ext>
            </a:extLst>
          </p:cNvPr>
          <p:cNvSpPr txBox="1">
            <a:spLocks noGrp="1"/>
          </p:cNvSpPr>
          <p:nvPr>
            <p:ph idx="2" hasCustomPrompt="1"/>
          </p:nvPr>
        </p:nvSpPr>
        <p:spPr>
          <a:xfrm>
            <a:off x="5286895" y="1983569"/>
            <a:ext cx="6417426" cy="4031638"/>
          </a:xfrm>
        </p:spPr>
        <p:txBody>
          <a:bodyPr/>
          <a:lstStyle>
            <a:lvl1pPr marL="0" indent="0">
              <a:spcBef>
                <a:spcPts val="600"/>
              </a:spcBef>
              <a:spcAft>
                <a:spcPts val="300"/>
              </a:spcAft>
              <a:buNone/>
              <a:defRPr b="0" i="0">
                <a:latin typeface="Barlow" pitchFamily="2" charset="77"/>
              </a:defRPr>
            </a:lvl1pPr>
            <a:lvl2pPr marL="341313" indent="-225425">
              <a:spcBef>
                <a:spcPts val="0"/>
              </a:spcBef>
              <a:defRPr sz="1400">
                <a:solidFill>
                  <a:srgbClr val="293C57"/>
                </a:solidFill>
                <a:latin typeface="Barlow Light" panose="00000400000000000000" pitchFamily="2" charset="0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1FAD99D-BB46-4FBE-A82D-F484E036CC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86895" y="191194"/>
            <a:ext cx="6417743" cy="632720"/>
          </a:xfrm>
        </p:spPr>
        <p:txBody>
          <a:bodyPr anchor="b"/>
          <a:lstStyle>
            <a:lvl1pPr marL="0" indent="0" algn="ctr">
              <a:buNone/>
              <a:defRPr cap="all" baseline="0">
                <a:latin typeface="Barlow Medium" panose="00000600000000000000" pitchFamily="2" charset="0"/>
              </a:defRPr>
            </a:lvl1pPr>
          </a:lstStyle>
          <a:p>
            <a:pPr lvl="0"/>
            <a:endParaRPr lang="en-US"/>
          </a:p>
        </p:txBody>
      </p:sp>
      <p:pic>
        <p:nvPicPr>
          <p:cNvPr id="10" name="Picture 8" descr="A sign on the side of a building&#10;&#10;Description automatically generated">
            <a:extLst>
              <a:ext uri="{FF2B5EF4-FFF2-40B4-BE49-F238E27FC236}">
                <a16:creationId xmlns:a16="http://schemas.microsoft.com/office/drawing/2014/main" id="{FC21283D-06D6-43D2-9E23-D566256CB8C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6169820"/>
            <a:ext cx="12191996" cy="158492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3" name="Rectangle 9">
            <a:extLst>
              <a:ext uri="{FF2B5EF4-FFF2-40B4-BE49-F238E27FC236}">
                <a16:creationId xmlns:a16="http://schemas.microsoft.com/office/drawing/2014/main" id="{484695B3-D325-4634-9448-5CBB71E0F97E}"/>
              </a:ext>
            </a:extLst>
          </p:cNvPr>
          <p:cNvSpPr/>
          <p:nvPr userDrawn="1"/>
        </p:nvSpPr>
        <p:spPr>
          <a:xfrm>
            <a:off x="4" y="6328312"/>
            <a:ext cx="12191996" cy="554739"/>
          </a:xfrm>
          <a:prstGeom prst="rect">
            <a:avLst/>
          </a:prstGeom>
          <a:solidFill>
            <a:srgbClr val="E2E4EB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 dirty="0">
              <a:solidFill>
                <a:srgbClr val="E2E4EB"/>
              </a:solidFill>
              <a:uFillTx/>
              <a:latin typeface="Calibri"/>
            </a:endParaRPr>
          </a:p>
        </p:txBody>
      </p:sp>
      <p:pic>
        <p:nvPicPr>
          <p:cNvPr id="14" name="Picture 10">
            <a:extLst>
              <a:ext uri="{FF2B5EF4-FFF2-40B4-BE49-F238E27FC236}">
                <a16:creationId xmlns:a16="http://schemas.microsoft.com/office/drawing/2014/main" id="{FC634E78-2E72-4319-A041-BADE61D2C9A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42828" y="6415942"/>
            <a:ext cx="2041910" cy="31249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5" name="Rectangle 11">
            <a:extLst>
              <a:ext uri="{FF2B5EF4-FFF2-40B4-BE49-F238E27FC236}">
                <a16:creationId xmlns:a16="http://schemas.microsoft.com/office/drawing/2014/main" id="{2017496F-8A28-4322-AB27-036630B68ECD}"/>
              </a:ext>
            </a:extLst>
          </p:cNvPr>
          <p:cNvSpPr/>
          <p:nvPr userDrawn="1"/>
        </p:nvSpPr>
        <p:spPr>
          <a:xfrm>
            <a:off x="201168" y="6450624"/>
            <a:ext cx="4433184" cy="27699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600" baseline="0" dirty="0">
                <a:solidFill>
                  <a:srgbClr val="293C57"/>
                </a:solidFill>
                <a:uFillTx/>
                <a:latin typeface="Barlow Medium" pitchFamily="2"/>
              </a:rPr>
              <a:t>LEARN | PRACTICE | CERTIFY</a:t>
            </a:r>
          </a:p>
        </p:txBody>
      </p:sp>
    </p:spTree>
    <p:extLst>
      <p:ext uri="{BB962C8B-B14F-4D97-AF65-F5344CB8AC3E}">
        <p14:creationId xmlns:p14="http://schemas.microsoft.com/office/powerpoint/2010/main" val="31396334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25AA108-530C-4734-9583-9B56D7D39DD6}"/>
              </a:ext>
            </a:extLst>
          </p:cNvPr>
          <p:cNvSpPr/>
          <p:nvPr userDrawn="1"/>
        </p:nvSpPr>
        <p:spPr>
          <a:xfrm>
            <a:off x="7064943" y="0"/>
            <a:ext cx="4543124" cy="6858000"/>
          </a:xfrm>
          <a:prstGeom prst="rect">
            <a:avLst/>
          </a:prstGeom>
          <a:pattFill prst="ltUpDiag">
            <a:fgClr>
              <a:schemeClr val="bg2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Barlow" pitchFamily="2" charset="77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29353E-A1A9-1E44-88D3-5047B954B1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64942" y="1709735"/>
            <a:ext cx="4543123" cy="2852735"/>
          </a:xfrm>
        </p:spPr>
        <p:txBody>
          <a:bodyPr anchor="b"/>
          <a:lstStyle>
            <a:lvl1pPr>
              <a:defRPr sz="66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F080E3-C8DA-C941-9204-5EABD5013A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64943" y="4589465"/>
            <a:ext cx="4543124" cy="1500182"/>
          </a:xfrm>
        </p:spPr>
        <p:txBody>
          <a:bodyPr/>
          <a:lstStyle>
            <a:lvl1pPr marL="0" indent="0">
              <a:buNone/>
              <a:defRPr sz="2400" b="0" i="0" cap="all" baseline="0">
                <a:solidFill>
                  <a:srgbClr val="293C57"/>
                </a:solidFill>
                <a:latin typeface="Barlow" pitchFamily="2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Picture 6">
            <a:extLst>
              <a:ext uri="{FF2B5EF4-FFF2-40B4-BE49-F238E27FC236}">
                <a16:creationId xmlns:a16="http://schemas.microsoft.com/office/drawing/2014/main" id="{502F4DDC-827E-4B41-82CD-2272904F6E9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551" y="486799"/>
            <a:ext cx="2357597" cy="565821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36307678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and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dia Placeholder 5">
            <a:extLst>
              <a:ext uri="{FF2B5EF4-FFF2-40B4-BE49-F238E27FC236}">
                <a16:creationId xmlns:a16="http://schemas.microsoft.com/office/drawing/2014/main" id="{7DF3200A-0C0B-482F-8BCF-2E6A460E8FB8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>
          <a:xfrm>
            <a:off x="0" y="0"/>
            <a:ext cx="6557963" cy="6327775"/>
          </a:xfrm>
        </p:spPr>
        <p:txBody>
          <a:bodyPr/>
          <a:lstStyle>
            <a:lvl1pPr>
              <a:defRPr b="0" i="0">
                <a:latin typeface="Barlow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562C49-C141-924F-A4E9-B8D527755F9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741621" y="824228"/>
            <a:ext cx="4962699" cy="1001399"/>
          </a:xfrm>
        </p:spPr>
        <p:txBody>
          <a:bodyPr/>
          <a:lstStyle>
            <a:lvl1pPr algn="ctr">
              <a:defRPr sz="6600"/>
            </a:lvl1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2E86DE-3259-1E48-A8F3-1078702C56B2}"/>
              </a:ext>
            </a:extLst>
          </p:cNvPr>
          <p:cNvSpPr txBox="1">
            <a:spLocks noGrp="1"/>
          </p:cNvSpPr>
          <p:nvPr>
            <p:ph idx="2" hasCustomPrompt="1"/>
          </p:nvPr>
        </p:nvSpPr>
        <p:spPr>
          <a:xfrm>
            <a:off x="6741621" y="1980241"/>
            <a:ext cx="4962700" cy="4034965"/>
          </a:xfrm>
        </p:spPr>
        <p:txBody>
          <a:bodyPr anchor="t">
            <a:normAutofit/>
          </a:bodyPr>
          <a:lstStyle>
            <a:lvl1pPr marL="0" indent="0" algn="ctr">
              <a:spcBef>
                <a:spcPts val="600"/>
              </a:spcBef>
              <a:spcAft>
                <a:spcPts val="300"/>
              </a:spcAft>
              <a:buNone/>
              <a:defRPr sz="1600">
                <a:latin typeface="Barlow Light" panose="00000400000000000000" pitchFamily="2" charset="0"/>
              </a:defRPr>
            </a:lvl1pPr>
            <a:lvl2pPr marL="341313" indent="-225425">
              <a:spcBef>
                <a:spcPts val="0"/>
              </a:spcBef>
              <a:defRPr sz="1400">
                <a:solidFill>
                  <a:srgbClr val="293C57"/>
                </a:solidFill>
                <a:latin typeface="Barlow Light" panose="00000400000000000000" pitchFamily="2" charset="0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DESCRIPTION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1FAD99D-BB46-4FBE-A82D-F484E036CC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741621" y="191194"/>
            <a:ext cx="4963017" cy="632720"/>
          </a:xfrm>
        </p:spPr>
        <p:txBody>
          <a:bodyPr anchor="b"/>
          <a:lstStyle>
            <a:lvl1pPr marL="0" indent="0" algn="ctr">
              <a:buNone/>
              <a:defRPr cap="all" baseline="0">
                <a:latin typeface="Barlow Medium" panose="00000600000000000000" pitchFamily="2" charset="0"/>
              </a:defRPr>
            </a:lvl1pPr>
          </a:lstStyle>
          <a:p>
            <a:pPr lvl="0"/>
            <a:endParaRPr lang="en-US"/>
          </a:p>
        </p:txBody>
      </p:sp>
      <p:pic>
        <p:nvPicPr>
          <p:cNvPr id="10" name="Picture 8" descr="A sign on the side of a building&#10;&#10;Description automatically generated">
            <a:extLst>
              <a:ext uri="{FF2B5EF4-FFF2-40B4-BE49-F238E27FC236}">
                <a16:creationId xmlns:a16="http://schemas.microsoft.com/office/drawing/2014/main" id="{FC21283D-06D6-43D2-9E23-D566256CB8C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6169820"/>
            <a:ext cx="12191996" cy="158492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3" name="Rectangle 9">
            <a:extLst>
              <a:ext uri="{FF2B5EF4-FFF2-40B4-BE49-F238E27FC236}">
                <a16:creationId xmlns:a16="http://schemas.microsoft.com/office/drawing/2014/main" id="{484695B3-D325-4634-9448-5CBB71E0F97E}"/>
              </a:ext>
            </a:extLst>
          </p:cNvPr>
          <p:cNvSpPr/>
          <p:nvPr userDrawn="1"/>
        </p:nvSpPr>
        <p:spPr>
          <a:xfrm>
            <a:off x="4" y="6328312"/>
            <a:ext cx="12191996" cy="554739"/>
          </a:xfrm>
          <a:prstGeom prst="rect">
            <a:avLst/>
          </a:prstGeom>
          <a:solidFill>
            <a:srgbClr val="E2E4EB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 dirty="0">
              <a:solidFill>
                <a:srgbClr val="E2E4EB"/>
              </a:solidFill>
              <a:uFillTx/>
              <a:latin typeface="Calibri"/>
            </a:endParaRPr>
          </a:p>
        </p:txBody>
      </p:sp>
      <p:pic>
        <p:nvPicPr>
          <p:cNvPr id="14" name="Picture 10">
            <a:extLst>
              <a:ext uri="{FF2B5EF4-FFF2-40B4-BE49-F238E27FC236}">
                <a16:creationId xmlns:a16="http://schemas.microsoft.com/office/drawing/2014/main" id="{FC634E78-2E72-4319-A041-BADE61D2C9A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42828" y="6415942"/>
            <a:ext cx="2041910" cy="31249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5" name="Rectangle 11">
            <a:extLst>
              <a:ext uri="{FF2B5EF4-FFF2-40B4-BE49-F238E27FC236}">
                <a16:creationId xmlns:a16="http://schemas.microsoft.com/office/drawing/2014/main" id="{2017496F-8A28-4322-AB27-036630B68ECD}"/>
              </a:ext>
            </a:extLst>
          </p:cNvPr>
          <p:cNvSpPr/>
          <p:nvPr userDrawn="1"/>
        </p:nvSpPr>
        <p:spPr>
          <a:xfrm>
            <a:off x="201168" y="6450624"/>
            <a:ext cx="4433184" cy="27699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600" baseline="0" dirty="0">
                <a:solidFill>
                  <a:srgbClr val="293C57"/>
                </a:solidFill>
                <a:uFillTx/>
                <a:latin typeface="Barlow Medium" pitchFamily="2"/>
              </a:rPr>
              <a:t>LEARN | PRACTICE | CERTIFY</a:t>
            </a:r>
          </a:p>
        </p:txBody>
      </p:sp>
    </p:spTree>
    <p:extLst>
      <p:ext uri="{BB962C8B-B14F-4D97-AF65-F5344CB8AC3E}">
        <p14:creationId xmlns:p14="http://schemas.microsoft.com/office/powerpoint/2010/main" val="40290542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EB326-EF03-C842-98D7-B125604BD74A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pic>
        <p:nvPicPr>
          <p:cNvPr id="6" name="Picture 8" descr="A sign on the side of a building&#10;&#10;Description automatically generated">
            <a:extLst>
              <a:ext uri="{FF2B5EF4-FFF2-40B4-BE49-F238E27FC236}">
                <a16:creationId xmlns:a16="http://schemas.microsoft.com/office/drawing/2014/main" id="{EDDF4B77-CFE3-4DF2-AB89-AD0A66A7E18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6169820"/>
            <a:ext cx="12191996" cy="158492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7" name="Rectangle 9">
            <a:extLst>
              <a:ext uri="{FF2B5EF4-FFF2-40B4-BE49-F238E27FC236}">
                <a16:creationId xmlns:a16="http://schemas.microsoft.com/office/drawing/2014/main" id="{5E5F79BF-C3E7-4581-A30D-CF0ABC3A507E}"/>
              </a:ext>
            </a:extLst>
          </p:cNvPr>
          <p:cNvSpPr/>
          <p:nvPr userDrawn="1"/>
        </p:nvSpPr>
        <p:spPr>
          <a:xfrm>
            <a:off x="4" y="6328312"/>
            <a:ext cx="12191996" cy="554739"/>
          </a:xfrm>
          <a:prstGeom prst="rect">
            <a:avLst/>
          </a:prstGeom>
          <a:solidFill>
            <a:srgbClr val="E2E4EB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 dirty="0">
              <a:solidFill>
                <a:srgbClr val="E2E4EB"/>
              </a:solidFill>
              <a:uFillTx/>
              <a:latin typeface="Calibri"/>
            </a:endParaRPr>
          </a:p>
        </p:txBody>
      </p:sp>
      <p:pic>
        <p:nvPicPr>
          <p:cNvPr id="8" name="Picture 10">
            <a:extLst>
              <a:ext uri="{FF2B5EF4-FFF2-40B4-BE49-F238E27FC236}">
                <a16:creationId xmlns:a16="http://schemas.microsoft.com/office/drawing/2014/main" id="{92523876-DB6B-40B0-8F59-36239DDEE60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42828" y="6415942"/>
            <a:ext cx="2041910" cy="31249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9" name="Rectangle 11">
            <a:extLst>
              <a:ext uri="{FF2B5EF4-FFF2-40B4-BE49-F238E27FC236}">
                <a16:creationId xmlns:a16="http://schemas.microsoft.com/office/drawing/2014/main" id="{9B64733C-58C3-43ED-957A-FF32D7B67579}"/>
              </a:ext>
            </a:extLst>
          </p:cNvPr>
          <p:cNvSpPr/>
          <p:nvPr userDrawn="1"/>
        </p:nvSpPr>
        <p:spPr>
          <a:xfrm>
            <a:off x="201168" y="6450624"/>
            <a:ext cx="4433184" cy="27699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600" baseline="0" dirty="0">
                <a:solidFill>
                  <a:srgbClr val="293C57"/>
                </a:solidFill>
                <a:uFillTx/>
                <a:latin typeface="Barlow Medium" pitchFamily="2"/>
              </a:rPr>
              <a:t>LEARN | PRACTICE | CERTIFY</a:t>
            </a:r>
          </a:p>
        </p:txBody>
      </p:sp>
    </p:spTree>
    <p:extLst>
      <p:ext uri="{BB962C8B-B14F-4D97-AF65-F5344CB8AC3E}">
        <p14:creationId xmlns:p14="http://schemas.microsoft.com/office/powerpoint/2010/main" val="26143683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 descr="A sign on the side of a building&#10;&#10;Description automatically generated">
            <a:extLst>
              <a:ext uri="{FF2B5EF4-FFF2-40B4-BE49-F238E27FC236}">
                <a16:creationId xmlns:a16="http://schemas.microsoft.com/office/drawing/2014/main" id="{36770505-44A0-FD49-B46B-0AE93CD147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6169820"/>
            <a:ext cx="12191996" cy="158492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Rectangle 9">
            <a:extLst>
              <a:ext uri="{FF2B5EF4-FFF2-40B4-BE49-F238E27FC236}">
                <a16:creationId xmlns:a16="http://schemas.microsoft.com/office/drawing/2014/main" id="{6FE3C169-5CAF-F546-981A-89B88322AFFA}"/>
              </a:ext>
            </a:extLst>
          </p:cNvPr>
          <p:cNvSpPr/>
          <p:nvPr userDrawn="1"/>
        </p:nvSpPr>
        <p:spPr>
          <a:xfrm>
            <a:off x="4" y="6328312"/>
            <a:ext cx="12191996" cy="554739"/>
          </a:xfrm>
          <a:prstGeom prst="rect">
            <a:avLst/>
          </a:prstGeom>
          <a:solidFill>
            <a:srgbClr val="E2E4EB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 dirty="0">
              <a:solidFill>
                <a:srgbClr val="E2E4EB"/>
              </a:solidFill>
              <a:uFillTx/>
              <a:latin typeface="Calibri"/>
            </a:endParaRPr>
          </a:p>
        </p:txBody>
      </p:sp>
      <p:pic>
        <p:nvPicPr>
          <p:cNvPr id="4" name="Picture 10">
            <a:extLst>
              <a:ext uri="{FF2B5EF4-FFF2-40B4-BE49-F238E27FC236}">
                <a16:creationId xmlns:a16="http://schemas.microsoft.com/office/drawing/2014/main" id="{BA8F09E9-F491-4E45-A7E5-C277B03026B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42828" y="6415942"/>
            <a:ext cx="2041910" cy="31249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5" name="Rectangle 11">
            <a:extLst>
              <a:ext uri="{FF2B5EF4-FFF2-40B4-BE49-F238E27FC236}">
                <a16:creationId xmlns:a16="http://schemas.microsoft.com/office/drawing/2014/main" id="{D213AE0C-5625-AF44-BC25-6C0C0EB2A633}"/>
              </a:ext>
            </a:extLst>
          </p:cNvPr>
          <p:cNvSpPr/>
          <p:nvPr userDrawn="1"/>
        </p:nvSpPr>
        <p:spPr>
          <a:xfrm>
            <a:off x="201168" y="6450624"/>
            <a:ext cx="4433184" cy="27699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600" baseline="0" dirty="0">
                <a:solidFill>
                  <a:srgbClr val="293C57"/>
                </a:solidFill>
                <a:uFillTx/>
                <a:latin typeface="Barlow Medium" pitchFamily="2"/>
              </a:rPr>
              <a:t>LEARN | PRACTICE | CERTIFY</a:t>
            </a:r>
          </a:p>
        </p:txBody>
      </p:sp>
    </p:spTree>
    <p:extLst>
      <p:ext uri="{BB962C8B-B14F-4D97-AF65-F5344CB8AC3E}">
        <p14:creationId xmlns:p14="http://schemas.microsoft.com/office/powerpoint/2010/main" val="94188656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467AAB6B-16FE-95C2-6E58-2E5FC7150A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2" y="384079"/>
            <a:ext cx="10972800" cy="685800"/>
          </a:xfrm>
          <a:prstGeom prst="rect">
            <a:avLst/>
          </a:prstGeom>
        </p:spPr>
        <p:txBody>
          <a:bodyPr vert="horz" lIns="45720" tIns="45720" rIns="45720" bIns="4572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862980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Midnigh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F336399-B83B-D450-D7E9-D04E0D0AE3D1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7" b="0" i="0" dirty="0">
              <a:solidFill>
                <a:srgbClr val="0D274D"/>
              </a:solidFill>
              <a:latin typeface="CiscoSansTT ExtraLight" panose="020B0303020201020303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C7D05B-CC63-FBAA-768B-D092C4B242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22910" y="736600"/>
            <a:ext cx="4842181" cy="5384799"/>
          </a:xfrm>
          <a:prstGeom prst="rect">
            <a:avLst/>
          </a:prstGeom>
        </p:spPr>
        <p:txBody>
          <a:bodyPr lIns="45720" tIns="45720" rIns="45720" bIns="45720" anchor="ctr"/>
          <a:lstStyle>
            <a:lvl1pPr marL="0" marR="0" indent="0" algn="l" defTabSz="912276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14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 sz="1400" b="0" i="0" baseline="0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defRPr>
            </a:lvl1pPr>
            <a:lvl2pPr marL="406371" indent="0">
              <a:buNone/>
              <a:defRPr/>
            </a:lvl2pPr>
            <a:lvl3pPr marL="569863" indent="0">
              <a:buNone/>
              <a:defRPr/>
            </a:lvl3pPr>
            <a:lvl4pPr marL="688920" indent="0">
              <a:buNone/>
              <a:defRPr/>
            </a:lvl4pPr>
            <a:lvl5pPr marL="801621" indent="0">
              <a:buNone/>
              <a:defRPr/>
            </a:lvl5pPr>
          </a:lstStyle>
          <a:p>
            <a:pPr lvl="0"/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dolore.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labore.</a:t>
            </a:r>
          </a:p>
          <a:p>
            <a:pPr lvl="0"/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dolore.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labore.</a:t>
            </a:r>
          </a:p>
          <a:p>
            <a:pPr lvl="0"/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dolore.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labore.</a:t>
            </a:r>
          </a:p>
          <a:p>
            <a:pPr lvl="0"/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dolore.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labore.</a:t>
            </a:r>
          </a:p>
          <a:p>
            <a:pPr lvl="0"/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dolore.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labore.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B356B89E-D2D7-929C-273F-CBC73FF73B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2" y="2389491"/>
            <a:ext cx="4594524" cy="1668780"/>
          </a:xfrm>
          <a:prstGeom prst="rect">
            <a:avLst/>
          </a:prstGeom>
        </p:spPr>
        <p:txBody>
          <a:bodyPr vert="horz" lIns="45720" tIns="45720" rIns="45720" bIns="45720" rtlCol="0" anchor="ctr">
            <a:noAutofit/>
          </a:bodyPr>
          <a:lstStyle>
            <a:lvl1pPr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619207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760">
          <p15:clr>
            <a:srgbClr val="FBAE40"/>
          </p15:clr>
        </p15:guide>
        <p15:guide id="2" pos="192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Midn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26AD5A65-A7EB-424E-8ADF-62E6668815B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038770" y="2921000"/>
            <a:ext cx="2114461" cy="874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966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9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0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1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theme" Target="../theme/theme6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9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0.svg"/><Relationship Id="rId5" Type="http://schemas.openxmlformats.org/officeDocument/2006/relationships/image" Target="../media/image1.png"/><Relationship Id="rId4" Type="http://schemas.openxmlformats.org/officeDocument/2006/relationships/theme" Target="../theme/theme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113C4AD-8087-0D1E-4062-22F6253FD38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779260"/>
            <a:ext cx="6350" cy="152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247299718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4" r:id="rId1"/>
    <p:sldLayoutId id="2147483678" r:id="rId2"/>
    <p:sldLayoutId id="2147483692" r:id="rId3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lang="en-US" sz="3733" b="0" i="0" u="none" kern="1200" dirty="0">
          <a:solidFill>
            <a:schemeClr val="tx2"/>
          </a:solidFill>
          <a:latin typeface="+mj-lt"/>
          <a:ea typeface="CiscoSansTT Thin" charset="0"/>
          <a:cs typeface="CiscoSansTT Thin" charset="0"/>
        </a:defRPr>
      </a:lvl1pPr>
      <a:lvl2pPr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2pPr>
      <a:lvl3pPr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3pPr>
      <a:lvl4pPr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4pPr>
      <a:lvl5pPr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5pPr>
      <a:lvl6pPr marL="609595"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6pPr>
      <a:lvl7pPr marL="1219190"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7pPr>
      <a:lvl8pPr marL="1828785"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8pPr>
      <a:lvl9pPr marL="2438379"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9pPr>
    </p:titleStyle>
    <p:bodyStyle>
      <a:lvl1pPr marL="226482" indent="-226482" algn="l" defTabSz="912276" rtl="0" eaLnBrk="1" fontAlgn="base" hangingPunct="1">
        <a:lnSpc>
          <a:spcPct val="95000"/>
        </a:lnSpc>
        <a:spcBef>
          <a:spcPts val="1433"/>
        </a:spcBef>
        <a:spcAft>
          <a:spcPct val="0"/>
        </a:spcAft>
        <a:buClr>
          <a:schemeClr val="tx2"/>
        </a:buClr>
        <a:buSzPct val="90000"/>
        <a:buFont typeface="Arial" charset="0"/>
        <a:buChar char="•"/>
        <a:defRPr lang="en-US" sz="20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1pPr>
      <a:lvl2pPr marL="478363" indent="-287865" algn="l" defTabSz="912276" rtl="0" eaLnBrk="1" fontAlgn="base" hangingPunct="1">
        <a:lnSpc>
          <a:spcPct val="95000"/>
        </a:lnSpc>
        <a:spcBef>
          <a:spcPts val="800"/>
        </a:spcBef>
        <a:spcAft>
          <a:spcPct val="0"/>
        </a:spcAft>
        <a:buClr>
          <a:schemeClr val="tx2"/>
        </a:buClr>
        <a:buFont typeface="Arial" charset="0"/>
        <a:buChar char="•"/>
        <a:defRPr lang="en-US" sz="1867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2pPr>
      <a:lvl3pPr marL="575728" indent="-226482" algn="l" defTabSz="912276" rtl="0" eaLnBrk="1" fontAlgn="base" hangingPunct="1">
        <a:lnSpc>
          <a:spcPct val="95000"/>
        </a:lnSpc>
        <a:spcBef>
          <a:spcPts val="833"/>
        </a:spcBef>
        <a:spcAft>
          <a:spcPct val="0"/>
        </a:spcAft>
        <a:buFont typeface="Arial" charset="0"/>
        <a:buChar char="•"/>
        <a:defRPr lang="en-US" sz="16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3pPr>
      <a:lvl4pPr marL="670978" indent="-226482" algn="l" defTabSz="912276" rtl="0" eaLnBrk="1" fontAlgn="base" hangingPunct="1">
        <a:lnSpc>
          <a:spcPct val="95000"/>
        </a:lnSpc>
        <a:spcBef>
          <a:spcPts val="833"/>
        </a:spcBef>
        <a:spcAft>
          <a:spcPct val="0"/>
        </a:spcAft>
        <a:buFont typeface="Arial" charset="0"/>
        <a:buChar char="•"/>
        <a:defRPr lang="en-US" sz="1467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4pPr>
      <a:lvl5pPr marL="766228" indent="-226482" algn="l" defTabSz="912276" rtl="0" eaLnBrk="1" fontAlgn="base" hangingPunct="1">
        <a:lnSpc>
          <a:spcPct val="95000"/>
        </a:lnSpc>
        <a:spcBef>
          <a:spcPts val="833"/>
        </a:spcBef>
        <a:spcAft>
          <a:spcPct val="0"/>
        </a:spcAft>
        <a:buFont typeface="Arial" charset="0"/>
        <a:buChar char="•"/>
        <a:defRPr lang="en-US" sz="1467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5pPr>
      <a:lvl6pPr marL="1151798" indent="-228592" algn="l" defTabSz="914362" rtl="0" eaLnBrk="1" latinLnBrk="0" hangingPunct="1">
        <a:spcBef>
          <a:spcPts val="800"/>
        </a:spcBef>
        <a:buFont typeface="Arial" pitchFamily="34" charset="0"/>
        <a:buChar char="•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247781" indent="-228561" algn="l" defTabSz="914362" rtl="0" eaLnBrk="1" latinLnBrk="0" hangingPunct="1">
        <a:spcBef>
          <a:spcPts val="800"/>
        </a:spcBef>
        <a:buFont typeface="Arial" pitchFamily="34" charset="0"/>
        <a:buChar char="•"/>
        <a:defRPr sz="1067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267" indent="0" algn="l" defTabSz="914362" rtl="0" eaLnBrk="1" latinLnBrk="0" hangingPunct="1">
        <a:spcBef>
          <a:spcPct val="20000"/>
        </a:spcBef>
        <a:buFont typeface="Arial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38" indent="-228592" algn="l" defTabSz="91436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914362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2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5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3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743086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200267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0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80">
          <p15:clr>
            <a:srgbClr val="F26B43"/>
          </p15:clr>
        </p15:guide>
        <p15:guide id="2" pos="384">
          <p15:clr>
            <a:srgbClr val="F26B43"/>
          </p15:clr>
        </p15:guide>
        <p15:guide id="3" pos="7296">
          <p15:clr>
            <a:srgbClr val="F26B43"/>
          </p15:clr>
        </p15:guide>
        <p15:guide id="4" orient="horz" pos="1392">
          <p15:clr>
            <a:srgbClr val="F26B43"/>
          </p15:clr>
        </p15:guide>
        <p15:guide id="5" orient="horz" pos="272">
          <p15:clr>
            <a:srgbClr val="F26B43"/>
          </p15:clr>
        </p15:guide>
        <p15:guide id="6" pos="3835">
          <p15:clr>
            <a:srgbClr val="F26B43"/>
          </p15:clr>
        </p15:guide>
        <p15:guide id="7" orient="horz" pos="1616">
          <p15:clr>
            <a:srgbClr val="F26B43"/>
          </p15:clr>
        </p15:guide>
        <p15:guide id="9" orient="horz" pos="3856">
          <p15:clr>
            <a:srgbClr val="F26B43"/>
          </p15:clr>
        </p15:guide>
        <p15:guide id="10" orient="horz" pos="480">
          <p15:clr>
            <a:srgbClr val="F26B43"/>
          </p15:clr>
        </p15:guide>
        <p15:guide id="11" orient="horz" pos="1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AFDF657-E192-D3A8-3C41-DC9BA973219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779260"/>
            <a:ext cx="6350" cy="152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161685995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706" r:id="rId3"/>
    <p:sldLayoutId id="2147483707" r:id="rId4"/>
    <p:sldLayoutId id="2147483726" r:id="rId5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lang="en-US" sz="3733" b="0" i="0" u="none" kern="1200" dirty="0">
          <a:solidFill>
            <a:schemeClr val="tx2"/>
          </a:solidFill>
          <a:latin typeface="+mj-lt"/>
          <a:ea typeface="CiscoSansTT Thin" charset="0"/>
          <a:cs typeface="CiscoSansTT Thin" charset="0"/>
        </a:defRPr>
      </a:lvl1pPr>
      <a:lvl2pPr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2pPr>
      <a:lvl3pPr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3pPr>
      <a:lvl4pPr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4pPr>
      <a:lvl5pPr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5pPr>
      <a:lvl6pPr marL="609595"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6pPr>
      <a:lvl7pPr marL="1219190"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7pPr>
      <a:lvl8pPr marL="1828785"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8pPr>
      <a:lvl9pPr marL="2438379"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9pPr>
    </p:titleStyle>
    <p:bodyStyle>
      <a:lvl1pPr marL="226482" indent="-226482" algn="l" defTabSz="912276" rtl="0" eaLnBrk="1" fontAlgn="base" hangingPunct="1">
        <a:lnSpc>
          <a:spcPct val="95000"/>
        </a:lnSpc>
        <a:spcBef>
          <a:spcPts val="1433"/>
        </a:spcBef>
        <a:spcAft>
          <a:spcPct val="0"/>
        </a:spcAft>
        <a:buClr>
          <a:schemeClr val="tx2"/>
        </a:buClr>
        <a:buSzPct val="90000"/>
        <a:buFont typeface="Arial" charset="0"/>
        <a:buChar char="•"/>
        <a:defRPr lang="en-US" sz="20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1pPr>
      <a:lvl2pPr marL="478363" indent="-287865" algn="l" defTabSz="912276" rtl="0" eaLnBrk="1" fontAlgn="base" hangingPunct="1">
        <a:lnSpc>
          <a:spcPct val="95000"/>
        </a:lnSpc>
        <a:spcBef>
          <a:spcPts val="800"/>
        </a:spcBef>
        <a:spcAft>
          <a:spcPct val="0"/>
        </a:spcAft>
        <a:buClr>
          <a:schemeClr val="tx2"/>
        </a:buClr>
        <a:buFont typeface="Arial" charset="0"/>
        <a:buChar char="•"/>
        <a:defRPr lang="en-US" sz="1867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2pPr>
      <a:lvl3pPr marL="575728" indent="-226482" algn="l" defTabSz="912276" rtl="0" eaLnBrk="1" fontAlgn="base" hangingPunct="1">
        <a:lnSpc>
          <a:spcPct val="95000"/>
        </a:lnSpc>
        <a:spcBef>
          <a:spcPts val="833"/>
        </a:spcBef>
        <a:spcAft>
          <a:spcPct val="0"/>
        </a:spcAft>
        <a:buFont typeface="Arial" charset="0"/>
        <a:buChar char="•"/>
        <a:defRPr lang="en-US" sz="16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3pPr>
      <a:lvl4pPr marL="670978" indent="-226482" algn="l" defTabSz="912276" rtl="0" eaLnBrk="1" fontAlgn="base" hangingPunct="1">
        <a:lnSpc>
          <a:spcPct val="95000"/>
        </a:lnSpc>
        <a:spcBef>
          <a:spcPts val="833"/>
        </a:spcBef>
        <a:spcAft>
          <a:spcPct val="0"/>
        </a:spcAft>
        <a:buFont typeface="Arial" charset="0"/>
        <a:buChar char="•"/>
        <a:defRPr lang="en-US" sz="1467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4pPr>
      <a:lvl5pPr marL="766228" indent="-226482" algn="l" defTabSz="912276" rtl="0" eaLnBrk="1" fontAlgn="base" hangingPunct="1">
        <a:lnSpc>
          <a:spcPct val="95000"/>
        </a:lnSpc>
        <a:spcBef>
          <a:spcPts val="833"/>
        </a:spcBef>
        <a:spcAft>
          <a:spcPct val="0"/>
        </a:spcAft>
        <a:buFont typeface="Arial" charset="0"/>
        <a:buChar char="•"/>
        <a:defRPr lang="en-US" sz="1467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5pPr>
      <a:lvl6pPr marL="1151798" indent="-228592" algn="l" defTabSz="914362" rtl="0" eaLnBrk="1" latinLnBrk="0" hangingPunct="1">
        <a:spcBef>
          <a:spcPts val="800"/>
        </a:spcBef>
        <a:buFont typeface="Arial" pitchFamily="34" charset="0"/>
        <a:buChar char="•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247781" indent="-228561" algn="l" defTabSz="914362" rtl="0" eaLnBrk="1" latinLnBrk="0" hangingPunct="1">
        <a:spcBef>
          <a:spcPts val="800"/>
        </a:spcBef>
        <a:buFont typeface="Arial" pitchFamily="34" charset="0"/>
        <a:buChar char="•"/>
        <a:defRPr sz="1067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267" indent="0" algn="l" defTabSz="914362" rtl="0" eaLnBrk="1" latinLnBrk="0" hangingPunct="1">
        <a:spcBef>
          <a:spcPct val="20000"/>
        </a:spcBef>
        <a:buFont typeface="Arial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38" indent="-228592" algn="l" defTabSz="91436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914362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2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5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3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743086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200267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0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80">
          <p15:clr>
            <a:srgbClr val="F26B43"/>
          </p15:clr>
        </p15:guide>
        <p15:guide id="2" pos="384">
          <p15:clr>
            <a:srgbClr val="F26B43"/>
          </p15:clr>
        </p15:guide>
        <p15:guide id="3" pos="7296">
          <p15:clr>
            <a:srgbClr val="F26B43"/>
          </p15:clr>
        </p15:guide>
        <p15:guide id="4" orient="horz" pos="1392">
          <p15:clr>
            <a:srgbClr val="F26B43"/>
          </p15:clr>
        </p15:guide>
        <p15:guide id="5" orient="horz" pos="272">
          <p15:clr>
            <a:srgbClr val="F26B43"/>
          </p15:clr>
        </p15:guide>
        <p15:guide id="6" pos="3835">
          <p15:clr>
            <a:srgbClr val="F26B43"/>
          </p15:clr>
        </p15:guide>
        <p15:guide id="7" orient="horz" pos="1616">
          <p15:clr>
            <a:srgbClr val="F26B43"/>
          </p15:clr>
        </p15:guide>
        <p15:guide id="9" orient="horz" pos="3856">
          <p15:clr>
            <a:srgbClr val="F26B43"/>
          </p15:clr>
        </p15:guide>
        <p15:guide id="10" orient="horz" pos="480">
          <p15:clr>
            <a:srgbClr val="F26B43"/>
          </p15:clr>
        </p15:guide>
        <p15:guide id="11" orient="horz" pos="18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7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57890A7-C805-494B-B88B-80C5E3A5A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129" y="365125"/>
            <a:ext cx="1101861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Click to edit title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78D6508-0577-CC47-9165-B0AD0AB15C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8129" y="1825629"/>
            <a:ext cx="11018617" cy="44481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Click to add text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6EF27F-7E73-09BC-A3BC-16049995A3A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779260"/>
            <a:ext cx="6350" cy="152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546147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332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bg1"/>
          </a:solidFill>
          <a:latin typeface="CiscoSansTT ExtraLight" panose="020B0303020201020303" pitchFamily="34" charset="0"/>
          <a:ea typeface="+mj-ea"/>
          <a:cs typeface="+mj-cs"/>
        </a:defRPr>
      </a:lvl1pPr>
    </p:titleStyle>
    <p:bodyStyle>
      <a:lvl1pPr marL="228584" indent="-228584" algn="l" defTabSz="91433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400" b="0" i="0" kern="1200">
          <a:solidFill>
            <a:schemeClr val="bg1"/>
          </a:solidFill>
          <a:latin typeface="CiscoSansTT ExtraLight" panose="020B0303020201020303" pitchFamily="34" charset="0"/>
          <a:ea typeface="+mn-ea"/>
          <a:cs typeface="+mn-cs"/>
        </a:defRPr>
      </a:lvl1pPr>
      <a:lvl2pPr marL="68575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CiscoSansTT ExtraLight" panose="020B0303020201020303" pitchFamily="34" charset="0"/>
          <a:ea typeface="+mn-ea"/>
          <a:cs typeface="+mn-cs"/>
        </a:defRPr>
      </a:lvl2pPr>
      <a:lvl3pPr marL="114291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CiscoSansTT ExtraLight" panose="020B0303020201020303" pitchFamily="34" charset="0"/>
          <a:ea typeface="+mn-ea"/>
          <a:cs typeface="+mn-cs"/>
        </a:defRPr>
      </a:lvl3pPr>
      <a:lvl4pPr marL="160008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iscoSansTT ExtraLight" panose="020B0303020201020303" pitchFamily="34" charset="0"/>
          <a:ea typeface="+mn-ea"/>
          <a:cs typeface="+mn-cs"/>
        </a:defRPr>
      </a:lvl4pPr>
      <a:lvl5pPr marL="2057247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iscoSansTT ExtraLight" panose="020B0303020201020303" pitchFamily="34" charset="0"/>
          <a:ea typeface="+mn-ea"/>
          <a:cs typeface="+mn-cs"/>
        </a:defRPr>
      </a:lvl5pPr>
      <a:lvl6pPr marL="2514412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8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1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2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52">
          <p15:clr>
            <a:srgbClr val="F26B43"/>
          </p15:clr>
        </p15:guide>
        <p15:guide id="2" pos="3840">
          <p15:clr>
            <a:srgbClr val="F26B43"/>
          </p15:clr>
        </p15:guide>
        <p15:guide id="3" pos="347">
          <p15:clr>
            <a:srgbClr val="F26B43"/>
          </p15:clr>
        </p15:guide>
        <p15:guide id="4" pos="7310">
          <p15:clr>
            <a:srgbClr val="F26B43"/>
          </p15:clr>
        </p15:guide>
        <p15:guide id="5" orient="horz" pos="2260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8" y="455086"/>
            <a:ext cx="11127317" cy="975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Title Goes Here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1D4CDF-6D85-0CE5-D334-47F4400FBDB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779260"/>
            <a:ext cx="6350" cy="152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1214343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8" r:id="rId1"/>
  </p:sldLayoutIdLst>
  <p:txStyles>
    <p:titleStyle>
      <a:lvl1pPr algn="l" defTabSz="912239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lang="en-US" sz="3733" b="0" i="0" u="none" kern="1200" dirty="0">
          <a:solidFill>
            <a:schemeClr val="tx2"/>
          </a:solidFill>
          <a:latin typeface="CiscoSansTT ExtraLight" panose="020B0303020201020303" pitchFamily="34" charset="0"/>
          <a:ea typeface="CiscoSansTT Thin" charset="0"/>
          <a:cs typeface="CiscoSansTT Thin" charset="0"/>
        </a:defRPr>
      </a:lvl1pPr>
      <a:lvl2pPr algn="l" defTabSz="912239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2pPr>
      <a:lvl3pPr algn="l" defTabSz="912239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3pPr>
      <a:lvl4pPr algn="l" defTabSz="912239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4pPr>
      <a:lvl5pPr algn="l" defTabSz="912239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5pPr>
      <a:lvl6pPr marL="609570" algn="l" defTabSz="912239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6pPr>
      <a:lvl7pPr marL="1219140" algn="l" defTabSz="912239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7pPr>
      <a:lvl8pPr marL="1828709" algn="l" defTabSz="912239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8pPr>
      <a:lvl9pPr marL="2438278" algn="l" defTabSz="912239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9pPr>
    </p:titleStyle>
    <p:bodyStyle>
      <a:lvl1pPr marL="226473" indent="-226473" algn="l" defTabSz="912239" rtl="0" eaLnBrk="1" fontAlgn="base" hangingPunct="1">
        <a:lnSpc>
          <a:spcPct val="95000"/>
        </a:lnSpc>
        <a:spcBef>
          <a:spcPts val="1433"/>
        </a:spcBef>
        <a:spcAft>
          <a:spcPct val="0"/>
        </a:spcAft>
        <a:buClr>
          <a:schemeClr val="tx2"/>
        </a:buClr>
        <a:buSzPct val="90000"/>
        <a:buFont typeface="Arial" charset="0"/>
        <a:buChar char="•"/>
        <a:defRPr lang="en-US" sz="20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1pPr>
      <a:lvl2pPr marL="478343" indent="-287851" algn="l" defTabSz="912239" rtl="0" eaLnBrk="1" fontAlgn="base" hangingPunct="1">
        <a:lnSpc>
          <a:spcPct val="95000"/>
        </a:lnSpc>
        <a:spcBef>
          <a:spcPts val="800"/>
        </a:spcBef>
        <a:spcAft>
          <a:spcPct val="0"/>
        </a:spcAft>
        <a:buClr>
          <a:schemeClr val="tx2"/>
        </a:buClr>
        <a:buFont typeface="Arial" charset="0"/>
        <a:buChar char="•"/>
        <a:defRPr lang="en-US" sz="1867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2pPr>
      <a:lvl3pPr marL="575704" indent="-226473" algn="l" defTabSz="912239" rtl="0" eaLnBrk="1" fontAlgn="base" hangingPunct="1">
        <a:lnSpc>
          <a:spcPct val="95000"/>
        </a:lnSpc>
        <a:spcBef>
          <a:spcPts val="833"/>
        </a:spcBef>
        <a:spcAft>
          <a:spcPct val="0"/>
        </a:spcAft>
        <a:buFont typeface="Arial" charset="0"/>
        <a:buChar char="•"/>
        <a:defRPr lang="en-US" sz="16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3pPr>
      <a:lvl4pPr marL="670950" indent="-226473" algn="l" defTabSz="912239" rtl="0" eaLnBrk="1" fontAlgn="base" hangingPunct="1">
        <a:lnSpc>
          <a:spcPct val="95000"/>
        </a:lnSpc>
        <a:spcBef>
          <a:spcPts val="833"/>
        </a:spcBef>
        <a:spcAft>
          <a:spcPct val="0"/>
        </a:spcAft>
        <a:buFont typeface="Arial" charset="0"/>
        <a:buChar char="•"/>
        <a:defRPr lang="en-US" sz="1467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4pPr>
      <a:lvl5pPr marL="766196" indent="-226473" algn="l" defTabSz="912239" rtl="0" eaLnBrk="1" fontAlgn="base" hangingPunct="1">
        <a:lnSpc>
          <a:spcPct val="95000"/>
        </a:lnSpc>
        <a:spcBef>
          <a:spcPts val="833"/>
        </a:spcBef>
        <a:spcAft>
          <a:spcPct val="0"/>
        </a:spcAft>
        <a:buFont typeface="Arial" charset="0"/>
        <a:buChar char="•"/>
        <a:defRPr lang="en-US" sz="1467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5pPr>
      <a:lvl6pPr marL="1151750" indent="-228582" algn="l" defTabSz="914324" rtl="0" eaLnBrk="1" latinLnBrk="0" hangingPunct="1">
        <a:spcBef>
          <a:spcPts val="800"/>
        </a:spcBef>
        <a:buFont typeface="Arial" pitchFamily="34" charset="0"/>
        <a:buChar char="•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247730" indent="-228552" algn="l" defTabSz="914324" rtl="0" eaLnBrk="1" latinLnBrk="0" hangingPunct="1">
        <a:spcBef>
          <a:spcPts val="800"/>
        </a:spcBef>
        <a:buFont typeface="Arial" pitchFamily="34" charset="0"/>
        <a:buChar char="•"/>
        <a:defRPr sz="1067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133" indent="0" algn="l" defTabSz="914324" rtl="0" eaLnBrk="1" latinLnBrk="0" hangingPunct="1">
        <a:spcBef>
          <a:spcPct val="20000"/>
        </a:spcBef>
        <a:buFont typeface="Arial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78" indent="-228582" algn="l" defTabSz="91432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24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159" algn="l" defTabSz="914324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914324" algn="l" defTabSz="914324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3pPr>
      <a:lvl4pPr marL="1371484" algn="l" defTabSz="914324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1828649" algn="l" defTabSz="914324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2285807" algn="l" defTabSz="914324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742973" algn="l" defTabSz="914324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200133" algn="l" defTabSz="914324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657298" algn="l" defTabSz="914324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892">
          <p15:clr>
            <a:srgbClr val="F26B43"/>
          </p15:clr>
        </p15:guide>
        <p15:guide id="2" pos="336">
          <p15:clr>
            <a:srgbClr val="F26B43"/>
          </p15:clr>
        </p15:guide>
        <p15:guide id="3" pos="5448">
          <p15:clr>
            <a:srgbClr val="F26B43"/>
          </p15:clr>
        </p15:guide>
        <p15:guide id="4" orient="horz" pos="757">
          <p15:clr>
            <a:srgbClr val="F26B43"/>
          </p15:clr>
        </p15:guide>
        <p15:guide id="5" orient="horz" pos="335">
          <p15:clr>
            <a:srgbClr val="F26B43"/>
          </p15:clr>
        </p15:guide>
        <p15:guide id="6" pos="2876">
          <p15:clr>
            <a:srgbClr val="F26B43"/>
          </p15:clr>
        </p15:guide>
        <p15:guide id="7" orient="horz" pos="1043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3404822-7EDA-E703-A94D-82BAF56BDDCE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779260"/>
            <a:ext cx="6350" cy="152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100929974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42" r:id="rId1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lang="en-US" sz="3733" b="0" i="0" u="none" kern="1200" dirty="0">
          <a:solidFill>
            <a:schemeClr val="tx2"/>
          </a:solidFill>
          <a:latin typeface="+mj-lt"/>
          <a:ea typeface="CiscoSansTT Thin" charset="0"/>
          <a:cs typeface="CiscoSansTT Thin" charset="0"/>
        </a:defRPr>
      </a:lvl1pPr>
      <a:lvl2pPr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2pPr>
      <a:lvl3pPr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3pPr>
      <a:lvl4pPr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4pPr>
      <a:lvl5pPr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5pPr>
      <a:lvl6pPr marL="609595"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6pPr>
      <a:lvl7pPr marL="1219190"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7pPr>
      <a:lvl8pPr marL="1828785"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8pPr>
      <a:lvl9pPr marL="2438379"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9pPr>
    </p:titleStyle>
    <p:bodyStyle>
      <a:lvl1pPr marL="226482" indent="-226482" algn="l" defTabSz="912276" rtl="0" eaLnBrk="1" fontAlgn="base" hangingPunct="1">
        <a:lnSpc>
          <a:spcPct val="95000"/>
        </a:lnSpc>
        <a:spcBef>
          <a:spcPts val="1433"/>
        </a:spcBef>
        <a:spcAft>
          <a:spcPct val="0"/>
        </a:spcAft>
        <a:buClr>
          <a:schemeClr val="tx2"/>
        </a:buClr>
        <a:buSzPct val="90000"/>
        <a:buFont typeface="Arial" charset="0"/>
        <a:buChar char="•"/>
        <a:defRPr lang="en-US" sz="20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1pPr>
      <a:lvl2pPr marL="478363" indent="-287865" algn="l" defTabSz="912276" rtl="0" eaLnBrk="1" fontAlgn="base" hangingPunct="1">
        <a:lnSpc>
          <a:spcPct val="95000"/>
        </a:lnSpc>
        <a:spcBef>
          <a:spcPts val="800"/>
        </a:spcBef>
        <a:spcAft>
          <a:spcPct val="0"/>
        </a:spcAft>
        <a:buClr>
          <a:schemeClr val="tx2"/>
        </a:buClr>
        <a:buFont typeface="Arial" charset="0"/>
        <a:buChar char="•"/>
        <a:defRPr lang="en-US" sz="1867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2pPr>
      <a:lvl3pPr marL="575728" indent="-226482" algn="l" defTabSz="912276" rtl="0" eaLnBrk="1" fontAlgn="base" hangingPunct="1">
        <a:lnSpc>
          <a:spcPct val="95000"/>
        </a:lnSpc>
        <a:spcBef>
          <a:spcPts val="833"/>
        </a:spcBef>
        <a:spcAft>
          <a:spcPct val="0"/>
        </a:spcAft>
        <a:buFont typeface="Arial" charset="0"/>
        <a:buChar char="•"/>
        <a:defRPr lang="en-US" sz="16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3pPr>
      <a:lvl4pPr marL="670978" indent="-226482" algn="l" defTabSz="912276" rtl="0" eaLnBrk="1" fontAlgn="base" hangingPunct="1">
        <a:lnSpc>
          <a:spcPct val="95000"/>
        </a:lnSpc>
        <a:spcBef>
          <a:spcPts val="833"/>
        </a:spcBef>
        <a:spcAft>
          <a:spcPct val="0"/>
        </a:spcAft>
        <a:buFont typeface="Arial" charset="0"/>
        <a:buChar char="•"/>
        <a:defRPr lang="en-US" sz="1467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4pPr>
      <a:lvl5pPr marL="766228" indent="-226482" algn="l" defTabSz="912276" rtl="0" eaLnBrk="1" fontAlgn="base" hangingPunct="1">
        <a:lnSpc>
          <a:spcPct val="95000"/>
        </a:lnSpc>
        <a:spcBef>
          <a:spcPts val="833"/>
        </a:spcBef>
        <a:spcAft>
          <a:spcPct val="0"/>
        </a:spcAft>
        <a:buFont typeface="Arial" charset="0"/>
        <a:buChar char="•"/>
        <a:defRPr lang="en-US" sz="1467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5pPr>
      <a:lvl6pPr marL="1151798" indent="-228592" algn="l" defTabSz="914362" rtl="0" eaLnBrk="1" latinLnBrk="0" hangingPunct="1">
        <a:spcBef>
          <a:spcPts val="800"/>
        </a:spcBef>
        <a:buFont typeface="Arial" pitchFamily="34" charset="0"/>
        <a:buChar char="•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247781" indent="-228561" algn="l" defTabSz="914362" rtl="0" eaLnBrk="1" latinLnBrk="0" hangingPunct="1">
        <a:spcBef>
          <a:spcPts val="800"/>
        </a:spcBef>
        <a:buFont typeface="Arial" pitchFamily="34" charset="0"/>
        <a:buChar char="•"/>
        <a:defRPr sz="1067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267" indent="0" algn="l" defTabSz="914362" rtl="0" eaLnBrk="1" latinLnBrk="0" hangingPunct="1">
        <a:spcBef>
          <a:spcPct val="20000"/>
        </a:spcBef>
        <a:buFont typeface="Arial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38" indent="-228592" algn="l" defTabSz="91436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914362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2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5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3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743086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200267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0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80">
          <p15:clr>
            <a:srgbClr val="F26B43"/>
          </p15:clr>
        </p15:guide>
        <p15:guide id="2" pos="384">
          <p15:clr>
            <a:srgbClr val="F26B43"/>
          </p15:clr>
        </p15:guide>
        <p15:guide id="3" pos="7296">
          <p15:clr>
            <a:srgbClr val="F26B43"/>
          </p15:clr>
        </p15:guide>
        <p15:guide id="4" orient="horz" pos="1392">
          <p15:clr>
            <a:srgbClr val="F26B43"/>
          </p15:clr>
        </p15:guide>
        <p15:guide id="5" orient="horz" pos="272">
          <p15:clr>
            <a:srgbClr val="F26B43"/>
          </p15:clr>
        </p15:guide>
        <p15:guide id="6" pos="3835">
          <p15:clr>
            <a:srgbClr val="F26B43"/>
          </p15:clr>
        </p15:guide>
        <p15:guide id="7" orient="horz" pos="1616">
          <p15:clr>
            <a:srgbClr val="F26B43"/>
          </p15:clr>
        </p15:guide>
        <p15:guide id="9" orient="horz" pos="3856">
          <p15:clr>
            <a:srgbClr val="F26B43"/>
          </p15:clr>
        </p15:guide>
        <p15:guide id="10" orient="horz" pos="480">
          <p15:clr>
            <a:srgbClr val="F26B43"/>
          </p15:clr>
        </p15:guide>
        <p15:guide id="11" orient="horz" pos="1840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317D0B-2511-F545-A90F-454C6E45FC1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322" y="802463"/>
            <a:ext cx="5095407" cy="24861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1F273D-4D7E-934F-B2F5-49DFC65F2F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508866" y="802463"/>
            <a:ext cx="5228706" cy="490437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44FD90-1978-423E-582C-390F9EE18C4E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779260"/>
            <a:ext cx="6350" cy="152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1319819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6" r:id="rId1"/>
    <p:sldLayoutId id="2147483847" r:id="rId2"/>
    <p:sldLayoutId id="2147483848" r:id="rId3"/>
    <p:sldLayoutId id="2147483849" r:id="rId4"/>
    <p:sldLayoutId id="2147483850" r:id="rId5"/>
    <p:sldLayoutId id="2147483851" r:id="rId6"/>
    <p:sldLayoutId id="2147483854" r:id="rId7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8800" b="0" i="0" u="none" strike="noStrike" kern="1200" cap="all" spc="-300" baseline="0">
          <a:solidFill>
            <a:srgbClr val="293C57"/>
          </a:solidFill>
          <a:uFillTx/>
          <a:latin typeface="+mj-lt"/>
        </a:defRPr>
      </a:lvl1pPr>
    </p:titleStyle>
    <p:bodyStyle>
      <a:lvl1pPr marL="233363" marR="0" lvl="0" indent="-233363" algn="l" defTabSz="914400" rtl="0" fontAlgn="auto" hangingPunct="1">
        <a:lnSpc>
          <a:spcPct val="90000"/>
        </a:lnSpc>
        <a:spcBef>
          <a:spcPts val="0"/>
        </a:spcBef>
        <a:spcAft>
          <a:spcPts val="1200"/>
        </a:spcAft>
        <a:buSzPct val="100000"/>
        <a:buFont typeface="Arial" panose="020B0604020202020204" pitchFamily="34" charset="0"/>
        <a:buChar char="•"/>
        <a:tabLst/>
        <a:defRPr lang="en-US" sz="1800" b="0" i="0" u="none" strike="noStrike" kern="1200" cap="none" spc="0" baseline="0">
          <a:solidFill>
            <a:srgbClr val="293C57"/>
          </a:solidFill>
          <a:uFillTx/>
          <a:latin typeface="Barlow" pitchFamily="2" charset="77"/>
        </a:defRPr>
      </a:lvl1pPr>
      <a:lvl2pPr marL="800100" marR="0" lvl="1" indent="-3429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anose="020B0604020202020204" pitchFamily="34" charset="0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+mn-lt"/>
        </a:defRPr>
      </a:lvl2pPr>
      <a:lvl3pPr marL="1257300" marR="0" lvl="2" indent="-3429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anose="020B0604020202020204" pitchFamily="34" charset="0"/>
        <a:buChar char="•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+mn-lt"/>
        </a:defRPr>
      </a:lvl3pPr>
      <a:lvl4pPr marL="1657350" marR="0" lvl="3" indent="-28575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anose="020B0604020202020204" pitchFamily="34" charset="0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+mn-lt"/>
        </a:defRPr>
      </a:lvl4pPr>
      <a:lvl5pPr marL="2114550" marR="0" lvl="4" indent="-28575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anose="020B0604020202020204" pitchFamily="34" charset="0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+mn-lt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F8EA5F-EB0B-495B-9614-1BCF17AA7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ar-L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E67E34-6996-4AD4-977A-5D627E5B7A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LY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28E153-5B00-F2BD-CB0B-B0B7ECC18B6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779260"/>
            <a:ext cx="6350" cy="152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3291635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LY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43E5826-E261-5240-BCCC-F517FDB6EBB5}"/>
              </a:ext>
            </a:extLst>
          </p:cNvPr>
          <p:cNvSpPr>
            <a:spLocks noChangeArrowheads="1"/>
          </p:cNvSpPr>
          <p:nvPr userDrawn="1"/>
        </p:nvSpPr>
        <p:spPr bwMode="ltGray">
          <a:xfrm>
            <a:off x="1142755" y="6373473"/>
            <a:ext cx="4534733" cy="1752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15" tIns="41056" rIns="82115" bIns="41056" anchor="b">
            <a:spAutoFit/>
          </a:bodyPr>
          <a:lstStyle/>
          <a:p>
            <a:pPr defTabSz="814318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" b="0" i="0" spc="27" baseline="0" dirty="0">
                <a:solidFill>
                  <a:schemeClr val="bg2"/>
                </a:solidFill>
                <a:latin typeface="+mn-lt"/>
                <a:ea typeface="+mn-ea"/>
                <a:cs typeface="CiscoSansTT Light" panose="020B0503020201020303" pitchFamily="34" charset="0"/>
              </a:rPr>
              <a:t>© 2024  Cisco and/or its affiliates. All rights reserved.   Cisco Public</a:t>
            </a:r>
          </a:p>
        </p:txBody>
      </p:sp>
      <p:pic>
        <p:nvPicPr>
          <p:cNvPr id="6" name="Picture 7">
            <a:extLst>
              <a:ext uri="{FF2B5EF4-FFF2-40B4-BE49-F238E27FC236}">
                <a16:creationId xmlns:a16="http://schemas.microsoft.com/office/drawing/2014/main" id="{563804D0-1B5B-924C-8995-DA787F4942D5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609602" y="6342698"/>
            <a:ext cx="396305" cy="208228"/>
          </a:xfrm>
          <a:prstGeom prst="rect">
            <a:avLst/>
          </a:prstGeom>
        </p:spPr>
      </p:pic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F21F2830-F0A3-2EAC-C709-5C928A8C4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384079"/>
            <a:ext cx="10972800" cy="685800"/>
          </a:xfrm>
          <a:prstGeom prst="rect">
            <a:avLst/>
          </a:prstGeom>
        </p:spPr>
        <p:txBody>
          <a:bodyPr vert="horz" lIns="45720" tIns="45720" rIns="4572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55BE63C-8C0C-FC75-3DF2-F8F96A3C87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2" y="1409700"/>
            <a:ext cx="10972798" cy="4724400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9D5FE3-5E5E-33F2-A720-E2568DC839C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779260"/>
            <a:ext cx="6350" cy="152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74815016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68" r:id="rId1"/>
    <p:sldLayoutId id="2147483874" r:id="rId2"/>
    <p:sldLayoutId id="2147483884" r:id="rId3"/>
  </p:sldLayoutIdLst>
  <p:txStyles>
    <p:titleStyle>
      <a:lvl1pPr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lang="en-US" sz="3600" b="0" i="0" u="none" kern="1200" dirty="0">
          <a:solidFill>
            <a:schemeClr val="accent1"/>
          </a:solidFill>
          <a:latin typeface="+mj-lt"/>
          <a:ea typeface="CiscoSansTT Thin" charset="0"/>
          <a:cs typeface="CiscoSansTT Thin" charset="0"/>
        </a:defRPr>
      </a:lvl1pPr>
      <a:lvl2pPr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2pPr>
      <a:lvl3pPr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3pPr>
      <a:lvl4pPr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4pPr>
      <a:lvl5pPr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5pPr>
      <a:lvl6pPr marL="609595"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6pPr>
      <a:lvl7pPr marL="1219190"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7pPr>
      <a:lvl8pPr marL="1828785"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8pPr>
      <a:lvl9pPr marL="2438379"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9pPr>
    </p:titleStyle>
    <p:bodyStyle>
      <a:lvl1pPr marL="226482" indent="-226482" algn="l" defTabSz="912276" rtl="0" eaLnBrk="1" fontAlgn="base" hangingPunct="1">
        <a:lnSpc>
          <a:spcPct val="95000"/>
        </a:lnSpc>
        <a:spcBef>
          <a:spcPts val="1433"/>
        </a:spcBef>
        <a:spcAft>
          <a:spcPct val="0"/>
        </a:spcAft>
        <a:buClr>
          <a:schemeClr val="accent1"/>
        </a:buClr>
        <a:buSzPct val="90000"/>
        <a:buFont typeface="Arial" charset="0"/>
        <a:buChar char="•"/>
        <a:defRPr lang="en-US" sz="2400" kern="1200" dirty="0">
          <a:solidFill>
            <a:schemeClr val="bg2"/>
          </a:solidFill>
          <a:latin typeface="+mn-lt"/>
          <a:ea typeface="ＭＳ Ｐゴシック" charset="0"/>
          <a:cs typeface="CiscoSans"/>
        </a:defRPr>
      </a:lvl1pPr>
      <a:lvl2pPr marL="457200" indent="-227013" algn="l" defTabSz="912276" rtl="0" eaLnBrk="1" fontAlgn="base" hangingPunct="1">
        <a:lnSpc>
          <a:spcPct val="95000"/>
        </a:lnSpc>
        <a:spcBef>
          <a:spcPts val="800"/>
        </a:spcBef>
        <a:spcAft>
          <a:spcPct val="0"/>
        </a:spcAft>
        <a:buClr>
          <a:schemeClr val="accent1"/>
        </a:buClr>
        <a:buFont typeface="Arial" charset="0"/>
        <a:buChar char="•"/>
        <a:defRPr lang="en-US" sz="2000" kern="1200" dirty="0">
          <a:solidFill>
            <a:schemeClr val="bg2"/>
          </a:solidFill>
          <a:latin typeface="+mn-lt"/>
          <a:ea typeface="ＭＳ Ｐゴシック" charset="0"/>
          <a:cs typeface="CiscoSans"/>
        </a:defRPr>
      </a:lvl2pPr>
      <a:lvl3pPr marL="569913" indent="-230188" algn="l" defTabSz="912276" rtl="0" eaLnBrk="1" fontAlgn="base" hangingPunct="1">
        <a:lnSpc>
          <a:spcPct val="95000"/>
        </a:lnSpc>
        <a:spcBef>
          <a:spcPts val="833"/>
        </a:spcBef>
        <a:spcAft>
          <a:spcPct val="0"/>
        </a:spcAft>
        <a:buClr>
          <a:schemeClr val="accent1"/>
        </a:buClr>
        <a:buFont typeface="Arial" charset="0"/>
        <a:buChar char="•"/>
        <a:defRPr lang="en-US" sz="1800" kern="1200" dirty="0">
          <a:solidFill>
            <a:schemeClr val="bg2"/>
          </a:solidFill>
          <a:latin typeface="+mn-lt"/>
          <a:ea typeface="ＭＳ Ｐゴシック" charset="0"/>
          <a:cs typeface="CiscoSans"/>
        </a:defRPr>
      </a:lvl3pPr>
      <a:lvl4pPr marL="687388" indent="-230188" algn="l" defTabSz="912276" rtl="0" eaLnBrk="1" fontAlgn="base" hangingPunct="1">
        <a:lnSpc>
          <a:spcPct val="95000"/>
        </a:lnSpc>
        <a:spcBef>
          <a:spcPts val="833"/>
        </a:spcBef>
        <a:spcAft>
          <a:spcPct val="0"/>
        </a:spcAft>
        <a:buClr>
          <a:schemeClr val="accent1"/>
        </a:buClr>
        <a:buFont typeface="Arial" charset="0"/>
        <a:buChar char="•"/>
        <a:defRPr lang="en-US" sz="1600" kern="1200" dirty="0">
          <a:solidFill>
            <a:schemeClr val="bg2"/>
          </a:solidFill>
          <a:latin typeface="+mn-lt"/>
          <a:ea typeface="ＭＳ Ｐゴシック" charset="0"/>
          <a:cs typeface="CiscoSans"/>
        </a:defRPr>
      </a:lvl4pPr>
      <a:lvl5pPr marL="801688" indent="-231775" algn="l" defTabSz="912276" rtl="0" eaLnBrk="1" fontAlgn="base" hangingPunct="1">
        <a:lnSpc>
          <a:spcPct val="95000"/>
        </a:lnSpc>
        <a:spcBef>
          <a:spcPts val="833"/>
        </a:spcBef>
        <a:spcAft>
          <a:spcPct val="0"/>
        </a:spcAft>
        <a:buClr>
          <a:schemeClr val="accent1"/>
        </a:buClr>
        <a:buFont typeface="Arial" charset="0"/>
        <a:buChar char="•"/>
        <a:defRPr lang="en-US" sz="1400" kern="1200" dirty="0">
          <a:solidFill>
            <a:schemeClr val="bg2"/>
          </a:solidFill>
          <a:latin typeface="+mn-lt"/>
          <a:ea typeface="ＭＳ Ｐゴシック" charset="0"/>
          <a:cs typeface="CiscoSans"/>
        </a:defRPr>
      </a:lvl5pPr>
      <a:lvl6pPr marL="1151798" indent="-228592" algn="l" defTabSz="914362" rtl="0" eaLnBrk="1" latinLnBrk="0" hangingPunct="1">
        <a:spcBef>
          <a:spcPts val="800"/>
        </a:spcBef>
        <a:buFont typeface="Arial" pitchFamily="34" charset="0"/>
        <a:buChar char="•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247781" indent="-228561" algn="l" defTabSz="914362" rtl="0" eaLnBrk="1" latinLnBrk="0" hangingPunct="1">
        <a:spcBef>
          <a:spcPts val="800"/>
        </a:spcBef>
        <a:buFont typeface="Arial" pitchFamily="34" charset="0"/>
        <a:buChar char="•"/>
        <a:defRPr sz="1067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267" indent="0" algn="l" defTabSz="914362" rtl="0" eaLnBrk="1" latinLnBrk="0" hangingPunct="1">
        <a:spcBef>
          <a:spcPct val="20000"/>
        </a:spcBef>
        <a:buFont typeface="Arial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38" indent="-228592" algn="l" defTabSz="91436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914362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2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5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3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743086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200267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0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">
          <p15:clr>
            <a:srgbClr val="F26B43"/>
          </p15:clr>
        </p15:guide>
        <p15:guide id="3" pos="7296">
          <p15:clr>
            <a:srgbClr val="F26B43"/>
          </p15:clr>
        </p15:guide>
        <p15:guide id="6" pos="3835">
          <p15:clr>
            <a:srgbClr val="F26B43"/>
          </p15:clr>
        </p15:guide>
        <p15:guide id="9" orient="horz" pos="3864">
          <p15:clr>
            <a:srgbClr val="F26B43"/>
          </p15:clr>
        </p15:guide>
        <p15:guide id="10" orient="horz" pos="240">
          <p15:clr>
            <a:srgbClr val="F26B43"/>
          </p15:clr>
        </p15:guide>
        <p15:guide id="11" orient="horz" pos="2160">
          <p15:clr>
            <a:srgbClr val="F26B43"/>
          </p15:clr>
        </p15:guide>
        <p15:guide id="12" orient="horz" pos="672">
          <p15:clr>
            <a:srgbClr val="F26B43"/>
          </p15:clr>
        </p15:guide>
        <p15:guide id="13" orient="horz" pos="8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home.pearsonvue.com/voc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cenet.edu/Programs-Services/Pages/Credit-Transcripts/Student-Resource-Center.aspx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support.credly.com/hc/en-us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cybersecurityventures.com/jobs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eb.archive.org/web/20220121031016/https:/www.burning-glass.com/research-project/beyond-tech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3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Relationship Id="rId4" Type="http://schemas.openxmlformats.org/officeDocument/2006/relationships/hyperlink" Target="http://www.certiport.pearsonvue.com/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hyperlink" Target="https://certiport.pearsonvue.com/Educator-resources/Get-started.aspx" TargetMode="External"/><Relationship Id="rId3" Type="http://schemas.openxmlformats.org/officeDocument/2006/relationships/image" Target="../media/image33.png"/><Relationship Id="rId7" Type="http://schemas.openxmlformats.org/officeDocument/2006/relationships/hyperlink" Target="https://www.certiport.com/Portal/SSL/Login.aspx?ReturnUrl=%2FPortal%2FPages%2FRegProgram.aspx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9.xml"/><Relationship Id="rId6" Type="http://schemas.openxmlformats.org/officeDocument/2006/relationships/hyperlink" Target="https://certiport.pearsonvue.com/Support/PDFs/QRG-Registering-a-CATC-and-Managing-Associations.pdf" TargetMode="External"/><Relationship Id="rId5" Type="http://schemas.openxmlformats.org/officeDocument/2006/relationships/hyperlink" Target="http://www.certiport.com/" TargetMode="External"/><Relationship Id="rId4" Type="http://schemas.openxmlformats.org/officeDocument/2006/relationships/hyperlink" Target="https://certiport.pearsonvue.com/Educator-resources/Get-started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certiport.pearsonvue.com/Support/Technical-requirements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certiport.pearsonvue.com/Support/Technical-requirements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9.xml"/><Relationship Id="rId4" Type="http://schemas.openxmlformats.org/officeDocument/2006/relationships/hyperlink" Target="https://certiport.pearsonvue.com/Educator-resources/Exam-policies" TargetMode="Externa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certiport.pearsonvue.com/Support/Technical-requirements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9.xml"/><Relationship Id="rId4" Type="http://schemas.openxmlformats.org/officeDocument/2006/relationships/hyperlink" Target="https://certiport.pearsonvue.com/Educator-resources/Exam-policies/Test-candidate" TargetMode="Externa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certiport.pearsonvue.com/Support/Technical-requirements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9.xml"/><Relationship Id="rId4" Type="http://schemas.openxmlformats.org/officeDocument/2006/relationships/hyperlink" Target="https://certiport.pearsonvue.com/Educator-resources/Exam-policies/Retake" TargetMode="Externa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certiport.pearsonvue.com/Support/Technical-requirements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9.xml"/><Relationship Id="rId4" Type="http://schemas.openxmlformats.org/officeDocument/2006/relationships/hyperlink" Target="https://certiport.pearsonvue.com/Educator-resources/Exam-policies/Accommodations" TargetMode="Externa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tif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4.xml"/><Relationship Id="rId4" Type="http://schemas.openxmlformats.org/officeDocument/2006/relationships/hyperlink" Target="https://certiport.pearsonvue.com/CATCs/Cisco-get-started" TargetMode="Externa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7FFD8B1-B76D-C790-6CB4-C5236565BB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010" y="3200817"/>
            <a:ext cx="10454518" cy="1504200"/>
          </a:xfrm>
        </p:spPr>
        <p:txBody>
          <a:bodyPr/>
          <a:lstStyle/>
          <a:p>
            <a:r>
              <a:rPr lang="en-US" dirty="0"/>
              <a:t>Cisco Certified Support Technician (CCST)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F772FC-86C4-9192-B388-CF2D28D922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Entry-Level Certification Program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95D147EE-1759-6624-B56D-F61F1DFD44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CiscoSansTT Light"/>
                <a:ea typeface="ＭＳ Ｐゴシック"/>
                <a:cs typeface="CiscoSansTT Light"/>
              </a:rPr>
              <a:t>Cisco Networking Academy </a:t>
            </a:r>
          </a:p>
          <a:p>
            <a:r>
              <a:rPr lang="en-US" dirty="0">
                <a:latin typeface="CiscoSansTT Light"/>
                <a:ea typeface="ＭＳ Ｐゴシック"/>
                <a:cs typeface="CiscoSansTT Light"/>
              </a:rPr>
              <a:t>June 2024</a:t>
            </a:r>
            <a:endParaRPr lang="en-US" dirty="0"/>
          </a:p>
        </p:txBody>
      </p:sp>
      <p:pic>
        <p:nvPicPr>
          <p:cNvPr id="2" name="Picture 1" descr="Diagram&#10;&#10;Description automatically generated">
            <a:extLst>
              <a:ext uri="{FF2B5EF4-FFF2-40B4-BE49-F238E27FC236}">
                <a16:creationId xmlns:a16="http://schemas.microsoft.com/office/drawing/2014/main" id="{19F0F2AD-5482-5280-985A-CDEAEAF6541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7170926" y="1838962"/>
            <a:ext cx="6860036" cy="3182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140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1C20F66-FA96-F818-899B-49B730AD3F3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Benefits of certification </a:t>
            </a:r>
          </a:p>
          <a:p>
            <a:r>
              <a:rPr lang="en-US" dirty="0"/>
              <a:t>Cisco Certified Support Technician (CCST) certification program</a:t>
            </a:r>
          </a:p>
          <a:p>
            <a:r>
              <a:rPr lang="en-US" dirty="0"/>
              <a:t>ACE accreditation in the U.S. </a:t>
            </a:r>
          </a:p>
          <a:p>
            <a:r>
              <a:rPr lang="en-US" dirty="0"/>
              <a:t>CCST Networking</a:t>
            </a:r>
          </a:p>
          <a:p>
            <a:r>
              <a:rPr lang="en-US" dirty="0"/>
              <a:t>CCST Cybersecurity</a:t>
            </a:r>
          </a:p>
          <a:p>
            <a:r>
              <a:rPr lang="en-US" dirty="0"/>
              <a:t>CCST IT Support </a:t>
            </a:r>
          </a:p>
          <a:p>
            <a:r>
              <a:rPr lang="en-US" dirty="0"/>
              <a:t>How to become a Certiport Authorized Testing Center</a:t>
            </a:r>
          </a:p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9C61BB-CFD1-814E-31D7-39A6198B22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32B158-9C9A-5E1B-145C-123C562650E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 dirty="0"/>
              <a:t>In this presentation</a:t>
            </a:r>
          </a:p>
        </p:txBody>
      </p:sp>
    </p:spTree>
    <p:extLst>
      <p:ext uri="{BB962C8B-B14F-4D97-AF65-F5344CB8AC3E}">
        <p14:creationId xmlns:p14="http://schemas.microsoft.com/office/powerpoint/2010/main" val="3044789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5E9707-5C4F-676A-2193-8F4D7197EAD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99448" y="718697"/>
            <a:ext cx="4842181" cy="682880"/>
          </a:xfrm>
        </p:spPr>
        <p:txBody>
          <a:bodyPr/>
          <a:lstStyle/>
          <a:p>
            <a:r>
              <a:rPr lang="en-US" sz="1800" dirty="0">
                <a:solidFill>
                  <a:schemeClr val="bg1"/>
                </a:solidFill>
              </a:rPr>
              <a:t>The benefits of certification are real: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5D3F298-0CAB-7641-9112-9CBFF7179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616259"/>
            <a:ext cx="4859489" cy="1463911"/>
          </a:xfrm>
        </p:spPr>
        <p:txBody>
          <a:bodyPr/>
          <a:lstStyle/>
          <a:p>
            <a:pPr>
              <a:lnSpc>
                <a:spcPts val="4320"/>
              </a:lnSpc>
            </a:pPr>
            <a:r>
              <a:rPr lang="en-US" sz="3600" dirty="0"/>
              <a:t>Benefits of </a:t>
            </a:r>
            <a:br>
              <a:rPr lang="en-US" sz="3600" dirty="0"/>
            </a:br>
            <a:r>
              <a:rPr lang="en-US" sz="3600" dirty="0"/>
              <a:t>Cisco Certification</a:t>
            </a:r>
            <a:endParaRPr lang="en-US" sz="36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1CA374-EB74-869B-3819-880D02CEEBC9}"/>
              </a:ext>
            </a:extLst>
          </p:cNvPr>
          <p:cNvSpPr txBox="1"/>
          <p:nvPr/>
        </p:nvSpPr>
        <p:spPr>
          <a:xfrm>
            <a:off x="970431" y="2201067"/>
            <a:ext cx="4452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095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ＭＳ Ｐゴシック" charset="0"/>
                <a:cs typeface="+mn-cs"/>
              </a:rPr>
              <a:t>Build Your Technical Skills: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iscoSansTT ExtraLight"/>
              <a:ea typeface="ＭＳ Ｐゴシック" charset="0"/>
              <a:cs typeface="+mn-cs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7FBDA9F8-034F-A2B9-97C7-DBBBB85A7B44}"/>
              </a:ext>
            </a:extLst>
          </p:cNvPr>
          <p:cNvSpPr/>
          <p:nvPr/>
        </p:nvSpPr>
        <p:spPr>
          <a:xfrm>
            <a:off x="601334" y="2203703"/>
            <a:ext cx="330962" cy="330962"/>
          </a:xfrm>
          <a:custGeom>
            <a:avLst/>
            <a:gdLst>
              <a:gd name="connsiteX0" fmla="*/ 531971 w 585787"/>
              <a:gd name="connsiteY0" fmla="*/ 124016 h 585787"/>
              <a:gd name="connsiteX1" fmla="*/ 583883 w 585787"/>
              <a:gd name="connsiteY1" fmla="*/ 69247 h 585787"/>
              <a:gd name="connsiteX2" fmla="*/ 573500 w 585787"/>
              <a:gd name="connsiteY2" fmla="*/ 59436 h 585787"/>
              <a:gd name="connsiteX3" fmla="*/ 523304 w 585787"/>
              <a:gd name="connsiteY3" fmla="*/ 112395 h 585787"/>
              <a:gd name="connsiteX4" fmla="*/ 292894 w 585787"/>
              <a:gd name="connsiteY4" fmla="*/ 0 h 585787"/>
              <a:gd name="connsiteX5" fmla="*/ 0 w 585787"/>
              <a:gd name="connsiteY5" fmla="*/ 292894 h 585787"/>
              <a:gd name="connsiteX6" fmla="*/ 292894 w 585787"/>
              <a:gd name="connsiteY6" fmla="*/ 585788 h 585787"/>
              <a:gd name="connsiteX7" fmla="*/ 585788 w 585787"/>
              <a:gd name="connsiteY7" fmla="*/ 292894 h 585787"/>
              <a:gd name="connsiteX8" fmla="*/ 531971 w 585787"/>
              <a:gd name="connsiteY8" fmla="*/ 124016 h 585787"/>
              <a:gd name="connsiteX9" fmla="*/ 292894 w 585787"/>
              <a:gd name="connsiteY9" fmla="*/ 571500 h 585787"/>
              <a:gd name="connsiteX10" fmla="*/ 14288 w 585787"/>
              <a:gd name="connsiteY10" fmla="*/ 292894 h 585787"/>
              <a:gd name="connsiteX11" fmla="*/ 292894 w 585787"/>
              <a:gd name="connsiteY11" fmla="*/ 14288 h 585787"/>
              <a:gd name="connsiteX12" fmla="*/ 513302 w 585787"/>
              <a:gd name="connsiteY12" fmla="*/ 122873 h 585787"/>
              <a:gd name="connsiteX13" fmla="*/ 235553 w 585787"/>
              <a:gd name="connsiteY13" fmla="*/ 416052 h 585787"/>
              <a:gd name="connsiteX14" fmla="*/ 107347 w 585787"/>
              <a:gd name="connsiteY14" fmla="*/ 287846 h 585787"/>
              <a:gd name="connsiteX15" fmla="*/ 97250 w 585787"/>
              <a:gd name="connsiteY15" fmla="*/ 297942 h 585787"/>
              <a:gd name="connsiteX16" fmla="*/ 230600 w 585787"/>
              <a:gd name="connsiteY16" fmla="*/ 431292 h 585787"/>
              <a:gd name="connsiteX17" fmla="*/ 235649 w 585787"/>
              <a:gd name="connsiteY17" fmla="*/ 433388 h 585787"/>
              <a:gd name="connsiteX18" fmla="*/ 235649 w 585787"/>
              <a:gd name="connsiteY18" fmla="*/ 433388 h 585787"/>
              <a:gd name="connsiteX19" fmla="*/ 240792 w 585787"/>
              <a:gd name="connsiteY19" fmla="*/ 431197 h 585787"/>
              <a:gd name="connsiteX20" fmla="*/ 521780 w 585787"/>
              <a:gd name="connsiteY20" fmla="*/ 134588 h 585787"/>
              <a:gd name="connsiteX21" fmla="*/ 571310 w 585787"/>
              <a:gd name="connsiteY21" fmla="*/ 292989 h 585787"/>
              <a:gd name="connsiteX22" fmla="*/ 292703 w 585787"/>
              <a:gd name="connsiteY22" fmla="*/ 571595 h 585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585787" h="585787">
                <a:moveTo>
                  <a:pt x="531971" y="124016"/>
                </a:moveTo>
                <a:lnTo>
                  <a:pt x="583883" y="69247"/>
                </a:lnTo>
                <a:lnTo>
                  <a:pt x="573500" y="59436"/>
                </a:lnTo>
                <a:lnTo>
                  <a:pt x="523304" y="112395"/>
                </a:lnTo>
                <a:cubicBezTo>
                  <a:pt x="469678" y="44101"/>
                  <a:pt x="386334" y="0"/>
                  <a:pt x="292894" y="0"/>
                </a:cubicBezTo>
                <a:cubicBezTo>
                  <a:pt x="131350" y="0"/>
                  <a:pt x="0" y="131350"/>
                  <a:pt x="0" y="292894"/>
                </a:cubicBezTo>
                <a:cubicBezTo>
                  <a:pt x="0" y="454438"/>
                  <a:pt x="131350" y="585788"/>
                  <a:pt x="292894" y="585788"/>
                </a:cubicBezTo>
                <a:cubicBezTo>
                  <a:pt x="454438" y="585788"/>
                  <a:pt x="585788" y="454438"/>
                  <a:pt x="585788" y="292894"/>
                </a:cubicBezTo>
                <a:cubicBezTo>
                  <a:pt x="585788" y="230029"/>
                  <a:pt x="565785" y="171736"/>
                  <a:pt x="531971" y="124016"/>
                </a:cubicBezTo>
                <a:close/>
                <a:moveTo>
                  <a:pt x="292894" y="571500"/>
                </a:moveTo>
                <a:cubicBezTo>
                  <a:pt x="139256" y="571500"/>
                  <a:pt x="14288" y="446532"/>
                  <a:pt x="14288" y="292894"/>
                </a:cubicBezTo>
                <a:cubicBezTo>
                  <a:pt x="14288" y="139256"/>
                  <a:pt x="139256" y="14288"/>
                  <a:pt x="292894" y="14288"/>
                </a:cubicBezTo>
                <a:cubicBezTo>
                  <a:pt x="382524" y="14288"/>
                  <a:pt x="462344" y="56864"/>
                  <a:pt x="513302" y="122873"/>
                </a:cubicBezTo>
                <a:lnTo>
                  <a:pt x="235553" y="416052"/>
                </a:lnTo>
                <a:lnTo>
                  <a:pt x="107347" y="287846"/>
                </a:lnTo>
                <a:lnTo>
                  <a:pt x="97250" y="297942"/>
                </a:lnTo>
                <a:lnTo>
                  <a:pt x="230600" y="431292"/>
                </a:lnTo>
                <a:cubicBezTo>
                  <a:pt x="231934" y="432625"/>
                  <a:pt x="233744" y="433388"/>
                  <a:pt x="235649" y="433388"/>
                </a:cubicBezTo>
                <a:lnTo>
                  <a:pt x="235649" y="433388"/>
                </a:lnTo>
                <a:cubicBezTo>
                  <a:pt x="237553" y="433388"/>
                  <a:pt x="239459" y="432530"/>
                  <a:pt x="240792" y="431197"/>
                </a:cubicBezTo>
                <a:lnTo>
                  <a:pt x="521780" y="134588"/>
                </a:lnTo>
                <a:cubicBezTo>
                  <a:pt x="553022" y="179546"/>
                  <a:pt x="571310" y="234125"/>
                  <a:pt x="571310" y="292989"/>
                </a:cubicBezTo>
                <a:cubicBezTo>
                  <a:pt x="571310" y="446627"/>
                  <a:pt x="446342" y="571595"/>
                  <a:pt x="292703" y="571595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6095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14244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A8189DCA-8C82-1B49-8189-54B3D8102887}"/>
              </a:ext>
            </a:extLst>
          </p:cNvPr>
          <p:cNvSpPr txBox="1">
            <a:spLocks/>
          </p:cNvSpPr>
          <p:nvPr/>
        </p:nvSpPr>
        <p:spPr>
          <a:xfrm>
            <a:off x="6599448" y="4799083"/>
            <a:ext cx="5108398" cy="1457922"/>
          </a:xfrm>
          <a:prstGeom prst="rect">
            <a:avLst/>
          </a:prstGeom>
        </p:spPr>
        <p:txBody>
          <a:bodyPr vert="horz" lIns="45720" tIns="45720" rIns="45720" bIns="45720" rtlCol="0" anchor="ctr">
            <a:noAutofit/>
          </a:bodyPr>
          <a:lstStyle>
            <a:lvl1pPr marL="0" marR="0" indent="0" algn="l" defTabSz="912276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14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 lang="en-US" sz="1400" b="0" i="0" kern="1200" baseline="0">
                <a:solidFill>
                  <a:schemeClr val="tx1"/>
                </a:solidFill>
                <a:latin typeface="+mn-lt"/>
                <a:ea typeface="ＭＳ Ｐゴシック" charset="0"/>
                <a:cs typeface="CiscoSansTT Light" panose="020B0503020201020303" pitchFamily="34" charset="0"/>
              </a:defRPr>
            </a:lvl1pPr>
            <a:lvl2pPr marL="406371" indent="0" algn="l" defTabSz="912276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None/>
              <a:defRPr lang="en-US" sz="2000" kern="120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2pPr>
            <a:lvl3pPr marL="569863" indent="0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None/>
              <a:defRPr lang="en-US" sz="1800" kern="120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3pPr>
            <a:lvl4pPr marL="688920" indent="0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None/>
              <a:defRPr lang="en-US" sz="1600" kern="120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4pPr>
            <a:lvl5pPr marL="801621" indent="0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None/>
              <a:defRPr lang="en-US" sz="1400" kern="120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5pPr>
            <a:lvl6pPr marL="1151798" indent="-228592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7781" indent="-228561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067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67" indent="0" algn="l" defTabSz="914362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38" indent="-228592" algn="l" defTabSz="914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227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>
                <a:srgbClr val="0051AF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D274D"/>
                </a:solidFill>
                <a:effectLst/>
                <a:uLnTx/>
                <a:uFillTx/>
                <a:latin typeface="CiscoSansTT ExtraLight"/>
                <a:ea typeface="ＭＳ Ｐゴシック" charset="0"/>
                <a:cs typeface="CiscoSansTT Light" panose="020B0503020201020303" pitchFamily="34" charset="0"/>
              </a:rPr>
              <a:t>Cisco Certifications are time-honored proof you 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D274D"/>
                </a:solidFill>
                <a:effectLst/>
                <a:uLnTx/>
                <a:uFillTx/>
                <a:latin typeface="CiscoSansTT ExtraLight"/>
                <a:ea typeface="ＭＳ Ｐゴシック" charset="0"/>
                <a:cs typeface="CiscoSansTT Light" panose="020B0503020201020303" pitchFamily="34" charset="0"/>
              </a:rPr>
            </a:b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D274D"/>
                </a:solidFill>
                <a:effectLst/>
                <a:uLnTx/>
                <a:uFillTx/>
                <a:latin typeface="CiscoSansTT ExtraLight"/>
                <a:ea typeface="ＭＳ Ｐゴシック" charset="0"/>
                <a:cs typeface="CiscoSansTT Light" panose="020B0503020201020303" pitchFamily="34" charset="0"/>
              </a:rPr>
              <a:t>know what you’re doing. Plus, they’re ANSI and NIST certified, which means they’re industry certs with greater value in the marketplace.</a:t>
            </a:r>
          </a:p>
          <a:p>
            <a:pPr marL="0" marR="0" lvl="0" indent="0" algn="l" defTabSz="912276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1400"/>
              </a:spcAft>
              <a:buClr>
                <a:srgbClr val="0051AF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kumimoji="0" lang="en-US" sz="800" b="0" i="0" u="none" strike="noStrike" kern="1200" cap="none" spc="0" normalizeH="0" baseline="30000" noProof="0" dirty="0">
                <a:ln>
                  <a:noFill/>
                </a:ln>
                <a:solidFill>
                  <a:srgbClr val="0D274D"/>
                </a:solidFill>
                <a:effectLst/>
                <a:uLnTx/>
                <a:uFillTx/>
                <a:latin typeface="CiscoSansTT Light"/>
                <a:ea typeface="ＭＳ Ｐゴシック" charset="0"/>
                <a:cs typeface="CiscoSansTT Light" panose="020B0503020201020303" pitchFamily="34" charset="0"/>
              </a:rPr>
              <a:t>1</a:t>
            </a:r>
            <a:r>
              <a: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srgbClr val="0D274D"/>
                </a:solidFill>
                <a:effectLst/>
                <a:uLnTx/>
                <a:uFillTx/>
                <a:latin typeface="CiscoSansTT Light"/>
                <a:ea typeface="ＭＳ Ｐゴシック" charset="0"/>
                <a:cs typeface="CiscoSansTT Light" panose="020B0503020201020303" pitchFamily="34" charset="0"/>
              </a:rPr>
              <a:t> </a:t>
            </a:r>
            <a:r>
              <a:rPr kumimoji="0" lang="en-US" sz="800" b="0" i="0" u="sng" strike="noStrike" kern="1200" cap="none" spc="0" normalizeH="0" baseline="0" noProof="0" dirty="0">
                <a:ln>
                  <a:noFill/>
                </a:ln>
                <a:solidFill>
                  <a:srgbClr val="0D274D"/>
                </a:solidFill>
                <a:effectLst/>
                <a:uLnTx/>
                <a:uFillTx/>
                <a:latin typeface="CiscoSansTT ExtraLight"/>
                <a:ea typeface="Calibri" panose="020F0502020204030204" pitchFamily="34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Pearson VUE 2023 Value of IT Certification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D274D"/>
              </a:solidFill>
              <a:effectLst/>
              <a:uLnTx/>
              <a:uFillTx/>
              <a:latin typeface="CiscoSansTT Light"/>
              <a:ea typeface="ＭＳ Ｐゴシック" charset="0"/>
              <a:cs typeface="CiscoSansTT Light" panose="020B0503020201020303" pitchFamily="34" charset="0"/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84F9809C-6344-19FC-47C9-1AB7C51FA441}"/>
              </a:ext>
            </a:extLst>
          </p:cNvPr>
          <p:cNvSpPr txBox="1">
            <a:spLocks/>
          </p:cNvSpPr>
          <p:nvPr/>
        </p:nvSpPr>
        <p:spPr>
          <a:xfrm>
            <a:off x="7957074" y="1534602"/>
            <a:ext cx="3514389" cy="697347"/>
          </a:xfrm>
          <a:prstGeom prst="rect">
            <a:avLst/>
          </a:prstGeom>
        </p:spPr>
        <p:txBody>
          <a:bodyPr vert="horz" lIns="45720" tIns="45720" rIns="45720" bIns="45720" rtlCol="0" anchor="ctr">
            <a:noAutofit/>
          </a:bodyPr>
          <a:lstStyle>
            <a:lvl1pPr marL="0" marR="0" indent="0" algn="l" defTabSz="912276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14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 lang="en-US" sz="1400" b="0" i="0" kern="1200" baseline="0">
                <a:solidFill>
                  <a:schemeClr val="tx1"/>
                </a:solidFill>
                <a:latin typeface="+mn-lt"/>
                <a:ea typeface="ＭＳ Ｐゴシック" charset="0"/>
                <a:cs typeface="CiscoSansTT Light" panose="020B0503020201020303" pitchFamily="34" charset="0"/>
              </a:defRPr>
            </a:lvl1pPr>
            <a:lvl2pPr marL="406371" indent="0" algn="l" defTabSz="912276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None/>
              <a:defRPr lang="en-US" sz="2000" kern="120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2pPr>
            <a:lvl3pPr marL="569863" indent="0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None/>
              <a:defRPr lang="en-US" sz="1800" kern="120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3pPr>
            <a:lvl4pPr marL="688920" indent="0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None/>
              <a:defRPr lang="en-US" sz="1600" kern="120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4pPr>
            <a:lvl5pPr marL="801621" indent="0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None/>
              <a:defRPr lang="en-US" sz="1400" kern="120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5pPr>
            <a:lvl6pPr marL="1151798" indent="-228592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7781" indent="-228561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067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67" indent="0" algn="l" defTabSz="914362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38" indent="-228592" algn="l" defTabSz="914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227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>
                <a:srgbClr val="0051AF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D274D"/>
                </a:solidFill>
                <a:effectLst/>
                <a:uLnTx/>
                <a:uFillTx/>
                <a:latin typeface="CiscoSansTT ExtraLight"/>
                <a:ea typeface="ＭＳ Ｐゴシック" charset="0"/>
                <a:cs typeface="CiscoSansTT Light" panose="020B0503020201020303" pitchFamily="34" charset="0"/>
              </a:rPr>
              <a:t>of organizations surveyed use technical certifications to make hiring decisions.</a:t>
            </a:r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E427CEB2-BB2A-0F4D-3BBB-0702BB318620}"/>
              </a:ext>
            </a:extLst>
          </p:cNvPr>
          <p:cNvSpPr txBox="1">
            <a:spLocks/>
          </p:cNvSpPr>
          <p:nvPr/>
        </p:nvSpPr>
        <p:spPr>
          <a:xfrm>
            <a:off x="6499240" y="1534602"/>
            <a:ext cx="1345100" cy="807059"/>
          </a:xfrm>
          <a:prstGeom prst="rect">
            <a:avLst/>
          </a:prstGeom>
        </p:spPr>
        <p:txBody>
          <a:bodyPr vert="horz" lIns="45720" tIns="45720" rIns="45720" bIns="45720" rtlCol="0" anchor="ctr">
            <a:noAutofit/>
          </a:bodyPr>
          <a:lstStyle>
            <a:lvl1pPr algn="l" defTabSz="912276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lang="en-US" sz="4400" b="0" i="0" u="none" kern="1200">
                <a:solidFill>
                  <a:schemeClr val="accent1"/>
                </a:solidFill>
                <a:latin typeface="+mj-lt"/>
                <a:ea typeface="CiscoSansTT Thin" charset="0"/>
                <a:cs typeface="CiscoSansTT Thin" charset="0"/>
              </a:defRPr>
            </a:lvl1pPr>
            <a:lvl2pPr algn="l" defTabSz="912276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267">
                <a:solidFill>
                  <a:srgbClr val="676767"/>
                </a:solidFill>
                <a:latin typeface="Arial" charset="0"/>
                <a:ea typeface="ＭＳ Ｐゴシック" charset="0"/>
              </a:defRPr>
            </a:lvl2pPr>
            <a:lvl3pPr algn="l" defTabSz="912276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267">
                <a:solidFill>
                  <a:srgbClr val="676767"/>
                </a:solidFill>
                <a:latin typeface="Arial" charset="0"/>
                <a:ea typeface="ＭＳ Ｐゴシック" charset="0"/>
              </a:defRPr>
            </a:lvl3pPr>
            <a:lvl4pPr algn="l" defTabSz="912276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267">
                <a:solidFill>
                  <a:srgbClr val="676767"/>
                </a:solidFill>
                <a:latin typeface="Arial" charset="0"/>
                <a:ea typeface="ＭＳ Ｐゴシック" charset="0"/>
              </a:defRPr>
            </a:lvl4pPr>
            <a:lvl5pPr algn="l" defTabSz="912276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267">
                <a:solidFill>
                  <a:srgbClr val="676767"/>
                </a:solidFill>
                <a:latin typeface="Arial" charset="0"/>
                <a:ea typeface="ＭＳ Ｐゴシック" charset="0"/>
              </a:defRPr>
            </a:lvl5pPr>
            <a:lvl6pPr marL="609595" algn="l" defTabSz="912276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267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1219190" algn="l" defTabSz="912276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267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828785" algn="l" defTabSz="912276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267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2438379" algn="l" defTabSz="912276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267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2276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BCEB"/>
                </a:solidFill>
                <a:effectLst/>
                <a:uLnTx/>
                <a:uFillTx/>
                <a:latin typeface="CiscoSansTT ExtraLight"/>
                <a:cs typeface="CiscoSansTT Thin" charset="0"/>
              </a:rPr>
              <a:t>99%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00BCEB"/>
              </a:solidFill>
              <a:effectLst/>
              <a:uLnTx/>
              <a:uFillTx/>
              <a:latin typeface="CiscoSansTT ExtraLight"/>
              <a:cs typeface="CiscoSansTT Thin" charset="0"/>
            </a:endParaRP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0E4C421A-4312-BCD8-6AFD-BB3DA1CC8CAE}"/>
              </a:ext>
            </a:extLst>
          </p:cNvPr>
          <p:cNvSpPr txBox="1">
            <a:spLocks/>
          </p:cNvSpPr>
          <p:nvPr/>
        </p:nvSpPr>
        <p:spPr>
          <a:xfrm>
            <a:off x="7957074" y="2725817"/>
            <a:ext cx="3514389" cy="697347"/>
          </a:xfrm>
          <a:prstGeom prst="rect">
            <a:avLst/>
          </a:prstGeom>
        </p:spPr>
        <p:txBody>
          <a:bodyPr vert="horz" lIns="45720" tIns="45720" rIns="45720" bIns="45720" rtlCol="0" anchor="ctr">
            <a:noAutofit/>
          </a:bodyPr>
          <a:lstStyle>
            <a:lvl1pPr marL="0" marR="0" indent="0" algn="l" defTabSz="912276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14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 lang="en-US" sz="1400" b="0" i="0" kern="1200" baseline="0">
                <a:solidFill>
                  <a:schemeClr val="tx1"/>
                </a:solidFill>
                <a:latin typeface="+mn-lt"/>
                <a:ea typeface="ＭＳ Ｐゴシック" charset="0"/>
                <a:cs typeface="CiscoSansTT Light" panose="020B0503020201020303" pitchFamily="34" charset="0"/>
              </a:defRPr>
            </a:lvl1pPr>
            <a:lvl2pPr marL="406371" indent="0" algn="l" defTabSz="912276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None/>
              <a:defRPr lang="en-US" sz="2000" kern="120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2pPr>
            <a:lvl3pPr marL="569863" indent="0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None/>
              <a:defRPr lang="en-US" sz="1800" kern="120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3pPr>
            <a:lvl4pPr marL="688920" indent="0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None/>
              <a:defRPr lang="en-US" sz="1600" kern="120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4pPr>
            <a:lvl5pPr marL="801621" indent="0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None/>
              <a:defRPr lang="en-US" sz="1400" kern="120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5pPr>
            <a:lvl6pPr marL="1151798" indent="-228592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7781" indent="-228561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067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67" indent="0" algn="l" defTabSz="914362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38" indent="-228592" algn="l" defTabSz="914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227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>
                <a:srgbClr val="0051AF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D274D"/>
                </a:solidFill>
                <a:effectLst/>
                <a:uLnTx/>
                <a:uFillTx/>
                <a:latin typeface="CiscoSansTT ExtraLight"/>
                <a:ea typeface="ＭＳ Ｐゴシック" charset="0"/>
                <a:cs typeface="CiscoSansTT Light" panose="020B0503020201020303" pitchFamily="34" charset="0"/>
              </a:rPr>
              <a:t>of employers believe IT certifications are a reliable predictor of a successful employee.</a:t>
            </a:r>
          </a:p>
        </p:txBody>
      </p:sp>
      <p:sp>
        <p:nvSpPr>
          <p:cNvPr id="15" name="Title 3">
            <a:extLst>
              <a:ext uri="{FF2B5EF4-FFF2-40B4-BE49-F238E27FC236}">
                <a16:creationId xmlns:a16="http://schemas.microsoft.com/office/drawing/2014/main" id="{48B90F7C-CB16-4469-6E57-8C4CD0998676}"/>
              </a:ext>
            </a:extLst>
          </p:cNvPr>
          <p:cNvSpPr txBox="1">
            <a:spLocks/>
          </p:cNvSpPr>
          <p:nvPr/>
        </p:nvSpPr>
        <p:spPr>
          <a:xfrm>
            <a:off x="6499240" y="2730888"/>
            <a:ext cx="1345100" cy="807059"/>
          </a:xfrm>
          <a:prstGeom prst="rect">
            <a:avLst/>
          </a:prstGeom>
        </p:spPr>
        <p:txBody>
          <a:bodyPr vert="horz" lIns="45720" tIns="45720" rIns="45720" bIns="45720" rtlCol="0" anchor="ctr">
            <a:noAutofit/>
          </a:bodyPr>
          <a:lstStyle>
            <a:lvl1pPr algn="l" defTabSz="912276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lang="en-US" sz="4400" b="0" i="0" u="none" kern="1200">
                <a:solidFill>
                  <a:schemeClr val="accent1"/>
                </a:solidFill>
                <a:latin typeface="+mj-lt"/>
                <a:ea typeface="CiscoSansTT Thin" charset="0"/>
                <a:cs typeface="CiscoSansTT Thin" charset="0"/>
              </a:defRPr>
            </a:lvl1pPr>
            <a:lvl2pPr algn="l" defTabSz="912276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267">
                <a:solidFill>
                  <a:srgbClr val="676767"/>
                </a:solidFill>
                <a:latin typeface="Arial" charset="0"/>
                <a:ea typeface="ＭＳ Ｐゴシック" charset="0"/>
              </a:defRPr>
            </a:lvl2pPr>
            <a:lvl3pPr algn="l" defTabSz="912276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267">
                <a:solidFill>
                  <a:srgbClr val="676767"/>
                </a:solidFill>
                <a:latin typeface="Arial" charset="0"/>
                <a:ea typeface="ＭＳ Ｐゴシック" charset="0"/>
              </a:defRPr>
            </a:lvl3pPr>
            <a:lvl4pPr algn="l" defTabSz="912276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267">
                <a:solidFill>
                  <a:srgbClr val="676767"/>
                </a:solidFill>
                <a:latin typeface="Arial" charset="0"/>
                <a:ea typeface="ＭＳ Ｐゴシック" charset="0"/>
              </a:defRPr>
            </a:lvl4pPr>
            <a:lvl5pPr algn="l" defTabSz="912276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267">
                <a:solidFill>
                  <a:srgbClr val="676767"/>
                </a:solidFill>
                <a:latin typeface="Arial" charset="0"/>
                <a:ea typeface="ＭＳ Ｐゴシック" charset="0"/>
              </a:defRPr>
            </a:lvl5pPr>
            <a:lvl6pPr marL="609595" algn="l" defTabSz="912276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267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1219190" algn="l" defTabSz="912276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267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828785" algn="l" defTabSz="912276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267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2438379" algn="l" defTabSz="912276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267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2276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BCEB"/>
                </a:solidFill>
                <a:effectLst/>
                <a:uLnTx/>
                <a:uFillTx/>
                <a:latin typeface="CiscoSansTT ExtraLight"/>
                <a:cs typeface="CiscoSansTT Thin" charset="0"/>
              </a:rPr>
              <a:t>91%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00BCEB"/>
              </a:solidFill>
              <a:effectLst/>
              <a:uLnTx/>
              <a:uFillTx/>
              <a:latin typeface="CiscoSansTT ExtraLight"/>
              <a:cs typeface="CiscoSansTT Thin" charset="0"/>
            </a:endParaRP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1780D242-58CE-DAF9-41DB-CB1C5CA66DAC}"/>
              </a:ext>
            </a:extLst>
          </p:cNvPr>
          <p:cNvSpPr txBox="1">
            <a:spLocks/>
          </p:cNvSpPr>
          <p:nvPr/>
        </p:nvSpPr>
        <p:spPr>
          <a:xfrm>
            <a:off x="7957074" y="4180132"/>
            <a:ext cx="3514389" cy="254540"/>
          </a:xfrm>
          <a:prstGeom prst="rect">
            <a:avLst/>
          </a:prstGeom>
        </p:spPr>
        <p:txBody>
          <a:bodyPr vert="horz" lIns="45720" tIns="45720" rIns="45720" bIns="45720" rtlCol="0" anchor="ctr">
            <a:noAutofit/>
          </a:bodyPr>
          <a:lstStyle>
            <a:lvl1pPr marL="0" marR="0" indent="0" algn="l" defTabSz="912276" rtl="0" eaLnBrk="1" fontAlgn="base" latinLnBrk="0" hangingPunct="1">
              <a:lnSpc>
                <a:spcPct val="95000"/>
              </a:lnSpc>
              <a:spcBef>
                <a:spcPts val="0"/>
              </a:spcBef>
              <a:spcAft>
                <a:spcPts val="14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 lang="en-US" sz="1400" b="0" i="0" kern="1200" baseline="0">
                <a:solidFill>
                  <a:schemeClr val="tx1"/>
                </a:solidFill>
                <a:latin typeface="+mn-lt"/>
                <a:ea typeface="ＭＳ Ｐゴシック" charset="0"/>
                <a:cs typeface="CiscoSansTT Light" panose="020B0503020201020303" pitchFamily="34" charset="0"/>
              </a:defRPr>
            </a:lvl1pPr>
            <a:lvl2pPr marL="406371" indent="0" algn="l" defTabSz="912276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None/>
              <a:defRPr lang="en-US" sz="2000" kern="120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2pPr>
            <a:lvl3pPr marL="569863" indent="0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None/>
              <a:defRPr lang="en-US" sz="1800" kern="120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3pPr>
            <a:lvl4pPr marL="688920" indent="0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None/>
              <a:defRPr lang="en-US" sz="1600" kern="120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4pPr>
            <a:lvl5pPr marL="801621" indent="0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None/>
              <a:defRPr lang="en-US" sz="1400" kern="120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5pPr>
            <a:lvl6pPr marL="1151798" indent="-228592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7781" indent="-228561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067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67" indent="0" algn="l" defTabSz="914362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38" indent="-228592" algn="l" defTabSz="914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227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>
                <a:srgbClr val="0051AF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D274D"/>
                </a:solidFill>
                <a:effectLst/>
                <a:uLnTx/>
                <a:uFillTx/>
                <a:latin typeface="CiscoSansTT ExtraLight"/>
                <a:ea typeface="ＭＳ Ｐゴシック" charset="0"/>
                <a:cs typeface="CiscoSansTT Light" panose="020B0503020201020303" pitchFamily="34" charset="0"/>
              </a:rPr>
              <a:t>of employers’ associate IT certification holders with increased quality and value of work contribution.</a:t>
            </a:r>
          </a:p>
        </p:txBody>
      </p:sp>
      <p:sp>
        <p:nvSpPr>
          <p:cNvPr id="19" name="Title 3">
            <a:extLst>
              <a:ext uri="{FF2B5EF4-FFF2-40B4-BE49-F238E27FC236}">
                <a16:creationId xmlns:a16="http://schemas.microsoft.com/office/drawing/2014/main" id="{AB69BE94-17A9-471B-1654-61C81031C40D}"/>
              </a:ext>
            </a:extLst>
          </p:cNvPr>
          <p:cNvSpPr txBox="1">
            <a:spLocks/>
          </p:cNvSpPr>
          <p:nvPr/>
        </p:nvSpPr>
        <p:spPr>
          <a:xfrm>
            <a:off x="6499240" y="3968780"/>
            <a:ext cx="1345100" cy="807059"/>
          </a:xfrm>
          <a:prstGeom prst="rect">
            <a:avLst/>
          </a:prstGeom>
        </p:spPr>
        <p:txBody>
          <a:bodyPr vert="horz" lIns="45720" tIns="45720" rIns="45720" bIns="45720" rtlCol="0" anchor="ctr">
            <a:noAutofit/>
          </a:bodyPr>
          <a:lstStyle>
            <a:lvl1pPr algn="l" defTabSz="912276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lang="en-US" sz="4400" b="0" i="0" u="none" kern="1200">
                <a:solidFill>
                  <a:schemeClr val="accent1"/>
                </a:solidFill>
                <a:latin typeface="+mj-lt"/>
                <a:ea typeface="CiscoSansTT Thin" charset="0"/>
                <a:cs typeface="CiscoSansTT Thin" charset="0"/>
              </a:defRPr>
            </a:lvl1pPr>
            <a:lvl2pPr algn="l" defTabSz="912276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267">
                <a:solidFill>
                  <a:srgbClr val="676767"/>
                </a:solidFill>
                <a:latin typeface="Arial" charset="0"/>
                <a:ea typeface="ＭＳ Ｐゴシック" charset="0"/>
              </a:defRPr>
            </a:lvl2pPr>
            <a:lvl3pPr algn="l" defTabSz="912276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267">
                <a:solidFill>
                  <a:srgbClr val="676767"/>
                </a:solidFill>
                <a:latin typeface="Arial" charset="0"/>
                <a:ea typeface="ＭＳ Ｐゴシック" charset="0"/>
              </a:defRPr>
            </a:lvl3pPr>
            <a:lvl4pPr algn="l" defTabSz="912276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267">
                <a:solidFill>
                  <a:srgbClr val="676767"/>
                </a:solidFill>
                <a:latin typeface="Arial" charset="0"/>
                <a:ea typeface="ＭＳ Ｐゴシック" charset="0"/>
              </a:defRPr>
            </a:lvl4pPr>
            <a:lvl5pPr algn="l" defTabSz="912276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267">
                <a:solidFill>
                  <a:srgbClr val="676767"/>
                </a:solidFill>
                <a:latin typeface="Arial" charset="0"/>
                <a:ea typeface="ＭＳ Ｐゴシック" charset="0"/>
              </a:defRPr>
            </a:lvl5pPr>
            <a:lvl6pPr marL="609595" algn="l" defTabSz="912276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267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1219190" algn="l" defTabSz="912276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267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828785" algn="l" defTabSz="912276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267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2438379" algn="l" defTabSz="912276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267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2276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BCEB"/>
                </a:solidFill>
                <a:effectLst/>
                <a:uLnTx/>
                <a:uFillTx/>
                <a:latin typeface="CiscoSansTT ExtraLight"/>
                <a:cs typeface="CiscoSansTT Thin" charset="0"/>
              </a:rPr>
              <a:t>81%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00BCEB"/>
              </a:solidFill>
              <a:effectLst/>
              <a:uLnTx/>
              <a:uFillTx/>
              <a:latin typeface="CiscoSansTT ExtraLight"/>
              <a:cs typeface="CiscoSansTT Thin" charset="0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34A2D53-5C9B-0955-878F-EEEDBC74B57B}"/>
              </a:ext>
            </a:extLst>
          </p:cNvPr>
          <p:cNvCxnSpPr>
            <a:cxnSpLocks/>
          </p:cNvCxnSpPr>
          <p:nvPr/>
        </p:nvCxnSpPr>
        <p:spPr>
          <a:xfrm>
            <a:off x="6611974" y="3788102"/>
            <a:ext cx="484632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F6460E3-C92A-924E-0EA6-83B677B35B2B}"/>
              </a:ext>
            </a:extLst>
          </p:cNvPr>
          <p:cNvCxnSpPr>
            <a:cxnSpLocks/>
          </p:cNvCxnSpPr>
          <p:nvPr/>
        </p:nvCxnSpPr>
        <p:spPr>
          <a:xfrm>
            <a:off x="6611974" y="2360880"/>
            <a:ext cx="484632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DA5F5AEA-410B-59B5-610B-079B23BFAB21}"/>
              </a:ext>
            </a:extLst>
          </p:cNvPr>
          <p:cNvSpPr txBox="1">
            <a:spLocks/>
          </p:cNvSpPr>
          <p:nvPr/>
        </p:nvSpPr>
        <p:spPr>
          <a:xfrm>
            <a:off x="1077398" y="2449785"/>
            <a:ext cx="4377658" cy="1417816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226482" indent="-226482" algn="l" defTabSz="912276" rtl="0" eaLnBrk="1" fontAlgn="base" hangingPunct="1">
              <a:lnSpc>
                <a:spcPct val="95000"/>
              </a:lnSpc>
              <a:spcBef>
                <a:spcPts val="1433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charset="0"/>
              <a:buChar char="•"/>
              <a:defRPr lang="en-US" sz="2400" kern="120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1pPr>
            <a:lvl2pPr marL="457200" indent="-227013" algn="l" defTabSz="912276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2000" kern="120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2pPr>
            <a:lvl3pPr marL="569913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800" kern="120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3pPr>
            <a:lvl4pPr marL="687388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600" kern="120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4pPr>
            <a:lvl5pPr marL="801688" indent="-231775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400" kern="120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5pPr>
            <a:lvl6pPr marL="1151798" indent="-228592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7781" indent="-228561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067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67" indent="0" algn="l" defTabSz="914362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38" indent="-228592" algn="l" defTabSz="914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227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>
                <a:srgbClr val="00BCEB"/>
              </a:buClr>
              <a:buSzPct val="90000"/>
              <a:buFont typeface="Arial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ExtraLight"/>
                <a:ea typeface="ＭＳ Ｐゴシック" charset="0"/>
                <a:cs typeface="CiscoSansTT Light" panose="020B0503020201020303" pitchFamily="34" charset="0"/>
              </a:rPr>
              <a:t>Develop a deep understanding of networking principles, protocols, and configurations.</a:t>
            </a:r>
          </a:p>
          <a:p>
            <a:pPr marL="0" marR="0" lvl="0" indent="0" algn="l" defTabSz="91227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>
                <a:srgbClr val="00BCEB"/>
              </a:buClr>
              <a:buSzPct val="90000"/>
              <a:buFont typeface="Arial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ExtraLight"/>
                <a:ea typeface="ＭＳ Ｐゴシック" charset="0"/>
                <a:cs typeface="CiscoSansTT Light" panose="020B0503020201020303" pitchFamily="34" charset="0"/>
              </a:rPr>
              <a:t>Acquire the expertise to design, implement, and manage network infrastructures effectively.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iscoSansTT Ligh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14FC282-4040-1D27-02EB-C102204C8CE3}"/>
              </a:ext>
            </a:extLst>
          </p:cNvPr>
          <p:cNvSpPr txBox="1"/>
          <p:nvPr/>
        </p:nvSpPr>
        <p:spPr>
          <a:xfrm>
            <a:off x="970431" y="4139560"/>
            <a:ext cx="4452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095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ＭＳ Ｐゴシック" charset="0"/>
                <a:cs typeface="+mn-cs"/>
              </a:rPr>
              <a:t>Boost Your Professional Credibility: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iscoSansTT ExtraLight"/>
              <a:ea typeface="ＭＳ Ｐゴシック" charset="0"/>
              <a:cs typeface="+mn-cs"/>
            </a:endParaRPr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84ABFEED-38F2-462E-C544-7563418CBED7}"/>
              </a:ext>
            </a:extLst>
          </p:cNvPr>
          <p:cNvSpPr/>
          <p:nvPr/>
        </p:nvSpPr>
        <p:spPr>
          <a:xfrm>
            <a:off x="601334" y="4142196"/>
            <a:ext cx="330962" cy="330962"/>
          </a:xfrm>
          <a:custGeom>
            <a:avLst/>
            <a:gdLst>
              <a:gd name="connsiteX0" fmla="*/ 531971 w 585787"/>
              <a:gd name="connsiteY0" fmla="*/ 124016 h 585787"/>
              <a:gd name="connsiteX1" fmla="*/ 583883 w 585787"/>
              <a:gd name="connsiteY1" fmla="*/ 69247 h 585787"/>
              <a:gd name="connsiteX2" fmla="*/ 573500 w 585787"/>
              <a:gd name="connsiteY2" fmla="*/ 59436 h 585787"/>
              <a:gd name="connsiteX3" fmla="*/ 523304 w 585787"/>
              <a:gd name="connsiteY3" fmla="*/ 112395 h 585787"/>
              <a:gd name="connsiteX4" fmla="*/ 292894 w 585787"/>
              <a:gd name="connsiteY4" fmla="*/ 0 h 585787"/>
              <a:gd name="connsiteX5" fmla="*/ 0 w 585787"/>
              <a:gd name="connsiteY5" fmla="*/ 292894 h 585787"/>
              <a:gd name="connsiteX6" fmla="*/ 292894 w 585787"/>
              <a:gd name="connsiteY6" fmla="*/ 585788 h 585787"/>
              <a:gd name="connsiteX7" fmla="*/ 585788 w 585787"/>
              <a:gd name="connsiteY7" fmla="*/ 292894 h 585787"/>
              <a:gd name="connsiteX8" fmla="*/ 531971 w 585787"/>
              <a:gd name="connsiteY8" fmla="*/ 124016 h 585787"/>
              <a:gd name="connsiteX9" fmla="*/ 292894 w 585787"/>
              <a:gd name="connsiteY9" fmla="*/ 571500 h 585787"/>
              <a:gd name="connsiteX10" fmla="*/ 14288 w 585787"/>
              <a:gd name="connsiteY10" fmla="*/ 292894 h 585787"/>
              <a:gd name="connsiteX11" fmla="*/ 292894 w 585787"/>
              <a:gd name="connsiteY11" fmla="*/ 14288 h 585787"/>
              <a:gd name="connsiteX12" fmla="*/ 513302 w 585787"/>
              <a:gd name="connsiteY12" fmla="*/ 122873 h 585787"/>
              <a:gd name="connsiteX13" fmla="*/ 235553 w 585787"/>
              <a:gd name="connsiteY13" fmla="*/ 416052 h 585787"/>
              <a:gd name="connsiteX14" fmla="*/ 107347 w 585787"/>
              <a:gd name="connsiteY14" fmla="*/ 287846 h 585787"/>
              <a:gd name="connsiteX15" fmla="*/ 97250 w 585787"/>
              <a:gd name="connsiteY15" fmla="*/ 297942 h 585787"/>
              <a:gd name="connsiteX16" fmla="*/ 230600 w 585787"/>
              <a:gd name="connsiteY16" fmla="*/ 431292 h 585787"/>
              <a:gd name="connsiteX17" fmla="*/ 235649 w 585787"/>
              <a:gd name="connsiteY17" fmla="*/ 433388 h 585787"/>
              <a:gd name="connsiteX18" fmla="*/ 235649 w 585787"/>
              <a:gd name="connsiteY18" fmla="*/ 433388 h 585787"/>
              <a:gd name="connsiteX19" fmla="*/ 240792 w 585787"/>
              <a:gd name="connsiteY19" fmla="*/ 431197 h 585787"/>
              <a:gd name="connsiteX20" fmla="*/ 521780 w 585787"/>
              <a:gd name="connsiteY20" fmla="*/ 134588 h 585787"/>
              <a:gd name="connsiteX21" fmla="*/ 571310 w 585787"/>
              <a:gd name="connsiteY21" fmla="*/ 292989 h 585787"/>
              <a:gd name="connsiteX22" fmla="*/ 292703 w 585787"/>
              <a:gd name="connsiteY22" fmla="*/ 571595 h 585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585787" h="585787">
                <a:moveTo>
                  <a:pt x="531971" y="124016"/>
                </a:moveTo>
                <a:lnTo>
                  <a:pt x="583883" y="69247"/>
                </a:lnTo>
                <a:lnTo>
                  <a:pt x="573500" y="59436"/>
                </a:lnTo>
                <a:lnTo>
                  <a:pt x="523304" y="112395"/>
                </a:lnTo>
                <a:cubicBezTo>
                  <a:pt x="469678" y="44101"/>
                  <a:pt x="386334" y="0"/>
                  <a:pt x="292894" y="0"/>
                </a:cubicBezTo>
                <a:cubicBezTo>
                  <a:pt x="131350" y="0"/>
                  <a:pt x="0" y="131350"/>
                  <a:pt x="0" y="292894"/>
                </a:cubicBezTo>
                <a:cubicBezTo>
                  <a:pt x="0" y="454438"/>
                  <a:pt x="131350" y="585788"/>
                  <a:pt x="292894" y="585788"/>
                </a:cubicBezTo>
                <a:cubicBezTo>
                  <a:pt x="454438" y="585788"/>
                  <a:pt x="585788" y="454438"/>
                  <a:pt x="585788" y="292894"/>
                </a:cubicBezTo>
                <a:cubicBezTo>
                  <a:pt x="585788" y="230029"/>
                  <a:pt x="565785" y="171736"/>
                  <a:pt x="531971" y="124016"/>
                </a:cubicBezTo>
                <a:close/>
                <a:moveTo>
                  <a:pt x="292894" y="571500"/>
                </a:moveTo>
                <a:cubicBezTo>
                  <a:pt x="139256" y="571500"/>
                  <a:pt x="14288" y="446532"/>
                  <a:pt x="14288" y="292894"/>
                </a:cubicBezTo>
                <a:cubicBezTo>
                  <a:pt x="14288" y="139256"/>
                  <a:pt x="139256" y="14288"/>
                  <a:pt x="292894" y="14288"/>
                </a:cubicBezTo>
                <a:cubicBezTo>
                  <a:pt x="382524" y="14288"/>
                  <a:pt x="462344" y="56864"/>
                  <a:pt x="513302" y="122873"/>
                </a:cubicBezTo>
                <a:lnTo>
                  <a:pt x="235553" y="416052"/>
                </a:lnTo>
                <a:lnTo>
                  <a:pt x="107347" y="287846"/>
                </a:lnTo>
                <a:lnTo>
                  <a:pt x="97250" y="297942"/>
                </a:lnTo>
                <a:lnTo>
                  <a:pt x="230600" y="431292"/>
                </a:lnTo>
                <a:cubicBezTo>
                  <a:pt x="231934" y="432625"/>
                  <a:pt x="233744" y="433388"/>
                  <a:pt x="235649" y="433388"/>
                </a:cubicBezTo>
                <a:lnTo>
                  <a:pt x="235649" y="433388"/>
                </a:lnTo>
                <a:cubicBezTo>
                  <a:pt x="237553" y="433388"/>
                  <a:pt x="239459" y="432530"/>
                  <a:pt x="240792" y="431197"/>
                </a:cubicBezTo>
                <a:lnTo>
                  <a:pt x="521780" y="134588"/>
                </a:lnTo>
                <a:cubicBezTo>
                  <a:pt x="553022" y="179546"/>
                  <a:pt x="571310" y="234125"/>
                  <a:pt x="571310" y="292989"/>
                </a:cubicBezTo>
                <a:cubicBezTo>
                  <a:pt x="571310" y="446627"/>
                  <a:pt x="446342" y="571595"/>
                  <a:pt x="292703" y="571595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6095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14244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52417D96-02B9-6078-37E6-1DB25BDD2308}"/>
              </a:ext>
            </a:extLst>
          </p:cNvPr>
          <p:cNvSpPr txBox="1">
            <a:spLocks/>
          </p:cNvSpPr>
          <p:nvPr/>
        </p:nvSpPr>
        <p:spPr>
          <a:xfrm>
            <a:off x="1077397" y="4396607"/>
            <a:ext cx="4547523" cy="1417816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226482" indent="-226482" algn="l" defTabSz="912276" rtl="0" eaLnBrk="1" fontAlgn="base" hangingPunct="1">
              <a:lnSpc>
                <a:spcPct val="95000"/>
              </a:lnSpc>
              <a:spcBef>
                <a:spcPts val="1433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charset="0"/>
              <a:buChar char="•"/>
              <a:defRPr lang="en-US" sz="2400" kern="120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1pPr>
            <a:lvl2pPr marL="457200" indent="-227013" algn="l" defTabSz="912276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2000" kern="120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2pPr>
            <a:lvl3pPr marL="569913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800" kern="120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3pPr>
            <a:lvl4pPr marL="687388" indent="-230188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600" kern="120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4pPr>
            <a:lvl5pPr marL="801688" indent="-231775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Clr>
                <a:schemeClr val="accent1"/>
              </a:buClr>
              <a:buFont typeface="Arial" charset="0"/>
              <a:buChar char="•"/>
              <a:defRPr lang="en-US" sz="1400" kern="1200">
                <a:solidFill>
                  <a:schemeClr val="bg2"/>
                </a:solidFill>
                <a:latin typeface="+mn-lt"/>
                <a:ea typeface="ＭＳ Ｐゴシック" charset="0"/>
                <a:cs typeface="CiscoSans"/>
              </a:defRPr>
            </a:lvl5pPr>
            <a:lvl6pPr marL="1151798" indent="-228592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7781" indent="-228561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067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67" indent="0" algn="l" defTabSz="914362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38" indent="-228592" algn="l" defTabSz="914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227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>
                <a:srgbClr val="00BCEB"/>
              </a:buClr>
              <a:buSzPct val="90000"/>
              <a:buFont typeface="Arial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ExtraLight"/>
                <a:ea typeface="ＭＳ Ｐゴシック" charset="0"/>
                <a:cs typeface="CiscoSans"/>
              </a:rPr>
              <a:t>Earn respect from colleagues and employers by showcasing your commitment to networking excellence.</a:t>
            </a:r>
            <a:b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ExtraLight"/>
                <a:ea typeface="ＭＳ Ｐゴシック" charset="0"/>
                <a:cs typeface="CiscoSansTT Light" panose="020B0503020201020303" pitchFamily="34" charset="0"/>
              </a:rPr>
            </a:br>
            <a:b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ExtraLight"/>
                <a:ea typeface="ＭＳ Ｐゴシック" charset="0"/>
                <a:cs typeface="CiscoSansTT Light" panose="020B0503020201020303" pitchFamily="34" charset="0"/>
              </a:rPr>
            </a:b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ExtraLight"/>
                <a:ea typeface="ＭＳ Ｐゴシック" charset="0"/>
                <a:cs typeface="CiscoSans"/>
              </a:rPr>
              <a:t>Stay Current with Industry Trends: align with the latest industry trends, ensuring your skills remain relevant.</a:t>
            </a:r>
          </a:p>
        </p:txBody>
      </p:sp>
    </p:spTree>
    <p:extLst>
      <p:ext uri="{BB962C8B-B14F-4D97-AF65-F5344CB8AC3E}">
        <p14:creationId xmlns:p14="http://schemas.microsoft.com/office/powerpoint/2010/main" val="2261992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8CE020CD-4B98-63C2-D596-5FF986B6D04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7170926" y="1838962"/>
            <a:ext cx="6860036" cy="3182112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5DFC631-6AA5-A627-F35D-63588733B7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5928" y="1852252"/>
            <a:ext cx="6821424" cy="4519083"/>
          </a:xfrm>
        </p:spPr>
        <p:txBody>
          <a:bodyPr lIns="91420" tIns="45710" rIns="91420" bIns="45710" anchor="t">
            <a:noAutofit/>
          </a:bodyPr>
          <a:lstStyle/>
          <a:p>
            <a:pPr marL="76200" indent="0">
              <a:buNone/>
            </a:pPr>
            <a:r>
              <a:rPr lang="en-US" dirty="0"/>
              <a:t>About the certification program: </a:t>
            </a:r>
          </a:p>
          <a:p>
            <a:pPr marL="304165" indent="-227965"/>
            <a:r>
              <a:rPr lang="en-US" sz="1800" dirty="0"/>
              <a:t>Is ideal for entry-level job seekers, career changers, and college and high school students</a:t>
            </a:r>
          </a:p>
          <a:p>
            <a:pPr marL="304165" indent="-227965"/>
            <a:r>
              <a:rPr lang="en-US" sz="1800" dirty="0"/>
              <a:t>Enables job seekers to show third-party verification of their skills in applications for internships, apprenticeships, and entry-level job roles </a:t>
            </a:r>
          </a:p>
          <a:p>
            <a:pPr marL="304165" indent="-227965"/>
            <a:r>
              <a:rPr lang="en-US" sz="1800" dirty="0"/>
              <a:t>Validates entry-level skills in areas like cybersecurity and networking</a:t>
            </a:r>
          </a:p>
          <a:p>
            <a:pPr marL="304165" indent="-227965"/>
            <a:r>
              <a:rPr lang="en-US" sz="1800" dirty="0">
                <a:cs typeface="CiscoSansTT Thin"/>
              </a:rPr>
              <a:t>Provides candidates with an early, achievable milestone, and creates a steppingstone to associate-level certifications like CCNA and CyberOps Associate</a:t>
            </a:r>
          </a:p>
          <a:p>
            <a:pPr marL="304165" indent="-227965"/>
            <a:r>
              <a:rPr lang="en-US" sz="1800" dirty="0">
                <a:cs typeface="CiscoSansTT Thin"/>
              </a:rPr>
              <a:t>Free certification-aligned curriculum from Cisco Networking Academy, available instructor-led and self-paced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18DC46-5F16-6FF8-13A5-CF4D4FE0790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25928" y="565894"/>
            <a:ext cx="8673520" cy="1167486"/>
          </a:xfrm>
        </p:spPr>
        <p:txBody>
          <a:bodyPr/>
          <a:lstStyle/>
          <a:p>
            <a:r>
              <a:rPr lang="en-US" dirty="0"/>
              <a:t>Cisco Certified Support Technician (CCST) Certifications</a:t>
            </a:r>
          </a:p>
        </p:txBody>
      </p:sp>
    </p:spTree>
    <p:extLst>
      <p:ext uri="{BB962C8B-B14F-4D97-AF65-F5344CB8AC3E}">
        <p14:creationId xmlns:p14="http://schemas.microsoft.com/office/powerpoint/2010/main" val="2204653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BA92D810-7A83-B740-0B5D-34F6F8461CE3}"/>
              </a:ext>
            </a:extLst>
          </p:cNvPr>
          <p:cNvSpPr/>
          <p:nvPr/>
        </p:nvSpPr>
        <p:spPr>
          <a:xfrm>
            <a:off x="1079503" y="4706906"/>
            <a:ext cx="4299823" cy="279419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rtlCol="0" anchor="ctr"/>
          <a:lstStyle/>
          <a:p>
            <a:pPr marL="0" marR="0" lvl="0" indent="0" algn="ctr" defTabSz="6095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D274D"/>
                </a:solidFill>
                <a:effectLst/>
                <a:uLnTx/>
                <a:uFillTx/>
                <a:latin typeface="CiscoSansTT ExtraLight"/>
                <a:ea typeface="+mn-ea"/>
                <a:cs typeface="+mn-cs"/>
              </a:rPr>
              <a:t>CCST Cybersecurity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A081516-C75E-7B3A-57E1-8BC034B6D27B}"/>
              </a:ext>
            </a:extLst>
          </p:cNvPr>
          <p:cNvGrpSpPr/>
          <p:nvPr/>
        </p:nvGrpSpPr>
        <p:grpSpPr>
          <a:xfrm>
            <a:off x="4298435" y="1754733"/>
            <a:ext cx="3595129" cy="4429759"/>
            <a:chOff x="4619459" y="1754734"/>
            <a:chExt cx="3595129" cy="4429759"/>
          </a:xfrm>
        </p:grpSpPr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95832FAF-628C-031F-F831-5D99F6E102BB}"/>
                </a:ext>
              </a:extLst>
            </p:cNvPr>
            <p:cNvSpPr/>
            <p:nvPr/>
          </p:nvSpPr>
          <p:spPr>
            <a:xfrm>
              <a:off x="4965415" y="1946784"/>
              <a:ext cx="416379" cy="416245"/>
            </a:xfrm>
            <a:custGeom>
              <a:avLst/>
              <a:gdLst>
                <a:gd name="connsiteX0" fmla="*/ 0 w 585882"/>
                <a:gd name="connsiteY0" fmla="*/ 330899 h 585692"/>
                <a:gd name="connsiteX1" fmla="*/ 64294 w 585882"/>
                <a:gd name="connsiteY1" fmla="*/ 395192 h 585692"/>
                <a:gd name="connsiteX2" fmla="*/ 95059 w 585882"/>
                <a:gd name="connsiteY2" fmla="*/ 387286 h 585692"/>
                <a:gd name="connsiteX3" fmla="*/ 155162 w 585882"/>
                <a:gd name="connsiteY3" fmla="*/ 473202 h 585692"/>
                <a:gd name="connsiteX4" fmla="*/ 133350 w 585882"/>
                <a:gd name="connsiteY4" fmla="*/ 521399 h 585692"/>
                <a:gd name="connsiteX5" fmla="*/ 197644 w 585882"/>
                <a:gd name="connsiteY5" fmla="*/ 585692 h 585692"/>
                <a:gd name="connsiteX6" fmla="*/ 261556 w 585882"/>
                <a:gd name="connsiteY6" fmla="*/ 528542 h 585692"/>
                <a:gd name="connsiteX7" fmla="*/ 457676 w 585882"/>
                <a:gd name="connsiteY7" fmla="*/ 528542 h 585692"/>
                <a:gd name="connsiteX8" fmla="*/ 521589 w 585882"/>
                <a:gd name="connsiteY8" fmla="*/ 585692 h 585692"/>
                <a:gd name="connsiteX9" fmla="*/ 585883 w 585882"/>
                <a:gd name="connsiteY9" fmla="*/ 521399 h 585692"/>
                <a:gd name="connsiteX10" fmla="*/ 521589 w 585882"/>
                <a:gd name="connsiteY10" fmla="*/ 457105 h 585692"/>
                <a:gd name="connsiteX11" fmla="*/ 516065 w 585882"/>
                <a:gd name="connsiteY11" fmla="*/ 457391 h 585692"/>
                <a:gd name="connsiteX12" fmla="*/ 465011 w 585882"/>
                <a:gd name="connsiteY12" fmla="*/ 201644 h 585692"/>
                <a:gd name="connsiteX13" fmla="*/ 509778 w 585882"/>
                <a:gd name="connsiteY13" fmla="*/ 140399 h 585692"/>
                <a:gd name="connsiteX14" fmla="*/ 445484 w 585882"/>
                <a:gd name="connsiteY14" fmla="*/ 76105 h 585692"/>
                <a:gd name="connsiteX15" fmla="*/ 384239 w 585882"/>
                <a:gd name="connsiteY15" fmla="*/ 120872 h 585692"/>
                <a:gd name="connsiteX16" fmla="*/ 128492 w 585882"/>
                <a:gd name="connsiteY16" fmla="*/ 69818 h 585692"/>
                <a:gd name="connsiteX17" fmla="*/ 128778 w 585882"/>
                <a:gd name="connsiteY17" fmla="*/ 64294 h 585692"/>
                <a:gd name="connsiteX18" fmla="*/ 64484 w 585882"/>
                <a:gd name="connsiteY18" fmla="*/ 0 h 585692"/>
                <a:gd name="connsiteX19" fmla="*/ 191 w 585882"/>
                <a:gd name="connsiteY19" fmla="*/ 64294 h 585692"/>
                <a:gd name="connsiteX20" fmla="*/ 57341 w 585882"/>
                <a:gd name="connsiteY20" fmla="*/ 128206 h 585692"/>
                <a:gd name="connsiteX21" fmla="*/ 57341 w 585882"/>
                <a:gd name="connsiteY21" fmla="*/ 267176 h 585692"/>
                <a:gd name="connsiteX22" fmla="*/ 191 w 585882"/>
                <a:gd name="connsiteY22" fmla="*/ 331089 h 585692"/>
                <a:gd name="connsiteX23" fmla="*/ 106775 w 585882"/>
                <a:gd name="connsiteY23" fmla="*/ 379095 h 585692"/>
                <a:gd name="connsiteX24" fmla="*/ 128588 w 585882"/>
                <a:gd name="connsiteY24" fmla="*/ 330899 h 585692"/>
                <a:gd name="connsiteX25" fmla="*/ 124587 w 585882"/>
                <a:gd name="connsiteY25" fmla="*/ 308801 h 585692"/>
                <a:gd name="connsiteX26" fmla="*/ 240697 w 585882"/>
                <a:gd name="connsiteY26" fmla="*/ 250698 h 585692"/>
                <a:gd name="connsiteX27" fmla="*/ 316135 w 585882"/>
                <a:gd name="connsiteY27" fmla="*/ 326136 h 585692"/>
                <a:gd name="connsiteX28" fmla="*/ 226504 w 585882"/>
                <a:gd name="connsiteY28" fmla="*/ 464058 h 585692"/>
                <a:gd name="connsiteX29" fmla="*/ 197739 w 585882"/>
                <a:gd name="connsiteY29" fmla="*/ 457200 h 585692"/>
                <a:gd name="connsiteX30" fmla="*/ 166973 w 585882"/>
                <a:gd name="connsiteY30" fmla="*/ 465106 h 585692"/>
                <a:gd name="connsiteX31" fmla="*/ 106870 w 585882"/>
                <a:gd name="connsiteY31" fmla="*/ 379190 h 585692"/>
                <a:gd name="connsiteX32" fmla="*/ 118205 w 585882"/>
                <a:gd name="connsiteY32" fmla="*/ 296037 h 585692"/>
                <a:gd name="connsiteX33" fmla="*/ 71438 w 585882"/>
                <a:gd name="connsiteY33" fmla="*/ 267081 h 585692"/>
                <a:gd name="connsiteX34" fmla="*/ 71438 w 585882"/>
                <a:gd name="connsiteY34" fmla="*/ 128111 h 585692"/>
                <a:gd name="connsiteX35" fmla="*/ 104394 w 585882"/>
                <a:gd name="connsiteY35" fmla="*/ 114395 h 585692"/>
                <a:gd name="connsiteX36" fmla="*/ 230029 w 585882"/>
                <a:gd name="connsiteY36" fmla="*/ 240030 h 585692"/>
                <a:gd name="connsiteX37" fmla="*/ 118205 w 585882"/>
                <a:gd name="connsiteY37" fmla="*/ 295942 h 585692"/>
                <a:gd name="connsiteX38" fmla="*/ 197644 w 585882"/>
                <a:gd name="connsiteY38" fmla="*/ 571405 h 585692"/>
                <a:gd name="connsiteX39" fmla="*/ 147638 w 585882"/>
                <a:gd name="connsiteY39" fmla="*/ 521399 h 585692"/>
                <a:gd name="connsiteX40" fmla="*/ 197644 w 585882"/>
                <a:gd name="connsiteY40" fmla="*/ 471392 h 585692"/>
                <a:gd name="connsiteX41" fmla="*/ 247650 w 585882"/>
                <a:gd name="connsiteY41" fmla="*/ 521399 h 585692"/>
                <a:gd name="connsiteX42" fmla="*/ 197644 w 585882"/>
                <a:gd name="connsiteY42" fmla="*/ 571405 h 585692"/>
                <a:gd name="connsiteX43" fmla="*/ 457581 w 585882"/>
                <a:gd name="connsiteY43" fmla="*/ 514255 h 585692"/>
                <a:gd name="connsiteX44" fmla="*/ 261461 w 585882"/>
                <a:gd name="connsiteY44" fmla="*/ 514255 h 585692"/>
                <a:gd name="connsiteX45" fmla="*/ 238411 w 585882"/>
                <a:gd name="connsiteY45" fmla="*/ 471773 h 585692"/>
                <a:gd name="connsiteX46" fmla="*/ 326422 w 585882"/>
                <a:gd name="connsiteY46" fmla="*/ 336423 h 585692"/>
                <a:gd name="connsiteX47" fmla="*/ 471297 w 585882"/>
                <a:gd name="connsiteY47" fmla="*/ 481298 h 585692"/>
                <a:gd name="connsiteX48" fmla="*/ 457581 w 585882"/>
                <a:gd name="connsiteY48" fmla="*/ 514255 h 585692"/>
                <a:gd name="connsiteX49" fmla="*/ 521494 w 585882"/>
                <a:gd name="connsiteY49" fmla="*/ 471392 h 585692"/>
                <a:gd name="connsiteX50" fmla="*/ 571500 w 585882"/>
                <a:gd name="connsiteY50" fmla="*/ 521399 h 585692"/>
                <a:gd name="connsiteX51" fmla="*/ 521494 w 585882"/>
                <a:gd name="connsiteY51" fmla="*/ 571405 h 585692"/>
                <a:gd name="connsiteX52" fmla="*/ 471488 w 585882"/>
                <a:gd name="connsiteY52" fmla="*/ 521399 h 585692"/>
                <a:gd name="connsiteX53" fmla="*/ 521494 w 585882"/>
                <a:gd name="connsiteY53" fmla="*/ 471392 h 585692"/>
                <a:gd name="connsiteX54" fmla="*/ 501968 w 585882"/>
                <a:gd name="connsiteY54" fmla="*/ 460153 h 585692"/>
                <a:gd name="connsiteX55" fmla="*/ 481489 w 585882"/>
                <a:gd name="connsiteY55" fmla="*/ 471202 h 585692"/>
                <a:gd name="connsiteX56" fmla="*/ 334423 w 585882"/>
                <a:gd name="connsiteY56" fmla="*/ 324136 h 585692"/>
                <a:gd name="connsiteX57" fmla="*/ 416528 w 585882"/>
                <a:gd name="connsiteY57" fmla="*/ 197739 h 585692"/>
                <a:gd name="connsiteX58" fmla="*/ 445294 w 585882"/>
                <a:gd name="connsiteY58" fmla="*/ 204597 h 585692"/>
                <a:gd name="connsiteX59" fmla="*/ 450818 w 585882"/>
                <a:gd name="connsiteY59" fmla="*/ 204311 h 585692"/>
                <a:gd name="connsiteX60" fmla="*/ 501872 w 585882"/>
                <a:gd name="connsiteY60" fmla="*/ 460058 h 585692"/>
                <a:gd name="connsiteX61" fmla="*/ 445294 w 585882"/>
                <a:gd name="connsiteY61" fmla="*/ 90392 h 585692"/>
                <a:gd name="connsiteX62" fmla="*/ 495300 w 585882"/>
                <a:gd name="connsiteY62" fmla="*/ 140399 h 585692"/>
                <a:gd name="connsiteX63" fmla="*/ 445294 w 585882"/>
                <a:gd name="connsiteY63" fmla="*/ 190405 h 585692"/>
                <a:gd name="connsiteX64" fmla="*/ 395288 w 585882"/>
                <a:gd name="connsiteY64" fmla="*/ 140399 h 585692"/>
                <a:gd name="connsiteX65" fmla="*/ 445294 w 585882"/>
                <a:gd name="connsiteY65" fmla="*/ 90392 h 585692"/>
                <a:gd name="connsiteX66" fmla="*/ 404527 w 585882"/>
                <a:gd name="connsiteY66" fmla="*/ 190024 h 585692"/>
                <a:gd name="connsiteX67" fmla="*/ 324041 w 585882"/>
                <a:gd name="connsiteY67" fmla="*/ 313849 h 585692"/>
                <a:gd name="connsiteX68" fmla="*/ 254127 w 585882"/>
                <a:gd name="connsiteY68" fmla="*/ 243935 h 585692"/>
                <a:gd name="connsiteX69" fmla="*/ 391382 w 585882"/>
                <a:gd name="connsiteY69" fmla="*/ 175260 h 585692"/>
                <a:gd name="connsiteX70" fmla="*/ 404527 w 585882"/>
                <a:gd name="connsiteY70" fmla="*/ 190024 h 585692"/>
                <a:gd name="connsiteX71" fmla="*/ 125540 w 585882"/>
                <a:gd name="connsiteY71" fmla="*/ 83725 h 585692"/>
                <a:gd name="connsiteX72" fmla="*/ 381286 w 585882"/>
                <a:gd name="connsiteY72" fmla="*/ 134779 h 585692"/>
                <a:gd name="connsiteX73" fmla="*/ 381000 w 585882"/>
                <a:gd name="connsiteY73" fmla="*/ 140303 h 585692"/>
                <a:gd name="connsiteX74" fmla="*/ 385000 w 585882"/>
                <a:gd name="connsiteY74" fmla="*/ 162401 h 585692"/>
                <a:gd name="connsiteX75" fmla="*/ 243554 w 585882"/>
                <a:gd name="connsiteY75" fmla="*/ 233172 h 585692"/>
                <a:gd name="connsiteX76" fmla="*/ 114491 w 585882"/>
                <a:gd name="connsiteY76" fmla="*/ 104108 h 585692"/>
                <a:gd name="connsiteX77" fmla="*/ 125540 w 585882"/>
                <a:gd name="connsiteY77" fmla="*/ 83630 h 585692"/>
                <a:gd name="connsiteX78" fmla="*/ 14288 w 585882"/>
                <a:gd name="connsiteY78" fmla="*/ 64198 h 585692"/>
                <a:gd name="connsiteX79" fmla="*/ 64294 w 585882"/>
                <a:gd name="connsiteY79" fmla="*/ 14192 h 585692"/>
                <a:gd name="connsiteX80" fmla="*/ 114300 w 585882"/>
                <a:gd name="connsiteY80" fmla="*/ 64198 h 585692"/>
                <a:gd name="connsiteX81" fmla="*/ 64294 w 585882"/>
                <a:gd name="connsiteY81" fmla="*/ 114205 h 585692"/>
                <a:gd name="connsiteX82" fmla="*/ 14288 w 585882"/>
                <a:gd name="connsiteY82" fmla="*/ 64198 h 585692"/>
                <a:gd name="connsiteX83" fmla="*/ 64294 w 585882"/>
                <a:gd name="connsiteY83" fmla="*/ 280892 h 585692"/>
                <a:gd name="connsiteX84" fmla="*/ 114300 w 585882"/>
                <a:gd name="connsiteY84" fmla="*/ 330899 h 585692"/>
                <a:gd name="connsiteX85" fmla="*/ 64294 w 585882"/>
                <a:gd name="connsiteY85" fmla="*/ 380905 h 585692"/>
                <a:gd name="connsiteX86" fmla="*/ 14288 w 585882"/>
                <a:gd name="connsiteY86" fmla="*/ 330899 h 585692"/>
                <a:gd name="connsiteX87" fmla="*/ 64294 w 585882"/>
                <a:gd name="connsiteY87" fmla="*/ 280892 h 585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585882" h="585692">
                  <a:moveTo>
                    <a:pt x="0" y="330899"/>
                  </a:moveTo>
                  <a:cubicBezTo>
                    <a:pt x="0" y="366332"/>
                    <a:pt x="28861" y="395192"/>
                    <a:pt x="64294" y="395192"/>
                  </a:cubicBezTo>
                  <a:cubicBezTo>
                    <a:pt x="75438" y="395192"/>
                    <a:pt x="85916" y="392335"/>
                    <a:pt x="95059" y="387286"/>
                  </a:cubicBezTo>
                  <a:lnTo>
                    <a:pt x="155162" y="473202"/>
                  </a:lnTo>
                  <a:cubicBezTo>
                    <a:pt x="141827" y="485013"/>
                    <a:pt x="133350" y="502158"/>
                    <a:pt x="133350" y="521399"/>
                  </a:cubicBezTo>
                  <a:cubicBezTo>
                    <a:pt x="133350" y="556832"/>
                    <a:pt x="162211" y="585692"/>
                    <a:pt x="197644" y="585692"/>
                  </a:cubicBezTo>
                  <a:cubicBezTo>
                    <a:pt x="230696" y="585692"/>
                    <a:pt x="257937" y="560642"/>
                    <a:pt x="261556" y="528542"/>
                  </a:cubicBezTo>
                  <a:lnTo>
                    <a:pt x="457676" y="528542"/>
                  </a:lnTo>
                  <a:cubicBezTo>
                    <a:pt x="461200" y="560642"/>
                    <a:pt x="488537" y="585692"/>
                    <a:pt x="521589" y="585692"/>
                  </a:cubicBezTo>
                  <a:cubicBezTo>
                    <a:pt x="557022" y="585692"/>
                    <a:pt x="585883" y="556832"/>
                    <a:pt x="585883" y="521399"/>
                  </a:cubicBezTo>
                  <a:cubicBezTo>
                    <a:pt x="585883" y="485966"/>
                    <a:pt x="557022" y="457105"/>
                    <a:pt x="521589" y="457105"/>
                  </a:cubicBezTo>
                  <a:cubicBezTo>
                    <a:pt x="519684" y="457105"/>
                    <a:pt x="517874" y="457200"/>
                    <a:pt x="516065" y="457391"/>
                  </a:cubicBezTo>
                  <a:lnTo>
                    <a:pt x="465011" y="201644"/>
                  </a:lnTo>
                  <a:cubicBezTo>
                    <a:pt x="490919" y="193358"/>
                    <a:pt x="509778" y="169069"/>
                    <a:pt x="509778" y="140399"/>
                  </a:cubicBezTo>
                  <a:cubicBezTo>
                    <a:pt x="509778" y="104966"/>
                    <a:pt x="480917" y="76105"/>
                    <a:pt x="445484" y="76105"/>
                  </a:cubicBezTo>
                  <a:cubicBezTo>
                    <a:pt x="416814" y="76105"/>
                    <a:pt x="392525" y="94964"/>
                    <a:pt x="384239" y="120872"/>
                  </a:cubicBezTo>
                  <a:lnTo>
                    <a:pt x="128492" y="69818"/>
                  </a:lnTo>
                  <a:cubicBezTo>
                    <a:pt x="128683" y="68008"/>
                    <a:pt x="128778" y="66104"/>
                    <a:pt x="128778" y="64294"/>
                  </a:cubicBezTo>
                  <a:cubicBezTo>
                    <a:pt x="128778" y="28861"/>
                    <a:pt x="99917" y="0"/>
                    <a:pt x="64484" y="0"/>
                  </a:cubicBezTo>
                  <a:cubicBezTo>
                    <a:pt x="29051" y="0"/>
                    <a:pt x="191" y="28861"/>
                    <a:pt x="191" y="64294"/>
                  </a:cubicBezTo>
                  <a:cubicBezTo>
                    <a:pt x="191" y="97345"/>
                    <a:pt x="25241" y="124587"/>
                    <a:pt x="57341" y="128206"/>
                  </a:cubicBezTo>
                  <a:lnTo>
                    <a:pt x="57341" y="267176"/>
                  </a:lnTo>
                  <a:cubicBezTo>
                    <a:pt x="25241" y="270701"/>
                    <a:pt x="191" y="298037"/>
                    <a:pt x="191" y="331089"/>
                  </a:cubicBezTo>
                  <a:close/>
                  <a:moveTo>
                    <a:pt x="106775" y="379095"/>
                  </a:moveTo>
                  <a:cubicBezTo>
                    <a:pt x="120110" y="367284"/>
                    <a:pt x="128588" y="350139"/>
                    <a:pt x="128588" y="330899"/>
                  </a:cubicBezTo>
                  <a:cubicBezTo>
                    <a:pt x="128588" y="323088"/>
                    <a:pt x="127159" y="315659"/>
                    <a:pt x="124587" y="308801"/>
                  </a:cubicBezTo>
                  <a:lnTo>
                    <a:pt x="240697" y="250698"/>
                  </a:lnTo>
                  <a:lnTo>
                    <a:pt x="316135" y="326136"/>
                  </a:lnTo>
                  <a:lnTo>
                    <a:pt x="226504" y="464058"/>
                  </a:lnTo>
                  <a:cubicBezTo>
                    <a:pt x="217837" y="459677"/>
                    <a:pt x="208026" y="457200"/>
                    <a:pt x="197739" y="457200"/>
                  </a:cubicBezTo>
                  <a:cubicBezTo>
                    <a:pt x="186595" y="457200"/>
                    <a:pt x="176117" y="460058"/>
                    <a:pt x="166973" y="465106"/>
                  </a:cubicBezTo>
                  <a:lnTo>
                    <a:pt x="106870" y="379190"/>
                  </a:lnTo>
                  <a:close/>
                  <a:moveTo>
                    <a:pt x="118205" y="296037"/>
                  </a:moveTo>
                  <a:cubicBezTo>
                    <a:pt x="107918" y="280226"/>
                    <a:pt x="91059" y="269272"/>
                    <a:pt x="71438" y="267081"/>
                  </a:cubicBezTo>
                  <a:lnTo>
                    <a:pt x="71438" y="128111"/>
                  </a:lnTo>
                  <a:cubicBezTo>
                    <a:pt x="83820" y="126778"/>
                    <a:pt x="95155" y="121825"/>
                    <a:pt x="104394" y="114395"/>
                  </a:cubicBezTo>
                  <a:lnTo>
                    <a:pt x="230029" y="240030"/>
                  </a:lnTo>
                  <a:lnTo>
                    <a:pt x="118205" y="295942"/>
                  </a:lnTo>
                  <a:close/>
                  <a:moveTo>
                    <a:pt x="197644" y="571405"/>
                  </a:moveTo>
                  <a:cubicBezTo>
                    <a:pt x="170117" y="571405"/>
                    <a:pt x="147638" y="549021"/>
                    <a:pt x="147638" y="521399"/>
                  </a:cubicBezTo>
                  <a:cubicBezTo>
                    <a:pt x="147638" y="493776"/>
                    <a:pt x="170117" y="471392"/>
                    <a:pt x="197644" y="471392"/>
                  </a:cubicBezTo>
                  <a:cubicBezTo>
                    <a:pt x="225171" y="471392"/>
                    <a:pt x="247650" y="493776"/>
                    <a:pt x="247650" y="521399"/>
                  </a:cubicBezTo>
                  <a:cubicBezTo>
                    <a:pt x="247650" y="549021"/>
                    <a:pt x="225171" y="571405"/>
                    <a:pt x="197644" y="571405"/>
                  </a:cubicBezTo>
                  <a:close/>
                  <a:moveTo>
                    <a:pt x="457581" y="514255"/>
                  </a:moveTo>
                  <a:lnTo>
                    <a:pt x="261461" y="514255"/>
                  </a:lnTo>
                  <a:cubicBezTo>
                    <a:pt x="259556" y="497205"/>
                    <a:pt x="250984" y="482156"/>
                    <a:pt x="238411" y="471773"/>
                  </a:cubicBezTo>
                  <a:lnTo>
                    <a:pt x="326422" y="336423"/>
                  </a:lnTo>
                  <a:lnTo>
                    <a:pt x="471297" y="481298"/>
                  </a:lnTo>
                  <a:cubicBezTo>
                    <a:pt x="463868" y="490537"/>
                    <a:pt x="459010" y="501872"/>
                    <a:pt x="457581" y="514255"/>
                  </a:cubicBezTo>
                  <a:close/>
                  <a:moveTo>
                    <a:pt x="521494" y="471392"/>
                  </a:moveTo>
                  <a:cubicBezTo>
                    <a:pt x="549021" y="471392"/>
                    <a:pt x="571500" y="493776"/>
                    <a:pt x="571500" y="521399"/>
                  </a:cubicBezTo>
                  <a:cubicBezTo>
                    <a:pt x="571500" y="549021"/>
                    <a:pt x="549021" y="571405"/>
                    <a:pt x="521494" y="571405"/>
                  </a:cubicBezTo>
                  <a:cubicBezTo>
                    <a:pt x="493967" y="571405"/>
                    <a:pt x="471488" y="549021"/>
                    <a:pt x="471488" y="521399"/>
                  </a:cubicBezTo>
                  <a:cubicBezTo>
                    <a:pt x="471488" y="493776"/>
                    <a:pt x="493967" y="471392"/>
                    <a:pt x="521494" y="471392"/>
                  </a:cubicBezTo>
                  <a:close/>
                  <a:moveTo>
                    <a:pt x="501968" y="460153"/>
                  </a:moveTo>
                  <a:cubicBezTo>
                    <a:pt x="494443" y="462534"/>
                    <a:pt x="487490" y="466344"/>
                    <a:pt x="481489" y="471202"/>
                  </a:cubicBezTo>
                  <a:lnTo>
                    <a:pt x="334423" y="324136"/>
                  </a:lnTo>
                  <a:lnTo>
                    <a:pt x="416528" y="197739"/>
                  </a:lnTo>
                  <a:cubicBezTo>
                    <a:pt x="425196" y="202121"/>
                    <a:pt x="435007" y="204597"/>
                    <a:pt x="445294" y="204597"/>
                  </a:cubicBezTo>
                  <a:cubicBezTo>
                    <a:pt x="447199" y="204597"/>
                    <a:pt x="449009" y="204502"/>
                    <a:pt x="450818" y="204311"/>
                  </a:cubicBezTo>
                  <a:lnTo>
                    <a:pt x="501872" y="460058"/>
                  </a:lnTo>
                  <a:close/>
                  <a:moveTo>
                    <a:pt x="445294" y="90392"/>
                  </a:moveTo>
                  <a:cubicBezTo>
                    <a:pt x="472821" y="90392"/>
                    <a:pt x="495300" y="112776"/>
                    <a:pt x="495300" y="140399"/>
                  </a:cubicBezTo>
                  <a:cubicBezTo>
                    <a:pt x="495300" y="168021"/>
                    <a:pt x="472821" y="190405"/>
                    <a:pt x="445294" y="190405"/>
                  </a:cubicBezTo>
                  <a:cubicBezTo>
                    <a:pt x="417767" y="190405"/>
                    <a:pt x="395288" y="168021"/>
                    <a:pt x="395288" y="140399"/>
                  </a:cubicBezTo>
                  <a:cubicBezTo>
                    <a:pt x="395288" y="112776"/>
                    <a:pt x="417767" y="90392"/>
                    <a:pt x="445294" y="90392"/>
                  </a:cubicBezTo>
                  <a:close/>
                  <a:moveTo>
                    <a:pt x="404527" y="190024"/>
                  </a:moveTo>
                  <a:lnTo>
                    <a:pt x="324041" y="313849"/>
                  </a:lnTo>
                  <a:lnTo>
                    <a:pt x="254127" y="243935"/>
                  </a:lnTo>
                  <a:lnTo>
                    <a:pt x="391382" y="175260"/>
                  </a:lnTo>
                  <a:cubicBezTo>
                    <a:pt x="395002" y="180785"/>
                    <a:pt x="399383" y="185833"/>
                    <a:pt x="404527" y="190024"/>
                  </a:cubicBezTo>
                  <a:close/>
                  <a:moveTo>
                    <a:pt x="125540" y="83725"/>
                  </a:moveTo>
                  <a:lnTo>
                    <a:pt x="381286" y="134779"/>
                  </a:lnTo>
                  <a:cubicBezTo>
                    <a:pt x="381095" y="136589"/>
                    <a:pt x="381000" y="138493"/>
                    <a:pt x="381000" y="140303"/>
                  </a:cubicBezTo>
                  <a:cubicBezTo>
                    <a:pt x="381000" y="148114"/>
                    <a:pt x="382429" y="155543"/>
                    <a:pt x="385000" y="162401"/>
                  </a:cubicBezTo>
                  <a:lnTo>
                    <a:pt x="243554" y="233172"/>
                  </a:lnTo>
                  <a:lnTo>
                    <a:pt x="114491" y="104108"/>
                  </a:lnTo>
                  <a:cubicBezTo>
                    <a:pt x="119348" y="98012"/>
                    <a:pt x="123158" y="91154"/>
                    <a:pt x="125540" y="83630"/>
                  </a:cubicBezTo>
                  <a:close/>
                  <a:moveTo>
                    <a:pt x="14288" y="64198"/>
                  </a:moveTo>
                  <a:cubicBezTo>
                    <a:pt x="14288" y="36576"/>
                    <a:pt x="36766" y="14192"/>
                    <a:pt x="64294" y="14192"/>
                  </a:cubicBezTo>
                  <a:cubicBezTo>
                    <a:pt x="91821" y="14192"/>
                    <a:pt x="114300" y="36576"/>
                    <a:pt x="114300" y="64198"/>
                  </a:cubicBezTo>
                  <a:cubicBezTo>
                    <a:pt x="114300" y="91821"/>
                    <a:pt x="91821" y="114205"/>
                    <a:pt x="64294" y="114205"/>
                  </a:cubicBezTo>
                  <a:cubicBezTo>
                    <a:pt x="36766" y="114205"/>
                    <a:pt x="14288" y="91821"/>
                    <a:pt x="14288" y="64198"/>
                  </a:cubicBezTo>
                  <a:close/>
                  <a:moveTo>
                    <a:pt x="64294" y="280892"/>
                  </a:moveTo>
                  <a:cubicBezTo>
                    <a:pt x="91821" y="280892"/>
                    <a:pt x="114300" y="303276"/>
                    <a:pt x="114300" y="330899"/>
                  </a:cubicBezTo>
                  <a:cubicBezTo>
                    <a:pt x="114300" y="358521"/>
                    <a:pt x="91821" y="380905"/>
                    <a:pt x="64294" y="380905"/>
                  </a:cubicBezTo>
                  <a:cubicBezTo>
                    <a:pt x="36766" y="380905"/>
                    <a:pt x="14288" y="358521"/>
                    <a:pt x="14288" y="330899"/>
                  </a:cubicBezTo>
                  <a:cubicBezTo>
                    <a:pt x="14288" y="303276"/>
                    <a:pt x="36766" y="280892"/>
                    <a:pt x="64294" y="280892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14244"/>
                </a:solidFill>
                <a:effectLst/>
                <a:uLnTx/>
                <a:uFillTx/>
                <a:latin typeface="CiscoSansTT ExtraLight"/>
                <a:ea typeface="+mj-ea"/>
                <a:cs typeface="+mj-cs"/>
              </a:endParaRPr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CBFC6D74-79FA-F5C6-70F3-797212CA2CA2}"/>
                </a:ext>
              </a:extLst>
            </p:cNvPr>
            <p:cNvSpPr/>
            <p:nvPr/>
          </p:nvSpPr>
          <p:spPr>
            <a:xfrm rot="5400000">
              <a:off x="4403916" y="2373820"/>
              <a:ext cx="4026216" cy="3595129"/>
            </a:xfrm>
            <a:prstGeom prst="roundRect">
              <a:avLst>
                <a:gd name="adj" fmla="val 2507"/>
              </a:avLst>
            </a:prstGeom>
            <a:solidFill>
              <a:schemeClr val="accent3">
                <a:alpha val="1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90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ExtraLight"/>
                <a:ea typeface="+mn-ea"/>
                <a:cs typeface="+mn-cs"/>
              </a:endParaRPr>
            </a:p>
          </p:txBody>
        </p:sp>
        <p:sp>
          <p:nvSpPr>
            <p:cNvPr id="9" name="Text Placeholder 3">
              <a:extLst>
                <a:ext uri="{FF2B5EF4-FFF2-40B4-BE49-F238E27FC236}">
                  <a16:creationId xmlns:a16="http://schemas.microsoft.com/office/drawing/2014/main" id="{19ADC9D7-58AE-F87A-6C78-FC1E850622B8}"/>
                </a:ext>
              </a:extLst>
            </p:cNvPr>
            <p:cNvSpPr txBox="1">
              <a:spLocks/>
            </p:cNvSpPr>
            <p:nvPr/>
          </p:nvSpPr>
          <p:spPr>
            <a:xfrm>
              <a:off x="4718633" y="2797305"/>
              <a:ext cx="3396782" cy="1959888"/>
            </a:xfrm>
            <a:prstGeom prst="rect">
              <a:avLst/>
            </a:prstGeom>
          </p:spPr>
          <p:txBody>
            <a:bodyPr vert="horz" lIns="45720" tIns="45720" rIns="45720" bIns="45720" rtlCol="0" anchor="t">
              <a:noAutofit/>
            </a:bodyPr>
            <a:lstStyle>
              <a:lvl1pPr marL="0" marR="0" indent="0" algn="l" defTabSz="912276" rtl="0" eaLnBrk="1" fontAlgn="base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2"/>
                </a:buClr>
                <a:buSzPct val="90000"/>
                <a:buFont typeface="Arial" panose="020B0604020202020204" pitchFamily="34" charset="0"/>
                <a:buNone/>
                <a:tabLst/>
                <a:defRPr lang="en-US" sz="1400" b="0" i="0" kern="1200" baseline="0">
                  <a:solidFill>
                    <a:schemeClr val="bg2"/>
                  </a:solidFill>
                  <a:latin typeface="+mn-lt"/>
                  <a:ea typeface="ＭＳ Ｐゴシック" charset="0"/>
                  <a:cs typeface="CiscoSansTT Light" panose="020B0503020201020303" pitchFamily="34" charset="0"/>
                </a:defRPr>
              </a:lvl1pPr>
              <a:lvl2pPr marL="406371" indent="0" algn="l" defTabSz="912276" rtl="0" eaLnBrk="1" fontAlgn="base" hangingPunct="1">
                <a:lnSpc>
                  <a:spcPct val="95000"/>
                </a:lnSpc>
                <a:spcBef>
                  <a:spcPts val="800"/>
                </a:spcBef>
                <a:spcAft>
                  <a:spcPct val="0"/>
                </a:spcAft>
                <a:buClr>
                  <a:schemeClr val="accent1"/>
                </a:buClr>
                <a:buFont typeface="Arial" charset="0"/>
                <a:buNone/>
                <a:defRPr lang="en-US" sz="2000" kern="1200">
                  <a:solidFill>
                    <a:schemeClr val="bg2"/>
                  </a:solidFill>
                  <a:latin typeface="+mn-lt"/>
                  <a:ea typeface="ＭＳ Ｐゴシック" charset="0"/>
                  <a:cs typeface="CiscoSans"/>
                </a:defRPr>
              </a:lvl2pPr>
              <a:lvl3pPr marL="569863" indent="0" algn="l" defTabSz="912276" rtl="0" eaLnBrk="1" fontAlgn="base" hangingPunct="1">
                <a:lnSpc>
                  <a:spcPct val="95000"/>
                </a:lnSpc>
                <a:spcBef>
                  <a:spcPts val="833"/>
                </a:spcBef>
                <a:spcAft>
                  <a:spcPct val="0"/>
                </a:spcAft>
                <a:buClr>
                  <a:schemeClr val="accent1"/>
                </a:buClr>
                <a:buFont typeface="Arial" charset="0"/>
                <a:buNone/>
                <a:defRPr lang="en-US" sz="1800" kern="1200">
                  <a:solidFill>
                    <a:schemeClr val="bg2"/>
                  </a:solidFill>
                  <a:latin typeface="+mn-lt"/>
                  <a:ea typeface="ＭＳ Ｐゴシック" charset="0"/>
                  <a:cs typeface="CiscoSans"/>
                </a:defRPr>
              </a:lvl3pPr>
              <a:lvl4pPr marL="688920" indent="0" algn="l" defTabSz="912276" rtl="0" eaLnBrk="1" fontAlgn="base" hangingPunct="1">
                <a:lnSpc>
                  <a:spcPct val="95000"/>
                </a:lnSpc>
                <a:spcBef>
                  <a:spcPts val="833"/>
                </a:spcBef>
                <a:spcAft>
                  <a:spcPct val="0"/>
                </a:spcAft>
                <a:buClr>
                  <a:schemeClr val="accent1"/>
                </a:buClr>
                <a:buFont typeface="Arial" charset="0"/>
                <a:buNone/>
                <a:defRPr lang="en-US" sz="1600" kern="1200">
                  <a:solidFill>
                    <a:schemeClr val="bg2"/>
                  </a:solidFill>
                  <a:latin typeface="+mn-lt"/>
                  <a:ea typeface="ＭＳ Ｐゴシック" charset="0"/>
                  <a:cs typeface="CiscoSans"/>
                </a:defRPr>
              </a:lvl4pPr>
              <a:lvl5pPr marL="801621" indent="0" algn="l" defTabSz="912276" rtl="0" eaLnBrk="1" fontAlgn="base" hangingPunct="1">
                <a:lnSpc>
                  <a:spcPct val="95000"/>
                </a:lnSpc>
                <a:spcBef>
                  <a:spcPts val="833"/>
                </a:spcBef>
                <a:spcAft>
                  <a:spcPct val="0"/>
                </a:spcAft>
                <a:buClr>
                  <a:schemeClr val="accent1"/>
                </a:buClr>
                <a:buFont typeface="Arial" charset="0"/>
                <a:buNone/>
                <a:defRPr lang="en-US" sz="1400" kern="1200">
                  <a:solidFill>
                    <a:schemeClr val="bg2"/>
                  </a:solidFill>
                  <a:latin typeface="+mn-lt"/>
                  <a:ea typeface="ＭＳ Ｐゴシック" charset="0"/>
                  <a:cs typeface="CiscoSans"/>
                </a:defRPr>
              </a:lvl5pPr>
              <a:lvl6pPr marL="1151798" indent="-228592" algn="l" defTabSz="914362" rtl="0" eaLnBrk="1" latinLnBrk="0" hangingPunct="1">
                <a:spcBef>
                  <a:spcPts val="800"/>
                </a:spcBef>
                <a:buFont typeface="Arial" pitchFamily="34" charset="0"/>
                <a:buChar char="•"/>
                <a:defRPr sz="12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7781" indent="-228561" algn="l" defTabSz="914362" rtl="0" eaLnBrk="1" latinLnBrk="0" hangingPunct="1">
                <a:spcBef>
                  <a:spcPts val="800"/>
                </a:spcBef>
                <a:buFont typeface="Arial" pitchFamily="34" charset="0"/>
                <a:buChar char="•"/>
                <a:defRPr sz="1067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267" indent="0" algn="l" defTabSz="914362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038" indent="-228592" algn="l" defTabSz="914362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2276" rtl="0" eaLnBrk="1" fontAlgn="base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00BCEB"/>
                </a:buClr>
                <a:buSzPct val="90000"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iscoSansTT Light"/>
                  <a:ea typeface="ＭＳ Ｐゴシック"/>
                  <a:cs typeface="CiscoSansTT Light"/>
                </a:rPr>
                <a:t>Validates candidate’s skills and knowledge of:</a:t>
              </a:r>
            </a:p>
            <a:p>
              <a:pPr marL="179070" marR="0" lvl="0" indent="-179070" algn="l" defTabSz="912276" rtl="0" eaLnBrk="1" fontAlgn="base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00BCEB"/>
                </a:buClr>
                <a:buSzPct val="90000"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iscoSansTT Light"/>
                  <a:ea typeface="ＭＳ Ｐゴシック"/>
                  <a:cs typeface="CiscoSansTT Light"/>
                </a:rPr>
                <a:t>Cybersecurity principles 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ＭＳ Ｐゴシック" charset="0"/>
                <a:cs typeface="CiscoSansTT Light" panose="020B0503020201020303" pitchFamily="34" charset="0"/>
              </a:endParaRPr>
            </a:p>
            <a:p>
              <a:pPr marL="179070" marR="0" lvl="0" indent="-179070" algn="l" defTabSz="912276" rtl="0" eaLnBrk="1" fontAlgn="base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00BCEB"/>
                </a:buClr>
                <a:buSzPct val="90000"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iscoSansTT Light"/>
                  <a:ea typeface="ＭＳ Ｐゴシック"/>
                  <a:cs typeface="CiscoSansTT Light"/>
                </a:rPr>
                <a:t>Network security and endpoint security concepts</a:t>
              </a:r>
            </a:p>
            <a:p>
              <a:pPr marL="179070" marR="0" lvl="0" indent="-179070" algn="l" defTabSz="912276" rtl="0" eaLnBrk="1" fontAlgn="base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00BCEB"/>
                </a:buClr>
                <a:buSzPct val="90000"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iscoSansTT Light"/>
                  <a:ea typeface="ＭＳ Ｐゴシック"/>
                  <a:cs typeface="CiscoSansTT Light"/>
                </a:rPr>
                <a:t>Vulnerability assessment and risk management</a:t>
              </a:r>
            </a:p>
            <a:p>
              <a:pPr marL="179070" marR="0" lvl="0" indent="-179070" algn="l" defTabSz="912276" rtl="0" eaLnBrk="1" fontAlgn="base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00BCEB"/>
                </a:buClr>
                <a:buSzPct val="90000"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iscoSansTT Light"/>
                  <a:ea typeface="ＭＳ Ｐゴシック"/>
                  <a:cs typeface="CiscoSansTT Light"/>
                </a:rPr>
                <a:t>Incident handling</a:t>
              </a:r>
            </a:p>
            <a:p>
              <a:pPr marL="179070" marR="0" lvl="0" indent="-179070" algn="l" defTabSz="912276" rtl="0" eaLnBrk="1" fontAlgn="base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00BCEB"/>
                </a:buClr>
                <a:buSzPct val="90000"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iscoSansTT Light"/>
                  <a:ea typeface="ＭＳ Ｐゴシック"/>
                  <a:cs typeface="CiscoSansTT Light"/>
                </a:rPr>
                <a:t>CCST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iscoSansTT Light"/>
                  <a:ea typeface="+mn-lt"/>
                  <a:cs typeface="CiscoSansTT Light"/>
                </a:rPr>
                <a:t> certification is for life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ＭＳ Ｐゴシック" charset="0"/>
                <a:cs typeface="CiscoSansTT Light" panose="020B0503020201020303" pitchFamily="34" charset="0"/>
              </a:endParaRPr>
            </a:p>
            <a:p>
              <a:pPr marL="179070" marR="0" lvl="0" indent="-179070" algn="l" defTabSz="912276" rtl="0" eaLnBrk="1" fontAlgn="base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00BCEB"/>
                </a:buClr>
                <a:buSzPct val="90000"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iscoSansTT Light"/>
                  <a:ea typeface="ＭＳ Ｐゴシック"/>
                  <a:cs typeface="CiscoSansTT Light"/>
                </a:rPr>
                <a:t>No recertification requirements </a:t>
              </a:r>
            </a:p>
            <a:p>
              <a:pPr marL="179070" marR="0" lvl="0" indent="-179070" algn="l" defTabSz="912276" rtl="0" eaLnBrk="1" fontAlgn="base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00BCEB"/>
                </a:buClr>
                <a:buSzPct val="9000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ＭＳ Ｐゴシック" charset="0"/>
                <a:cs typeface="CiscoSansTT Light" panose="020B0503020201020303" pitchFamily="34" charset="0"/>
              </a:endParaRPr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8D3B0724-1486-66E8-13A4-81736A469636}"/>
                </a:ext>
              </a:extLst>
            </p:cNvPr>
            <p:cNvSpPr/>
            <p:nvPr/>
          </p:nvSpPr>
          <p:spPr>
            <a:xfrm>
              <a:off x="4627395" y="1754734"/>
              <a:ext cx="3587193" cy="807085"/>
            </a:xfrm>
            <a:prstGeom prst="roundRect">
              <a:avLst>
                <a:gd name="adj" fmla="val 50000"/>
              </a:avLst>
            </a:prstGeom>
            <a:solidFill>
              <a:srgbClr val="92D05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90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ExtraLight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17815BF-D44C-8A0B-EAF8-36E3AB2B579C}"/>
                </a:ext>
              </a:extLst>
            </p:cNvPr>
            <p:cNvSpPr/>
            <p:nvPr/>
          </p:nvSpPr>
          <p:spPr>
            <a:xfrm>
              <a:off x="4965415" y="2015196"/>
              <a:ext cx="3022253" cy="279419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rtlCol="0" anchor="ctr"/>
            <a:lstStyle/>
            <a:p>
              <a:pPr marL="0" marR="0" lvl="0" indent="0" algn="ctr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D274D"/>
                  </a:solidFill>
                  <a:effectLst/>
                  <a:uLnTx/>
                  <a:uFillTx/>
                  <a:latin typeface="CiscoSansTT ExtraLight"/>
                  <a:ea typeface="+mn-ea"/>
                  <a:cs typeface="+mn-cs"/>
                </a:rPr>
                <a:t>CCST Cybersecurity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E02BE3D-27AD-1356-DF8E-0AF97306F077}"/>
              </a:ext>
            </a:extLst>
          </p:cNvPr>
          <p:cNvGrpSpPr/>
          <p:nvPr/>
        </p:nvGrpSpPr>
        <p:grpSpPr>
          <a:xfrm>
            <a:off x="427339" y="1754734"/>
            <a:ext cx="3587193" cy="4429756"/>
            <a:chOff x="601348" y="1754737"/>
            <a:chExt cx="3587193" cy="4429756"/>
          </a:xfrm>
        </p:grpSpPr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EF5E5ABF-EA2F-A846-50A3-14931DBDAEF5}"/>
                </a:ext>
              </a:extLst>
            </p:cNvPr>
            <p:cNvSpPr/>
            <p:nvPr/>
          </p:nvSpPr>
          <p:spPr>
            <a:xfrm>
              <a:off x="930276" y="4634869"/>
              <a:ext cx="447233" cy="447233"/>
            </a:xfrm>
            <a:custGeom>
              <a:avLst/>
              <a:gdLst>
                <a:gd name="connsiteX0" fmla="*/ 434912 w 585882"/>
                <a:gd name="connsiteY0" fmla="*/ 323564 h 585882"/>
                <a:gd name="connsiteX1" fmla="*/ 438245 w 585882"/>
                <a:gd name="connsiteY1" fmla="*/ 292894 h 585882"/>
                <a:gd name="connsiteX2" fmla="*/ 292989 w 585882"/>
                <a:gd name="connsiteY2" fmla="*/ 147638 h 585882"/>
                <a:gd name="connsiteX3" fmla="*/ 152495 w 585882"/>
                <a:gd name="connsiteY3" fmla="*/ 255842 h 585882"/>
                <a:gd name="connsiteX4" fmla="*/ 138684 w 585882"/>
                <a:gd name="connsiteY4" fmla="*/ 252222 h 585882"/>
                <a:gd name="connsiteX5" fmla="*/ 292989 w 585882"/>
                <a:gd name="connsiteY5" fmla="*/ 133445 h 585882"/>
                <a:gd name="connsiteX6" fmla="*/ 452533 w 585882"/>
                <a:gd name="connsiteY6" fmla="*/ 292989 h 585882"/>
                <a:gd name="connsiteX7" fmla="*/ 448913 w 585882"/>
                <a:gd name="connsiteY7" fmla="*/ 326708 h 585882"/>
                <a:gd name="connsiteX8" fmla="*/ 447199 w 585882"/>
                <a:gd name="connsiteY8" fmla="*/ 334232 h 585882"/>
                <a:gd name="connsiteX9" fmla="*/ 433292 w 585882"/>
                <a:gd name="connsiteY9" fmla="*/ 330994 h 585882"/>
                <a:gd name="connsiteX10" fmla="*/ 435007 w 585882"/>
                <a:gd name="connsiteY10" fmla="*/ 323755 h 585882"/>
                <a:gd name="connsiteX11" fmla="*/ 410337 w 585882"/>
                <a:gd name="connsiteY11" fmla="*/ 324231 h 585882"/>
                <a:gd name="connsiteX12" fmla="*/ 411480 w 585882"/>
                <a:gd name="connsiteY12" fmla="*/ 319183 h 585882"/>
                <a:gd name="connsiteX13" fmla="*/ 414338 w 585882"/>
                <a:gd name="connsiteY13" fmla="*/ 292989 h 585882"/>
                <a:gd name="connsiteX14" fmla="*/ 292894 w 585882"/>
                <a:gd name="connsiteY14" fmla="*/ 171545 h 585882"/>
                <a:gd name="connsiteX15" fmla="*/ 175451 w 585882"/>
                <a:gd name="connsiteY15" fmla="*/ 261938 h 585882"/>
                <a:gd name="connsiteX16" fmla="*/ 175070 w 585882"/>
                <a:gd name="connsiteY16" fmla="*/ 263557 h 585882"/>
                <a:gd name="connsiteX17" fmla="*/ 138494 w 585882"/>
                <a:gd name="connsiteY17" fmla="*/ 305943 h 585882"/>
                <a:gd name="connsiteX18" fmla="*/ 143542 w 585882"/>
                <a:gd name="connsiteY18" fmla="*/ 319278 h 585882"/>
                <a:gd name="connsiteX19" fmla="*/ 188786 w 585882"/>
                <a:gd name="connsiteY19" fmla="*/ 267272 h 585882"/>
                <a:gd name="connsiteX20" fmla="*/ 189262 w 585882"/>
                <a:gd name="connsiteY20" fmla="*/ 265557 h 585882"/>
                <a:gd name="connsiteX21" fmla="*/ 292894 w 585882"/>
                <a:gd name="connsiteY21" fmla="*/ 185833 h 585882"/>
                <a:gd name="connsiteX22" fmla="*/ 400050 w 585882"/>
                <a:gd name="connsiteY22" fmla="*/ 292989 h 585882"/>
                <a:gd name="connsiteX23" fmla="*/ 397478 w 585882"/>
                <a:gd name="connsiteY23" fmla="*/ 316230 h 585882"/>
                <a:gd name="connsiteX24" fmla="*/ 396431 w 585882"/>
                <a:gd name="connsiteY24" fmla="*/ 320802 h 585882"/>
                <a:gd name="connsiteX25" fmla="*/ 342043 w 585882"/>
                <a:gd name="connsiteY25" fmla="*/ 430816 h 585882"/>
                <a:gd name="connsiteX26" fmla="*/ 353282 w 585882"/>
                <a:gd name="connsiteY26" fmla="*/ 439674 h 585882"/>
                <a:gd name="connsiteX27" fmla="*/ 410337 w 585882"/>
                <a:gd name="connsiteY27" fmla="*/ 324231 h 585882"/>
                <a:gd name="connsiteX28" fmla="*/ 373571 w 585882"/>
                <a:gd name="connsiteY28" fmla="*/ 314420 h 585882"/>
                <a:gd name="connsiteX29" fmla="*/ 374142 w 585882"/>
                <a:gd name="connsiteY29" fmla="*/ 311753 h 585882"/>
                <a:gd name="connsiteX30" fmla="*/ 376333 w 585882"/>
                <a:gd name="connsiteY30" fmla="*/ 292989 h 585882"/>
                <a:gd name="connsiteX31" fmla="*/ 292989 w 585882"/>
                <a:gd name="connsiteY31" fmla="*/ 209645 h 585882"/>
                <a:gd name="connsiteX32" fmla="*/ 212408 w 585882"/>
                <a:gd name="connsiteY32" fmla="*/ 271653 h 585882"/>
                <a:gd name="connsiteX33" fmla="*/ 211741 w 585882"/>
                <a:gd name="connsiteY33" fmla="*/ 274034 h 585882"/>
                <a:gd name="connsiteX34" fmla="*/ 148971 w 585882"/>
                <a:gd name="connsiteY34" fmla="*/ 342614 h 585882"/>
                <a:gd name="connsiteX35" fmla="*/ 153638 w 585882"/>
                <a:gd name="connsiteY35" fmla="*/ 356140 h 585882"/>
                <a:gd name="connsiteX36" fmla="*/ 225457 w 585882"/>
                <a:gd name="connsiteY36" fmla="*/ 277844 h 585882"/>
                <a:gd name="connsiteX37" fmla="*/ 226124 w 585882"/>
                <a:gd name="connsiteY37" fmla="*/ 275273 h 585882"/>
                <a:gd name="connsiteX38" fmla="*/ 292894 w 585882"/>
                <a:gd name="connsiteY38" fmla="*/ 223933 h 585882"/>
                <a:gd name="connsiteX39" fmla="*/ 361950 w 585882"/>
                <a:gd name="connsiteY39" fmla="*/ 292989 h 585882"/>
                <a:gd name="connsiteX40" fmla="*/ 360140 w 585882"/>
                <a:gd name="connsiteY40" fmla="*/ 308705 h 585882"/>
                <a:gd name="connsiteX41" fmla="*/ 359664 w 585882"/>
                <a:gd name="connsiteY41" fmla="*/ 310896 h 585882"/>
                <a:gd name="connsiteX42" fmla="*/ 280892 w 585882"/>
                <a:gd name="connsiteY42" fmla="*/ 439674 h 585882"/>
                <a:gd name="connsiteX43" fmla="*/ 290227 w 585882"/>
                <a:gd name="connsiteY43" fmla="*/ 450437 h 585882"/>
                <a:gd name="connsiteX44" fmla="*/ 373475 w 585882"/>
                <a:gd name="connsiteY44" fmla="*/ 314325 h 585882"/>
                <a:gd name="connsiteX45" fmla="*/ 336804 w 585882"/>
                <a:gd name="connsiteY45" fmla="*/ 304324 h 585882"/>
                <a:gd name="connsiteX46" fmla="*/ 338233 w 585882"/>
                <a:gd name="connsiteY46" fmla="*/ 292989 h 585882"/>
                <a:gd name="connsiteX47" fmla="*/ 292989 w 585882"/>
                <a:gd name="connsiteY47" fmla="*/ 247745 h 585882"/>
                <a:gd name="connsiteX48" fmla="*/ 249269 w 585882"/>
                <a:gd name="connsiteY48" fmla="*/ 281369 h 585882"/>
                <a:gd name="connsiteX49" fmla="*/ 249079 w 585882"/>
                <a:gd name="connsiteY49" fmla="*/ 282035 h 585882"/>
                <a:gd name="connsiteX50" fmla="*/ 167450 w 585882"/>
                <a:gd name="connsiteY50" fmla="*/ 376428 h 585882"/>
                <a:gd name="connsiteX51" fmla="*/ 172688 w 585882"/>
                <a:gd name="connsiteY51" fmla="*/ 389763 h 585882"/>
                <a:gd name="connsiteX52" fmla="*/ 263081 w 585882"/>
                <a:gd name="connsiteY52" fmla="*/ 285083 h 585882"/>
                <a:gd name="connsiteX53" fmla="*/ 263176 w 585882"/>
                <a:gd name="connsiteY53" fmla="*/ 284417 h 585882"/>
                <a:gd name="connsiteX54" fmla="*/ 292894 w 585882"/>
                <a:gd name="connsiteY54" fmla="*/ 262033 h 585882"/>
                <a:gd name="connsiteX55" fmla="*/ 323850 w 585882"/>
                <a:gd name="connsiteY55" fmla="*/ 292989 h 585882"/>
                <a:gd name="connsiteX56" fmla="*/ 322802 w 585882"/>
                <a:gd name="connsiteY56" fmla="*/ 301085 h 585882"/>
                <a:gd name="connsiteX57" fmla="*/ 232219 w 585882"/>
                <a:gd name="connsiteY57" fmla="*/ 428435 h 585882"/>
                <a:gd name="connsiteX58" fmla="*/ 239935 w 585882"/>
                <a:gd name="connsiteY58" fmla="*/ 440436 h 585882"/>
                <a:gd name="connsiteX59" fmla="*/ 336709 w 585882"/>
                <a:gd name="connsiteY59" fmla="*/ 304324 h 585882"/>
                <a:gd name="connsiteX60" fmla="*/ 585883 w 585882"/>
                <a:gd name="connsiteY60" fmla="*/ 54864 h 585882"/>
                <a:gd name="connsiteX61" fmla="*/ 531114 w 585882"/>
                <a:gd name="connsiteY61" fmla="*/ 109633 h 585882"/>
                <a:gd name="connsiteX62" fmla="*/ 497777 w 585882"/>
                <a:gd name="connsiteY62" fmla="*/ 98298 h 585882"/>
                <a:gd name="connsiteX63" fmla="*/ 431387 w 585882"/>
                <a:gd name="connsiteY63" fmla="*/ 164687 h 585882"/>
                <a:gd name="connsiteX64" fmla="*/ 421291 w 585882"/>
                <a:gd name="connsiteY64" fmla="*/ 154591 h 585882"/>
                <a:gd name="connsiteX65" fmla="*/ 487680 w 585882"/>
                <a:gd name="connsiteY65" fmla="*/ 88106 h 585882"/>
                <a:gd name="connsiteX66" fmla="*/ 476345 w 585882"/>
                <a:gd name="connsiteY66" fmla="*/ 54864 h 585882"/>
                <a:gd name="connsiteX67" fmla="*/ 531114 w 585882"/>
                <a:gd name="connsiteY67" fmla="*/ 95 h 585882"/>
                <a:gd name="connsiteX68" fmla="*/ 585883 w 585882"/>
                <a:gd name="connsiteY68" fmla="*/ 54864 h 585882"/>
                <a:gd name="connsiteX69" fmla="*/ 571595 w 585882"/>
                <a:gd name="connsiteY69" fmla="*/ 54864 h 585882"/>
                <a:gd name="connsiteX70" fmla="*/ 531114 w 585882"/>
                <a:gd name="connsiteY70" fmla="*/ 14383 h 585882"/>
                <a:gd name="connsiteX71" fmla="*/ 490633 w 585882"/>
                <a:gd name="connsiteY71" fmla="*/ 54864 h 585882"/>
                <a:gd name="connsiteX72" fmla="*/ 531114 w 585882"/>
                <a:gd name="connsiteY72" fmla="*/ 95345 h 585882"/>
                <a:gd name="connsiteX73" fmla="*/ 571595 w 585882"/>
                <a:gd name="connsiteY73" fmla="*/ 54864 h 585882"/>
                <a:gd name="connsiteX74" fmla="*/ 109633 w 585882"/>
                <a:gd name="connsiteY74" fmla="*/ 54864 h 585882"/>
                <a:gd name="connsiteX75" fmla="*/ 98298 w 585882"/>
                <a:gd name="connsiteY75" fmla="*/ 88106 h 585882"/>
                <a:gd name="connsiteX76" fmla="*/ 164687 w 585882"/>
                <a:gd name="connsiteY76" fmla="*/ 154496 h 585882"/>
                <a:gd name="connsiteX77" fmla="*/ 154591 w 585882"/>
                <a:gd name="connsiteY77" fmla="*/ 164592 h 585882"/>
                <a:gd name="connsiteX78" fmla="*/ 88202 w 585882"/>
                <a:gd name="connsiteY78" fmla="*/ 98203 h 585882"/>
                <a:gd name="connsiteX79" fmla="*/ 54959 w 585882"/>
                <a:gd name="connsiteY79" fmla="*/ 109538 h 585882"/>
                <a:gd name="connsiteX80" fmla="*/ 191 w 585882"/>
                <a:gd name="connsiteY80" fmla="*/ 54769 h 585882"/>
                <a:gd name="connsiteX81" fmla="*/ 54959 w 585882"/>
                <a:gd name="connsiteY81" fmla="*/ 0 h 585882"/>
                <a:gd name="connsiteX82" fmla="*/ 109728 w 585882"/>
                <a:gd name="connsiteY82" fmla="*/ 54769 h 585882"/>
                <a:gd name="connsiteX83" fmla="*/ 95345 w 585882"/>
                <a:gd name="connsiteY83" fmla="*/ 54864 h 585882"/>
                <a:gd name="connsiteX84" fmla="*/ 54864 w 585882"/>
                <a:gd name="connsiteY84" fmla="*/ 14383 h 585882"/>
                <a:gd name="connsiteX85" fmla="*/ 14383 w 585882"/>
                <a:gd name="connsiteY85" fmla="*/ 54864 h 585882"/>
                <a:gd name="connsiteX86" fmla="*/ 54864 w 585882"/>
                <a:gd name="connsiteY86" fmla="*/ 95345 h 585882"/>
                <a:gd name="connsiteX87" fmla="*/ 95345 w 585882"/>
                <a:gd name="connsiteY87" fmla="*/ 54864 h 585882"/>
                <a:gd name="connsiteX88" fmla="*/ 585883 w 585882"/>
                <a:gd name="connsiteY88" fmla="*/ 531114 h 585882"/>
                <a:gd name="connsiteX89" fmla="*/ 531114 w 585882"/>
                <a:gd name="connsiteY89" fmla="*/ 585883 h 585882"/>
                <a:gd name="connsiteX90" fmla="*/ 476345 w 585882"/>
                <a:gd name="connsiteY90" fmla="*/ 531114 h 585882"/>
                <a:gd name="connsiteX91" fmla="*/ 487680 w 585882"/>
                <a:gd name="connsiteY91" fmla="*/ 497776 h 585882"/>
                <a:gd name="connsiteX92" fmla="*/ 421196 w 585882"/>
                <a:gd name="connsiteY92" fmla="*/ 431387 h 585882"/>
                <a:gd name="connsiteX93" fmla="*/ 431292 w 585882"/>
                <a:gd name="connsiteY93" fmla="*/ 421291 h 585882"/>
                <a:gd name="connsiteX94" fmla="*/ 497777 w 585882"/>
                <a:gd name="connsiteY94" fmla="*/ 487680 h 585882"/>
                <a:gd name="connsiteX95" fmla="*/ 531019 w 585882"/>
                <a:gd name="connsiteY95" fmla="*/ 476345 h 585882"/>
                <a:gd name="connsiteX96" fmla="*/ 585788 w 585882"/>
                <a:gd name="connsiteY96" fmla="*/ 531114 h 585882"/>
                <a:gd name="connsiteX97" fmla="*/ 571595 w 585882"/>
                <a:gd name="connsiteY97" fmla="*/ 531114 h 585882"/>
                <a:gd name="connsiteX98" fmla="*/ 531114 w 585882"/>
                <a:gd name="connsiteY98" fmla="*/ 490633 h 585882"/>
                <a:gd name="connsiteX99" fmla="*/ 490633 w 585882"/>
                <a:gd name="connsiteY99" fmla="*/ 531114 h 585882"/>
                <a:gd name="connsiteX100" fmla="*/ 531114 w 585882"/>
                <a:gd name="connsiteY100" fmla="*/ 571595 h 585882"/>
                <a:gd name="connsiteX101" fmla="*/ 571595 w 585882"/>
                <a:gd name="connsiteY101" fmla="*/ 531114 h 585882"/>
                <a:gd name="connsiteX102" fmla="*/ 95 w 585882"/>
                <a:gd name="connsiteY102" fmla="*/ 531114 h 585882"/>
                <a:gd name="connsiteX103" fmla="*/ 54864 w 585882"/>
                <a:gd name="connsiteY103" fmla="*/ 476345 h 585882"/>
                <a:gd name="connsiteX104" fmla="*/ 88106 w 585882"/>
                <a:gd name="connsiteY104" fmla="*/ 487680 h 585882"/>
                <a:gd name="connsiteX105" fmla="*/ 154591 w 585882"/>
                <a:gd name="connsiteY105" fmla="*/ 421291 h 585882"/>
                <a:gd name="connsiteX106" fmla="*/ 164687 w 585882"/>
                <a:gd name="connsiteY106" fmla="*/ 431387 h 585882"/>
                <a:gd name="connsiteX107" fmla="*/ 98203 w 585882"/>
                <a:gd name="connsiteY107" fmla="*/ 497776 h 585882"/>
                <a:gd name="connsiteX108" fmla="*/ 109538 w 585882"/>
                <a:gd name="connsiteY108" fmla="*/ 531114 h 585882"/>
                <a:gd name="connsiteX109" fmla="*/ 54769 w 585882"/>
                <a:gd name="connsiteY109" fmla="*/ 585883 h 585882"/>
                <a:gd name="connsiteX110" fmla="*/ 0 w 585882"/>
                <a:gd name="connsiteY110" fmla="*/ 531114 h 585882"/>
                <a:gd name="connsiteX111" fmla="*/ 14383 w 585882"/>
                <a:gd name="connsiteY111" fmla="*/ 531114 h 585882"/>
                <a:gd name="connsiteX112" fmla="*/ 54864 w 585882"/>
                <a:gd name="connsiteY112" fmla="*/ 571595 h 585882"/>
                <a:gd name="connsiteX113" fmla="*/ 95345 w 585882"/>
                <a:gd name="connsiteY113" fmla="*/ 531114 h 585882"/>
                <a:gd name="connsiteX114" fmla="*/ 54864 w 585882"/>
                <a:gd name="connsiteY114" fmla="*/ 490633 h 585882"/>
                <a:gd name="connsiteX115" fmla="*/ 14383 w 585882"/>
                <a:gd name="connsiteY115" fmla="*/ 531114 h 585882"/>
                <a:gd name="connsiteX116" fmla="*/ 286131 w 585882"/>
                <a:gd name="connsiteY116" fmla="*/ 291275 h 585882"/>
                <a:gd name="connsiteX117" fmla="*/ 195072 w 585882"/>
                <a:gd name="connsiteY117" fmla="*/ 405956 h 585882"/>
                <a:gd name="connsiteX118" fmla="*/ 201359 w 585882"/>
                <a:gd name="connsiteY118" fmla="*/ 418814 h 585882"/>
                <a:gd name="connsiteX119" fmla="*/ 299847 w 585882"/>
                <a:gd name="connsiteY119" fmla="*/ 294989 h 585882"/>
                <a:gd name="connsiteX120" fmla="*/ 286036 w 585882"/>
                <a:gd name="connsiteY120" fmla="*/ 291275 h 585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585882" h="585882">
                  <a:moveTo>
                    <a:pt x="434912" y="323564"/>
                  </a:moveTo>
                  <a:cubicBezTo>
                    <a:pt x="436436" y="316135"/>
                    <a:pt x="438245" y="304514"/>
                    <a:pt x="438245" y="292894"/>
                  </a:cubicBezTo>
                  <a:cubicBezTo>
                    <a:pt x="438245" y="212789"/>
                    <a:pt x="373094" y="147638"/>
                    <a:pt x="292989" y="147638"/>
                  </a:cubicBezTo>
                  <a:cubicBezTo>
                    <a:pt x="227171" y="147638"/>
                    <a:pt x="169355" y="192119"/>
                    <a:pt x="152495" y="255842"/>
                  </a:cubicBezTo>
                  <a:lnTo>
                    <a:pt x="138684" y="252222"/>
                  </a:lnTo>
                  <a:cubicBezTo>
                    <a:pt x="157163" y="182309"/>
                    <a:pt x="220599" y="133445"/>
                    <a:pt x="292989" y="133445"/>
                  </a:cubicBezTo>
                  <a:cubicBezTo>
                    <a:pt x="381000" y="133445"/>
                    <a:pt x="452533" y="204978"/>
                    <a:pt x="452533" y="292989"/>
                  </a:cubicBezTo>
                  <a:cubicBezTo>
                    <a:pt x="452533" y="305753"/>
                    <a:pt x="450533" y="318325"/>
                    <a:pt x="448913" y="326708"/>
                  </a:cubicBezTo>
                  <a:lnTo>
                    <a:pt x="447199" y="334232"/>
                  </a:lnTo>
                  <a:lnTo>
                    <a:pt x="433292" y="330994"/>
                  </a:lnTo>
                  <a:lnTo>
                    <a:pt x="435007" y="323755"/>
                  </a:lnTo>
                  <a:close/>
                  <a:moveTo>
                    <a:pt x="410337" y="324231"/>
                  </a:moveTo>
                  <a:lnTo>
                    <a:pt x="411480" y="319183"/>
                  </a:lnTo>
                  <a:cubicBezTo>
                    <a:pt x="412814" y="312611"/>
                    <a:pt x="414338" y="302705"/>
                    <a:pt x="414338" y="292989"/>
                  </a:cubicBezTo>
                  <a:cubicBezTo>
                    <a:pt x="414338" y="226028"/>
                    <a:pt x="359855" y="171545"/>
                    <a:pt x="292894" y="171545"/>
                  </a:cubicBezTo>
                  <a:cubicBezTo>
                    <a:pt x="237839" y="171545"/>
                    <a:pt x="189548" y="208693"/>
                    <a:pt x="175451" y="261938"/>
                  </a:cubicBezTo>
                  <a:lnTo>
                    <a:pt x="175070" y="263557"/>
                  </a:lnTo>
                  <a:cubicBezTo>
                    <a:pt x="168878" y="285083"/>
                    <a:pt x="156877" y="298990"/>
                    <a:pt x="138494" y="305943"/>
                  </a:cubicBezTo>
                  <a:lnTo>
                    <a:pt x="143542" y="319278"/>
                  </a:lnTo>
                  <a:cubicBezTo>
                    <a:pt x="166116" y="310706"/>
                    <a:pt x="181261" y="293275"/>
                    <a:pt x="188786" y="267272"/>
                  </a:cubicBezTo>
                  <a:lnTo>
                    <a:pt x="189262" y="265557"/>
                  </a:lnTo>
                  <a:cubicBezTo>
                    <a:pt x="201644" y="218599"/>
                    <a:pt x="244316" y="185833"/>
                    <a:pt x="292894" y="185833"/>
                  </a:cubicBezTo>
                  <a:cubicBezTo>
                    <a:pt x="351949" y="185833"/>
                    <a:pt x="400050" y="233934"/>
                    <a:pt x="400050" y="292989"/>
                  </a:cubicBezTo>
                  <a:cubicBezTo>
                    <a:pt x="400050" y="301562"/>
                    <a:pt x="398621" y="310420"/>
                    <a:pt x="397478" y="316230"/>
                  </a:cubicBezTo>
                  <a:lnTo>
                    <a:pt x="396431" y="320802"/>
                  </a:lnTo>
                  <a:cubicBezTo>
                    <a:pt x="385382" y="362141"/>
                    <a:pt x="366998" y="399193"/>
                    <a:pt x="342043" y="430816"/>
                  </a:cubicBezTo>
                  <a:lnTo>
                    <a:pt x="353282" y="439674"/>
                  </a:lnTo>
                  <a:cubicBezTo>
                    <a:pt x="379476" y="406527"/>
                    <a:pt x="398717" y="367760"/>
                    <a:pt x="410337" y="324231"/>
                  </a:cubicBezTo>
                  <a:close/>
                  <a:moveTo>
                    <a:pt x="373571" y="314420"/>
                  </a:moveTo>
                  <a:lnTo>
                    <a:pt x="374142" y="311753"/>
                  </a:lnTo>
                  <a:cubicBezTo>
                    <a:pt x="374904" y="307753"/>
                    <a:pt x="376333" y="299942"/>
                    <a:pt x="376333" y="292989"/>
                  </a:cubicBezTo>
                  <a:cubicBezTo>
                    <a:pt x="376333" y="247078"/>
                    <a:pt x="338995" y="209645"/>
                    <a:pt x="292989" y="209645"/>
                  </a:cubicBezTo>
                  <a:cubicBezTo>
                    <a:pt x="255175" y="209645"/>
                    <a:pt x="222123" y="235172"/>
                    <a:pt x="212408" y="271653"/>
                  </a:cubicBezTo>
                  <a:lnTo>
                    <a:pt x="211741" y="274034"/>
                  </a:lnTo>
                  <a:cubicBezTo>
                    <a:pt x="204883" y="297847"/>
                    <a:pt x="188405" y="329089"/>
                    <a:pt x="148971" y="342614"/>
                  </a:cubicBezTo>
                  <a:lnTo>
                    <a:pt x="153638" y="356140"/>
                  </a:lnTo>
                  <a:cubicBezTo>
                    <a:pt x="198787" y="340614"/>
                    <a:pt x="217646" y="305086"/>
                    <a:pt x="225457" y="277844"/>
                  </a:cubicBezTo>
                  <a:lnTo>
                    <a:pt x="226124" y="275273"/>
                  </a:lnTo>
                  <a:cubicBezTo>
                    <a:pt x="234125" y="245078"/>
                    <a:pt x="261557" y="223933"/>
                    <a:pt x="292894" y="223933"/>
                  </a:cubicBezTo>
                  <a:cubicBezTo>
                    <a:pt x="330994" y="223933"/>
                    <a:pt x="361950" y="254889"/>
                    <a:pt x="361950" y="292989"/>
                  </a:cubicBezTo>
                  <a:cubicBezTo>
                    <a:pt x="361950" y="298895"/>
                    <a:pt x="360617" y="306134"/>
                    <a:pt x="360140" y="308705"/>
                  </a:cubicBezTo>
                  <a:lnTo>
                    <a:pt x="359664" y="310896"/>
                  </a:lnTo>
                  <a:cubicBezTo>
                    <a:pt x="345853" y="362426"/>
                    <a:pt x="318611" y="407003"/>
                    <a:pt x="280892" y="439674"/>
                  </a:cubicBezTo>
                  <a:lnTo>
                    <a:pt x="290227" y="450437"/>
                  </a:lnTo>
                  <a:cubicBezTo>
                    <a:pt x="330137" y="415862"/>
                    <a:pt x="358902" y="368903"/>
                    <a:pt x="373475" y="314325"/>
                  </a:cubicBezTo>
                  <a:close/>
                  <a:moveTo>
                    <a:pt x="336804" y="304324"/>
                  </a:moveTo>
                  <a:cubicBezTo>
                    <a:pt x="336995" y="303562"/>
                    <a:pt x="338233" y="296990"/>
                    <a:pt x="338233" y="292989"/>
                  </a:cubicBezTo>
                  <a:cubicBezTo>
                    <a:pt x="338233" y="268034"/>
                    <a:pt x="317945" y="247745"/>
                    <a:pt x="292989" y="247745"/>
                  </a:cubicBezTo>
                  <a:cubicBezTo>
                    <a:pt x="272510" y="247745"/>
                    <a:pt x="254508" y="261556"/>
                    <a:pt x="249269" y="281369"/>
                  </a:cubicBezTo>
                  <a:cubicBezTo>
                    <a:pt x="249269" y="281559"/>
                    <a:pt x="249174" y="281845"/>
                    <a:pt x="249079" y="282035"/>
                  </a:cubicBezTo>
                  <a:cubicBezTo>
                    <a:pt x="241840" y="308420"/>
                    <a:pt x="221742" y="355092"/>
                    <a:pt x="167450" y="376428"/>
                  </a:cubicBezTo>
                  <a:lnTo>
                    <a:pt x="172688" y="389763"/>
                  </a:lnTo>
                  <a:cubicBezTo>
                    <a:pt x="233363" y="365950"/>
                    <a:pt x="255365" y="313944"/>
                    <a:pt x="263081" y="285083"/>
                  </a:cubicBezTo>
                  <a:cubicBezTo>
                    <a:pt x="263081" y="284893"/>
                    <a:pt x="263176" y="284607"/>
                    <a:pt x="263176" y="284417"/>
                  </a:cubicBezTo>
                  <a:cubicBezTo>
                    <a:pt x="266986" y="271177"/>
                    <a:pt x="279083" y="262033"/>
                    <a:pt x="292894" y="262033"/>
                  </a:cubicBezTo>
                  <a:cubicBezTo>
                    <a:pt x="309944" y="262033"/>
                    <a:pt x="323850" y="275939"/>
                    <a:pt x="323850" y="292989"/>
                  </a:cubicBezTo>
                  <a:cubicBezTo>
                    <a:pt x="323850" y="294894"/>
                    <a:pt x="323183" y="299085"/>
                    <a:pt x="322802" y="301085"/>
                  </a:cubicBezTo>
                  <a:cubicBezTo>
                    <a:pt x="308134" y="355759"/>
                    <a:pt x="276797" y="399764"/>
                    <a:pt x="232219" y="428435"/>
                  </a:cubicBezTo>
                  <a:lnTo>
                    <a:pt x="239935" y="440436"/>
                  </a:lnTo>
                  <a:cubicBezTo>
                    <a:pt x="287560" y="409861"/>
                    <a:pt x="320993" y="362903"/>
                    <a:pt x="336709" y="304324"/>
                  </a:cubicBezTo>
                  <a:close/>
                  <a:moveTo>
                    <a:pt x="585883" y="54864"/>
                  </a:moveTo>
                  <a:cubicBezTo>
                    <a:pt x="585883" y="85058"/>
                    <a:pt x="561308" y="109633"/>
                    <a:pt x="531114" y="109633"/>
                  </a:cubicBezTo>
                  <a:cubicBezTo>
                    <a:pt x="518541" y="109633"/>
                    <a:pt x="507016" y="105346"/>
                    <a:pt x="497777" y="98298"/>
                  </a:cubicBezTo>
                  <a:lnTo>
                    <a:pt x="431387" y="164687"/>
                  </a:lnTo>
                  <a:lnTo>
                    <a:pt x="421291" y="154591"/>
                  </a:lnTo>
                  <a:lnTo>
                    <a:pt x="487680" y="88106"/>
                  </a:lnTo>
                  <a:cubicBezTo>
                    <a:pt x="480536" y="78867"/>
                    <a:pt x="476345" y="67342"/>
                    <a:pt x="476345" y="54864"/>
                  </a:cubicBezTo>
                  <a:cubicBezTo>
                    <a:pt x="476345" y="24670"/>
                    <a:pt x="500920" y="95"/>
                    <a:pt x="531114" y="95"/>
                  </a:cubicBezTo>
                  <a:cubicBezTo>
                    <a:pt x="561308" y="95"/>
                    <a:pt x="585883" y="24670"/>
                    <a:pt x="585883" y="54864"/>
                  </a:cubicBezTo>
                  <a:close/>
                  <a:moveTo>
                    <a:pt x="571595" y="54864"/>
                  </a:moveTo>
                  <a:cubicBezTo>
                    <a:pt x="571595" y="32576"/>
                    <a:pt x="553402" y="14383"/>
                    <a:pt x="531114" y="14383"/>
                  </a:cubicBezTo>
                  <a:cubicBezTo>
                    <a:pt x="508826" y="14383"/>
                    <a:pt x="490633" y="32576"/>
                    <a:pt x="490633" y="54864"/>
                  </a:cubicBezTo>
                  <a:cubicBezTo>
                    <a:pt x="490633" y="77153"/>
                    <a:pt x="508826" y="95345"/>
                    <a:pt x="531114" y="95345"/>
                  </a:cubicBezTo>
                  <a:cubicBezTo>
                    <a:pt x="553402" y="95345"/>
                    <a:pt x="571595" y="77153"/>
                    <a:pt x="571595" y="54864"/>
                  </a:cubicBezTo>
                  <a:close/>
                  <a:moveTo>
                    <a:pt x="109633" y="54864"/>
                  </a:moveTo>
                  <a:cubicBezTo>
                    <a:pt x="109633" y="67437"/>
                    <a:pt x="105346" y="78962"/>
                    <a:pt x="98298" y="88106"/>
                  </a:cubicBezTo>
                  <a:lnTo>
                    <a:pt x="164687" y="154496"/>
                  </a:lnTo>
                  <a:lnTo>
                    <a:pt x="154591" y="164592"/>
                  </a:lnTo>
                  <a:lnTo>
                    <a:pt x="88202" y="98203"/>
                  </a:lnTo>
                  <a:cubicBezTo>
                    <a:pt x="78962" y="105346"/>
                    <a:pt x="67437" y="109538"/>
                    <a:pt x="54959" y="109538"/>
                  </a:cubicBezTo>
                  <a:cubicBezTo>
                    <a:pt x="24765" y="109538"/>
                    <a:pt x="191" y="84963"/>
                    <a:pt x="191" y="54769"/>
                  </a:cubicBezTo>
                  <a:cubicBezTo>
                    <a:pt x="191" y="24575"/>
                    <a:pt x="24765" y="0"/>
                    <a:pt x="54959" y="0"/>
                  </a:cubicBezTo>
                  <a:cubicBezTo>
                    <a:pt x="85154" y="0"/>
                    <a:pt x="109728" y="24575"/>
                    <a:pt x="109728" y="54769"/>
                  </a:cubicBezTo>
                  <a:close/>
                  <a:moveTo>
                    <a:pt x="95345" y="54864"/>
                  </a:moveTo>
                  <a:cubicBezTo>
                    <a:pt x="95345" y="32576"/>
                    <a:pt x="77153" y="14383"/>
                    <a:pt x="54864" y="14383"/>
                  </a:cubicBezTo>
                  <a:cubicBezTo>
                    <a:pt x="32576" y="14383"/>
                    <a:pt x="14383" y="32576"/>
                    <a:pt x="14383" y="54864"/>
                  </a:cubicBezTo>
                  <a:cubicBezTo>
                    <a:pt x="14383" y="77153"/>
                    <a:pt x="32576" y="95345"/>
                    <a:pt x="54864" y="95345"/>
                  </a:cubicBezTo>
                  <a:cubicBezTo>
                    <a:pt x="77153" y="95345"/>
                    <a:pt x="95345" y="77153"/>
                    <a:pt x="95345" y="54864"/>
                  </a:cubicBezTo>
                  <a:close/>
                  <a:moveTo>
                    <a:pt x="585883" y="531114"/>
                  </a:moveTo>
                  <a:cubicBezTo>
                    <a:pt x="585883" y="561308"/>
                    <a:pt x="561308" y="585883"/>
                    <a:pt x="531114" y="585883"/>
                  </a:cubicBezTo>
                  <a:cubicBezTo>
                    <a:pt x="500920" y="585883"/>
                    <a:pt x="476345" y="561308"/>
                    <a:pt x="476345" y="531114"/>
                  </a:cubicBezTo>
                  <a:cubicBezTo>
                    <a:pt x="476345" y="518541"/>
                    <a:pt x="480632" y="507016"/>
                    <a:pt x="487680" y="497776"/>
                  </a:cubicBezTo>
                  <a:lnTo>
                    <a:pt x="421196" y="431387"/>
                  </a:lnTo>
                  <a:lnTo>
                    <a:pt x="431292" y="421291"/>
                  </a:lnTo>
                  <a:lnTo>
                    <a:pt x="497777" y="487680"/>
                  </a:lnTo>
                  <a:cubicBezTo>
                    <a:pt x="507016" y="480536"/>
                    <a:pt x="518541" y="476345"/>
                    <a:pt x="531019" y="476345"/>
                  </a:cubicBezTo>
                  <a:cubicBezTo>
                    <a:pt x="561213" y="476345"/>
                    <a:pt x="585788" y="500920"/>
                    <a:pt x="585788" y="531114"/>
                  </a:cubicBezTo>
                  <a:close/>
                  <a:moveTo>
                    <a:pt x="571595" y="531114"/>
                  </a:moveTo>
                  <a:cubicBezTo>
                    <a:pt x="571595" y="508825"/>
                    <a:pt x="553402" y="490633"/>
                    <a:pt x="531114" y="490633"/>
                  </a:cubicBezTo>
                  <a:cubicBezTo>
                    <a:pt x="508826" y="490633"/>
                    <a:pt x="490633" y="508825"/>
                    <a:pt x="490633" y="531114"/>
                  </a:cubicBezTo>
                  <a:cubicBezTo>
                    <a:pt x="490633" y="553403"/>
                    <a:pt x="508826" y="571595"/>
                    <a:pt x="531114" y="571595"/>
                  </a:cubicBezTo>
                  <a:cubicBezTo>
                    <a:pt x="553402" y="571595"/>
                    <a:pt x="571595" y="553403"/>
                    <a:pt x="571595" y="531114"/>
                  </a:cubicBezTo>
                  <a:close/>
                  <a:moveTo>
                    <a:pt x="95" y="531114"/>
                  </a:moveTo>
                  <a:cubicBezTo>
                    <a:pt x="95" y="500920"/>
                    <a:pt x="24670" y="476345"/>
                    <a:pt x="54864" y="476345"/>
                  </a:cubicBezTo>
                  <a:cubicBezTo>
                    <a:pt x="67437" y="476345"/>
                    <a:pt x="78867" y="480632"/>
                    <a:pt x="88106" y="487680"/>
                  </a:cubicBezTo>
                  <a:lnTo>
                    <a:pt x="154591" y="421291"/>
                  </a:lnTo>
                  <a:lnTo>
                    <a:pt x="164687" y="431387"/>
                  </a:lnTo>
                  <a:lnTo>
                    <a:pt x="98203" y="497776"/>
                  </a:lnTo>
                  <a:cubicBezTo>
                    <a:pt x="105346" y="507016"/>
                    <a:pt x="109538" y="518541"/>
                    <a:pt x="109538" y="531114"/>
                  </a:cubicBezTo>
                  <a:cubicBezTo>
                    <a:pt x="109538" y="561308"/>
                    <a:pt x="84963" y="585883"/>
                    <a:pt x="54769" y="585883"/>
                  </a:cubicBezTo>
                  <a:cubicBezTo>
                    <a:pt x="24575" y="585883"/>
                    <a:pt x="0" y="561308"/>
                    <a:pt x="0" y="531114"/>
                  </a:cubicBezTo>
                  <a:close/>
                  <a:moveTo>
                    <a:pt x="14383" y="531114"/>
                  </a:moveTo>
                  <a:cubicBezTo>
                    <a:pt x="14383" y="553403"/>
                    <a:pt x="32576" y="571595"/>
                    <a:pt x="54864" y="571595"/>
                  </a:cubicBezTo>
                  <a:cubicBezTo>
                    <a:pt x="77153" y="571595"/>
                    <a:pt x="95345" y="553403"/>
                    <a:pt x="95345" y="531114"/>
                  </a:cubicBezTo>
                  <a:cubicBezTo>
                    <a:pt x="95345" y="508825"/>
                    <a:pt x="77153" y="490633"/>
                    <a:pt x="54864" y="490633"/>
                  </a:cubicBezTo>
                  <a:cubicBezTo>
                    <a:pt x="32576" y="490633"/>
                    <a:pt x="14383" y="508825"/>
                    <a:pt x="14383" y="531114"/>
                  </a:cubicBezTo>
                  <a:close/>
                  <a:moveTo>
                    <a:pt x="286131" y="291275"/>
                  </a:moveTo>
                  <a:cubicBezTo>
                    <a:pt x="272225" y="343186"/>
                    <a:pt x="239935" y="383953"/>
                    <a:pt x="195072" y="405956"/>
                  </a:cubicBezTo>
                  <a:lnTo>
                    <a:pt x="201359" y="418814"/>
                  </a:lnTo>
                  <a:cubicBezTo>
                    <a:pt x="249936" y="394907"/>
                    <a:pt x="284893" y="350996"/>
                    <a:pt x="299847" y="294989"/>
                  </a:cubicBezTo>
                  <a:lnTo>
                    <a:pt x="286036" y="291275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14244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36EA101C-9BC8-219F-806E-20499C8C8A89}"/>
                </a:ext>
              </a:extLst>
            </p:cNvPr>
            <p:cNvSpPr/>
            <p:nvPr/>
          </p:nvSpPr>
          <p:spPr>
            <a:xfrm>
              <a:off x="3051684" y="1946533"/>
              <a:ext cx="447233" cy="447233"/>
            </a:xfrm>
            <a:custGeom>
              <a:avLst/>
              <a:gdLst>
                <a:gd name="connsiteX0" fmla="*/ 434912 w 585882"/>
                <a:gd name="connsiteY0" fmla="*/ 323564 h 585882"/>
                <a:gd name="connsiteX1" fmla="*/ 438245 w 585882"/>
                <a:gd name="connsiteY1" fmla="*/ 292894 h 585882"/>
                <a:gd name="connsiteX2" fmla="*/ 292989 w 585882"/>
                <a:gd name="connsiteY2" fmla="*/ 147638 h 585882"/>
                <a:gd name="connsiteX3" fmla="*/ 152495 w 585882"/>
                <a:gd name="connsiteY3" fmla="*/ 255842 h 585882"/>
                <a:gd name="connsiteX4" fmla="*/ 138684 w 585882"/>
                <a:gd name="connsiteY4" fmla="*/ 252222 h 585882"/>
                <a:gd name="connsiteX5" fmla="*/ 292989 w 585882"/>
                <a:gd name="connsiteY5" fmla="*/ 133445 h 585882"/>
                <a:gd name="connsiteX6" fmla="*/ 452533 w 585882"/>
                <a:gd name="connsiteY6" fmla="*/ 292989 h 585882"/>
                <a:gd name="connsiteX7" fmla="*/ 448913 w 585882"/>
                <a:gd name="connsiteY7" fmla="*/ 326708 h 585882"/>
                <a:gd name="connsiteX8" fmla="*/ 447199 w 585882"/>
                <a:gd name="connsiteY8" fmla="*/ 334232 h 585882"/>
                <a:gd name="connsiteX9" fmla="*/ 433292 w 585882"/>
                <a:gd name="connsiteY9" fmla="*/ 330994 h 585882"/>
                <a:gd name="connsiteX10" fmla="*/ 435007 w 585882"/>
                <a:gd name="connsiteY10" fmla="*/ 323755 h 585882"/>
                <a:gd name="connsiteX11" fmla="*/ 410337 w 585882"/>
                <a:gd name="connsiteY11" fmla="*/ 324231 h 585882"/>
                <a:gd name="connsiteX12" fmla="*/ 411480 w 585882"/>
                <a:gd name="connsiteY12" fmla="*/ 319183 h 585882"/>
                <a:gd name="connsiteX13" fmla="*/ 414338 w 585882"/>
                <a:gd name="connsiteY13" fmla="*/ 292989 h 585882"/>
                <a:gd name="connsiteX14" fmla="*/ 292894 w 585882"/>
                <a:gd name="connsiteY14" fmla="*/ 171545 h 585882"/>
                <a:gd name="connsiteX15" fmla="*/ 175451 w 585882"/>
                <a:gd name="connsiteY15" fmla="*/ 261938 h 585882"/>
                <a:gd name="connsiteX16" fmla="*/ 175070 w 585882"/>
                <a:gd name="connsiteY16" fmla="*/ 263557 h 585882"/>
                <a:gd name="connsiteX17" fmla="*/ 138494 w 585882"/>
                <a:gd name="connsiteY17" fmla="*/ 305943 h 585882"/>
                <a:gd name="connsiteX18" fmla="*/ 143542 w 585882"/>
                <a:gd name="connsiteY18" fmla="*/ 319278 h 585882"/>
                <a:gd name="connsiteX19" fmla="*/ 188786 w 585882"/>
                <a:gd name="connsiteY19" fmla="*/ 267272 h 585882"/>
                <a:gd name="connsiteX20" fmla="*/ 189262 w 585882"/>
                <a:gd name="connsiteY20" fmla="*/ 265557 h 585882"/>
                <a:gd name="connsiteX21" fmla="*/ 292894 w 585882"/>
                <a:gd name="connsiteY21" fmla="*/ 185833 h 585882"/>
                <a:gd name="connsiteX22" fmla="*/ 400050 w 585882"/>
                <a:gd name="connsiteY22" fmla="*/ 292989 h 585882"/>
                <a:gd name="connsiteX23" fmla="*/ 397478 w 585882"/>
                <a:gd name="connsiteY23" fmla="*/ 316230 h 585882"/>
                <a:gd name="connsiteX24" fmla="*/ 396431 w 585882"/>
                <a:gd name="connsiteY24" fmla="*/ 320802 h 585882"/>
                <a:gd name="connsiteX25" fmla="*/ 342043 w 585882"/>
                <a:gd name="connsiteY25" fmla="*/ 430816 h 585882"/>
                <a:gd name="connsiteX26" fmla="*/ 353282 w 585882"/>
                <a:gd name="connsiteY26" fmla="*/ 439674 h 585882"/>
                <a:gd name="connsiteX27" fmla="*/ 410337 w 585882"/>
                <a:gd name="connsiteY27" fmla="*/ 324231 h 585882"/>
                <a:gd name="connsiteX28" fmla="*/ 373571 w 585882"/>
                <a:gd name="connsiteY28" fmla="*/ 314420 h 585882"/>
                <a:gd name="connsiteX29" fmla="*/ 374142 w 585882"/>
                <a:gd name="connsiteY29" fmla="*/ 311753 h 585882"/>
                <a:gd name="connsiteX30" fmla="*/ 376333 w 585882"/>
                <a:gd name="connsiteY30" fmla="*/ 292989 h 585882"/>
                <a:gd name="connsiteX31" fmla="*/ 292989 w 585882"/>
                <a:gd name="connsiteY31" fmla="*/ 209645 h 585882"/>
                <a:gd name="connsiteX32" fmla="*/ 212408 w 585882"/>
                <a:gd name="connsiteY32" fmla="*/ 271653 h 585882"/>
                <a:gd name="connsiteX33" fmla="*/ 211741 w 585882"/>
                <a:gd name="connsiteY33" fmla="*/ 274034 h 585882"/>
                <a:gd name="connsiteX34" fmla="*/ 148971 w 585882"/>
                <a:gd name="connsiteY34" fmla="*/ 342614 h 585882"/>
                <a:gd name="connsiteX35" fmla="*/ 153638 w 585882"/>
                <a:gd name="connsiteY35" fmla="*/ 356140 h 585882"/>
                <a:gd name="connsiteX36" fmla="*/ 225457 w 585882"/>
                <a:gd name="connsiteY36" fmla="*/ 277844 h 585882"/>
                <a:gd name="connsiteX37" fmla="*/ 226124 w 585882"/>
                <a:gd name="connsiteY37" fmla="*/ 275273 h 585882"/>
                <a:gd name="connsiteX38" fmla="*/ 292894 w 585882"/>
                <a:gd name="connsiteY38" fmla="*/ 223933 h 585882"/>
                <a:gd name="connsiteX39" fmla="*/ 361950 w 585882"/>
                <a:gd name="connsiteY39" fmla="*/ 292989 h 585882"/>
                <a:gd name="connsiteX40" fmla="*/ 360140 w 585882"/>
                <a:gd name="connsiteY40" fmla="*/ 308705 h 585882"/>
                <a:gd name="connsiteX41" fmla="*/ 359664 w 585882"/>
                <a:gd name="connsiteY41" fmla="*/ 310896 h 585882"/>
                <a:gd name="connsiteX42" fmla="*/ 280892 w 585882"/>
                <a:gd name="connsiteY42" fmla="*/ 439674 h 585882"/>
                <a:gd name="connsiteX43" fmla="*/ 290227 w 585882"/>
                <a:gd name="connsiteY43" fmla="*/ 450437 h 585882"/>
                <a:gd name="connsiteX44" fmla="*/ 373475 w 585882"/>
                <a:gd name="connsiteY44" fmla="*/ 314325 h 585882"/>
                <a:gd name="connsiteX45" fmla="*/ 336804 w 585882"/>
                <a:gd name="connsiteY45" fmla="*/ 304324 h 585882"/>
                <a:gd name="connsiteX46" fmla="*/ 338233 w 585882"/>
                <a:gd name="connsiteY46" fmla="*/ 292989 h 585882"/>
                <a:gd name="connsiteX47" fmla="*/ 292989 w 585882"/>
                <a:gd name="connsiteY47" fmla="*/ 247745 h 585882"/>
                <a:gd name="connsiteX48" fmla="*/ 249269 w 585882"/>
                <a:gd name="connsiteY48" fmla="*/ 281369 h 585882"/>
                <a:gd name="connsiteX49" fmla="*/ 249079 w 585882"/>
                <a:gd name="connsiteY49" fmla="*/ 282035 h 585882"/>
                <a:gd name="connsiteX50" fmla="*/ 167450 w 585882"/>
                <a:gd name="connsiteY50" fmla="*/ 376428 h 585882"/>
                <a:gd name="connsiteX51" fmla="*/ 172688 w 585882"/>
                <a:gd name="connsiteY51" fmla="*/ 389763 h 585882"/>
                <a:gd name="connsiteX52" fmla="*/ 263081 w 585882"/>
                <a:gd name="connsiteY52" fmla="*/ 285083 h 585882"/>
                <a:gd name="connsiteX53" fmla="*/ 263176 w 585882"/>
                <a:gd name="connsiteY53" fmla="*/ 284417 h 585882"/>
                <a:gd name="connsiteX54" fmla="*/ 292894 w 585882"/>
                <a:gd name="connsiteY54" fmla="*/ 262033 h 585882"/>
                <a:gd name="connsiteX55" fmla="*/ 323850 w 585882"/>
                <a:gd name="connsiteY55" fmla="*/ 292989 h 585882"/>
                <a:gd name="connsiteX56" fmla="*/ 322802 w 585882"/>
                <a:gd name="connsiteY56" fmla="*/ 301085 h 585882"/>
                <a:gd name="connsiteX57" fmla="*/ 232219 w 585882"/>
                <a:gd name="connsiteY57" fmla="*/ 428435 h 585882"/>
                <a:gd name="connsiteX58" fmla="*/ 239935 w 585882"/>
                <a:gd name="connsiteY58" fmla="*/ 440436 h 585882"/>
                <a:gd name="connsiteX59" fmla="*/ 336709 w 585882"/>
                <a:gd name="connsiteY59" fmla="*/ 304324 h 585882"/>
                <a:gd name="connsiteX60" fmla="*/ 585883 w 585882"/>
                <a:gd name="connsiteY60" fmla="*/ 54864 h 585882"/>
                <a:gd name="connsiteX61" fmla="*/ 531114 w 585882"/>
                <a:gd name="connsiteY61" fmla="*/ 109633 h 585882"/>
                <a:gd name="connsiteX62" fmla="*/ 497777 w 585882"/>
                <a:gd name="connsiteY62" fmla="*/ 98298 h 585882"/>
                <a:gd name="connsiteX63" fmla="*/ 431387 w 585882"/>
                <a:gd name="connsiteY63" fmla="*/ 164687 h 585882"/>
                <a:gd name="connsiteX64" fmla="*/ 421291 w 585882"/>
                <a:gd name="connsiteY64" fmla="*/ 154591 h 585882"/>
                <a:gd name="connsiteX65" fmla="*/ 487680 w 585882"/>
                <a:gd name="connsiteY65" fmla="*/ 88106 h 585882"/>
                <a:gd name="connsiteX66" fmla="*/ 476345 w 585882"/>
                <a:gd name="connsiteY66" fmla="*/ 54864 h 585882"/>
                <a:gd name="connsiteX67" fmla="*/ 531114 w 585882"/>
                <a:gd name="connsiteY67" fmla="*/ 95 h 585882"/>
                <a:gd name="connsiteX68" fmla="*/ 585883 w 585882"/>
                <a:gd name="connsiteY68" fmla="*/ 54864 h 585882"/>
                <a:gd name="connsiteX69" fmla="*/ 571595 w 585882"/>
                <a:gd name="connsiteY69" fmla="*/ 54864 h 585882"/>
                <a:gd name="connsiteX70" fmla="*/ 531114 w 585882"/>
                <a:gd name="connsiteY70" fmla="*/ 14383 h 585882"/>
                <a:gd name="connsiteX71" fmla="*/ 490633 w 585882"/>
                <a:gd name="connsiteY71" fmla="*/ 54864 h 585882"/>
                <a:gd name="connsiteX72" fmla="*/ 531114 w 585882"/>
                <a:gd name="connsiteY72" fmla="*/ 95345 h 585882"/>
                <a:gd name="connsiteX73" fmla="*/ 571595 w 585882"/>
                <a:gd name="connsiteY73" fmla="*/ 54864 h 585882"/>
                <a:gd name="connsiteX74" fmla="*/ 109633 w 585882"/>
                <a:gd name="connsiteY74" fmla="*/ 54864 h 585882"/>
                <a:gd name="connsiteX75" fmla="*/ 98298 w 585882"/>
                <a:gd name="connsiteY75" fmla="*/ 88106 h 585882"/>
                <a:gd name="connsiteX76" fmla="*/ 164687 w 585882"/>
                <a:gd name="connsiteY76" fmla="*/ 154496 h 585882"/>
                <a:gd name="connsiteX77" fmla="*/ 154591 w 585882"/>
                <a:gd name="connsiteY77" fmla="*/ 164592 h 585882"/>
                <a:gd name="connsiteX78" fmla="*/ 88202 w 585882"/>
                <a:gd name="connsiteY78" fmla="*/ 98203 h 585882"/>
                <a:gd name="connsiteX79" fmla="*/ 54959 w 585882"/>
                <a:gd name="connsiteY79" fmla="*/ 109538 h 585882"/>
                <a:gd name="connsiteX80" fmla="*/ 191 w 585882"/>
                <a:gd name="connsiteY80" fmla="*/ 54769 h 585882"/>
                <a:gd name="connsiteX81" fmla="*/ 54959 w 585882"/>
                <a:gd name="connsiteY81" fmla="*/ 0 h 585882"/>
                <a:gd name="connsiteX82" fmla="*/ 109728 w 585882"/>
                <a:gd name="connsiteY82" fmla="*/ 54769 h 585882"/>
                <a:gd name="connsiteX83" fmla="*/ 95345 w 585882"/>
                <a:gd name="connsiteY83" fmla="*/ 54864 h 585882"/>
                <a:gd name="connsiteX84" fmla="*/ 54864 w 585882"/>
                <a:gd name="connsiteY84" fmla="*/ 14383 h 585882"/>
                <a:gd name="connsiteX85" fmla="*/ 14383 w 585882"/>
                <a:gd name="connsiteY85" fmla="*/ 54864 h 585882"/>
                <a:gd name="connsiteX86" fmla="*/ 54864 w 585882"/>
                <a:gd name="connsiteY86" fmla="*/ 95345 h 585882"/>
                <a:gd name="connsiteX87" fmla="*/ 95345 w 585882"/>
                <a:gd name="connsiteY87" fmla="*/ 54864 h 585882"/>
                <a:gd name="connsiteX88" fmla="*/ 585883 w 585882"/>
                <a:gd name="connsiteY88" fmla="*/ 531114 h 585882"/>
                <a:gd name="connsiteX89" fmla="*/ 531114 w 585882"/>
                <a:gd name="connsiteY89" fmla="*/ 585883 h 585882"/>
                <a:gd name="connsiteX90" fmla="*/ 476345 w 585882"/>
                <a:gd name="connsiteY90" fmla="*/ 531114 h 585882"/>
                <a:gd name="connsiteX91" fmla="*/ 487680 w 585882"/>
                <a:gd name="connsiteY91" fmla="*/ 497776 h 585882"/>
                <a:gd name="connsiteX92" fmla="*/ 421196 w 585882"/>
                <a:gd name="connsiteY92" fmla="*/ 431387 h 585882"/>
                <a:gd name="connsiteX93" fmla="*/ 431292 w 585882"/>
                <a:gd name="connsiteY93" fmla="*/ 421291 h 585882"/>
                <a:gd name="connsiteX94" fmla="*/ 497777 w 585882"/>
                <a:gd name="connsiteY94" fmla="*/ 487680 h 585882"/>
                <a:gd name="connsiteX95" fmla="*/ 531019 w 585882"/>
                <a:gd name="connsiteY95" fmla="*/ 476345 h 585882"/>
                <a:gd name="connsiteX96" fmla="*/ 585788 w 585882"/>
                <a:gd name="connsiteY96" fmla="*/ 531114 h 585882"/>
                <a:gd name="connsiteX97" fmla="*/ 571595 w 585882"/>
                <a:gd name="connsiteY97" fmla="*/ 531114 h 585882"/>
                <a:gd name="connsiteX98" fmla="*/ 531114 w 585882"/>
                <a:gd name="connsiteY98" fmla="*/ 490633 h 585882"/>
                <a:gd name="connsiteX99" fmla="*/ 490633 w 585882"/>
                <a:gd name="connsiteY99" fmla="*/ 531114 h 585882"/>
                <a:gd name="connsiteX100" fmla="*/ 531114 w 585882"/>
                <a:gd name="connsiteY100" fmla="*/ 571595 h 585882"/>
                <a:gd name="connsiteX101" fmla="*/ 571595 w 585882"/>
                <a:gd name="connsiteY101" fmla="*/ 531114 h 585882"/>
                <a:gd name="connsiteX102" fmla="*/ 95 w 585882"/>
                <a:gd name="connsiteY102" fmla="*/ 531114 h 585882"/>
                <a:gd name="connsiteX103" fmla="*/ 54864 w 585882"/>
                <a:gd name="connsiteY103" fmla="*/ 476345 h 585882"/>
                <a:gd name="connsiteX104" fmla="*/ 88106 w 585882"/>
                <a:gd name="connsiteY104" fmla="*/ 487680 h 585882"/>
                <a:gd name="connsiteX105" fmla="*/ 154591 w 585882"/>
                <a:gd name="connsiteY105" fmla="*/ 421291 h 585882"/>
                <a:gd name="connsiteX106" fmla="*/ 164687 w 585882"/>
                <a:gd name="connsiteY106" fmla="*/ 431387 h 585882"/>
                <a:gd name="connsiteX107" fmla="*/ 98203 w 585882"/>
                <a:gd name="connsiteY107" fmla="*/ 497776 h 585882"/>
                <a:gd name="connsiteX108" fmla="*/ 109538 w 585882"/>
                <a:gd name="connsiteY108" fmla="*/ 531114 h 585882"/>
                <a:gd name="connsiteX109" fmla="*/ 54769 w 585882"/>
                <a:gd name="connsiteY109" fmla="*/ 585883 h 585882"/>
                <a:gd name="connsiteX110" fmla="*/ 0 w 585882"/>
                <a:gd name="connsiteY110" fmla="*/ 531114 h 585882"/>
                <a:gd name="connsiteX111" fmla="*/ 14383 w 585882"/>
                <a:gd name="connsiteY111" fmla="*/ 531114 h 585882"/>
                <a:gd name="connsiteX112" fmla="*/ 54864 w 585882"/>
                <a:gd name="connsiteY112" fmla="*/ 571595 h 585882"/>
                <a:gd name="connsiteX113" fmla="*/ 95345 w 585882"/>
                <a:gd name="connsiteY113" fmla="*/ 531114 h 585882"/>
                <a:gd name="connsiteX114" fmla="*/ 54864 w 585882"/>
                <a:gd name="connsiteY114" fmla="*/ 490633 h 585882"/>
                <a:gd name="connsiteX115" fmla="*/ 14383 w 585882"/>
                <a:gd name="connsiteY115" fmla="*/ 531114 h 585882"/>
                <a:gd name="connsiteX116" fmla="*/ 286131 w 585882"/>
                <a:gd name="connsiteY116" fmla="*/ 291275 h 585882"/>
                <a:gd name="connsiteX117" fmla="*/ 195072 w 585882"/>
                <a:gd name="connsiteY117" fmla="*/ 405956 h 585882"/>
                <a:gd name="connsiteX118" fmla="*/ 201359 w 585882"/>
                <a:gd name="connsiteY118" fmla="*/ 418814 h 585882"/>
                <a:gd name="connsiteX119" fmla="*/ 299847 w 585882"/>
                <a:gd name="connsiteY119" fmla="*/ 294989 h 585882"/>
                <a:gd name="connsiteX120" fmla="*/ 286036 w 585882"/>
                <a:gd name="connsiteY120" fmla="*/ 291275 h 585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585882" h="585882">
                  <a:moveTo>
                    <a:pt x="434912" y="323564"/>
                  </a:moveTo>
                  <a:cubicBezTo>
                    <a:pt x="436436" y="316135"/>
                    <a:pt x="438245" y="304514"/>
                    <a:pt x="438245" y="292894"/>
                  </a:cubicBezTo>
                  <a:cubicBezTo>
                    <a:pt x="438245" y="212789"/>
                    <a:pt x="373094" y="147638"/>
                    <a:pt x="292989" y="147638"/>
                  </a:cubicBezTo>
                  <a:cubicBezTo>
                    <a:pt x="227171" y="147638"/>
                    <a:pt x="169355" y="192119"/>
                    <a:pt x="152495" y="255842"/>
                  </a:cubicBezTo>
                  <a:lnTo>
                    <a:pt x="138684" y="252222"/>
                  </a:lnTo>
                  <a:cubicBezTo>
                    <a:pt x="157163" y="182309"/>
                    <a:pt x="220599" y="133445"/>
                    <a:pt x="292989" y="133445"/>
                  </a:cubicBezTo>
                  <a:cubicBezTo>
                    <a:pt x="381000" y="133445"/>
                    <a:pt x="452533" y="204978"/>
                    <a:pt x="452533" y="292989"/>
                  </a:cubicBezTo>
                  <a:cubicBezTo>
                    <a:pt x="452533" y="305753"/>
                    <a:pt x="450533" y="318325"/>
                    <a:pt x="448913" y="326708"/>
                  </a:cubicBezTo>
                  <a:lnTo>
                    <a:pt x="447199" y="334232"/>
                  </a:lnTo>
                  <a:lnTo>
                    <a:pt x="433292" y="330994"/>
                  </a:lnTo>
                  <a:lnTo>
                    <a:pt x="435007" y="323755"/>
                  </a:lnTo>
                  <a:close/>
                  <a:moveTo>
                    <a:pt x="410337" y="324231"/>
                  </a:moveTo>
                  <a:lnTo>
                    <a:pt x="411480" y="319183"/>
                  </a:lnTo>
                  <a:cubicBezTo>
                    <a:pt x="412814" y="312611"/>
                    <a:pt x="414338" y="302705"/>
                    <a:pt x="414338" y="292989"/>
                  </a:cubicBezTo>
                  <a:cubicBezTo>
                    <a:pt x="414338" y="226028"/>
                    <a:pt x="359855" y="171545"/>
                    <a:pt x="292894" y="171545"/>
                  </a:cubicBezTo>
                  <a:cubicBezTo>
                    <a:pt x="237839" y="171545"/>
                    <a:pt x="189548" y="208693"/>
                    <a:pt x="175451" y="261938"/>
                  </a:cubicBezTo>
                  <a:lnTo>
                    <a:pt x="175070" y="263557"/>
                  </a:lnTo>
                  <a:cubicBezTo>
                    <a:pt x="168878" y="285083"/>
                    <a:pt x="156877" y="298990"/>
                    <a:pt x="138494" y="305943"/>
                  </a:cubicBezTo>
                  <a:lnTo>
                    <a:pt x="143542" y="319278"/>
                  </a:lnTo>
                  <a:cubicBezTo>
                    <a:pt x="166116" y="310706"/>
                    <a:pt x="181261" y="293275"/>
                    <a:pt x="188786" y="267272"/>
                  </a:cubicBezTo>
                  <a:lnTo>
                    <a:pt x="189262" y="265557"/>
                  </a:lnTo>
                  <a:cubicBezTo>
                    <a:pt x="201644" y="218599"/>
                    <a:pt x="244316" y="185833"/>
                    <a:pt x="292894" y="185833"/>
                  </a:cubicBezTo>
                  <a:cubicBezTo>
                    <a:pt x="351949" y="185833"/>
                    <a:pt x="400050" y="233934"/>
                    <a:pt x="400050" y="292989"/>
                  </a:cubicBezTo>
                  <a:cubicBezTo>
                    <a:pt x="400050" y="301562"/>
                    <a:pt x="398621" y="310420"/>
                    <a:pt x="397478" y="316230"/>
                  </a:cubicBezTo>
                  <a:lnTo>
                    <a:pt x="396431" y="320802"/>
                  </a:lnTo>
                  <a:cubicBezTo>
                    <a:pt x="385382" y="362141"/>
                    <a:pt x="366998" y="399193"/>
                    <a:pt x="342043" y="430816"/>
                  </a:cubicBezTo>
                  <a:lnTo>
                    <a:pt x="353282" y="439674"/>
                  </a:lnTo>
                  <a:cubicBezTo>
                    <a:pt x="379476" y="406527"/>
                    <a:pt x="398717" y="367760"/>
                    <a:pt x="410337" y="324231"/>
                  </a:cubicBezTo>
                  <a:close/>
                  <a:moveTo>
                    <a:pt x="373571" y="314420"/>
                  </a:moveTo>
                  <a:lnTo>
                    <a:pt x="374142" y="311753"/>
                  </a:lnTo>
                  <a:cubicBezTo>
                    <a:pt x="374904" y="307753"/>
                    <a:pt x="376333" y="299942"/>
                    <a:pt x="376333" y="292989"/>
                  </a:cubicBezTo>
                  <a:cubicBezTo>
                    <a:pt x="376333" y="247078"/>
                    <a:pt x="338995" y="209645"/>
                    <a:pt x="292989" y="209645"/>
                  </a:cubicBezTo>
                  <a:cubicBezTo>
                    <a:pt x="255175" y="209645"/>
                    <a:pt x="222123" y="235172"/>
                    <a:pt x="212408" y="271653"/>
                  </a:cubicBezTo>
                  <a:lnTo>
                    <a:pt x="211741" y="274034"/>
                  </a:lnTo>
                  <a:cubicBezTo>
                    <a:pt x="204883" y="297847"/>
                    <a:pt x="188405" y="329089"/>
                    <a:pt x="148971" y="342614"/>
                  </a:cubicBezTo>
                  <a:lnTo>
                    <a:pt x="153638" y="356140"/>
                  </a:lnTo>
                  <a:cubicBezTo>
                    <a:pt x="198787" y="340614"/>
                    <a:pt x="217646" y="305086"/>
                    <a:pt x="225457" y="277844"/>
                  </a:cubicBezTo>
                  <a:lnTo>
                    <a:pt x="226124" y="275273"/>
                  </a:lnTo>
                  <a:cubicBezTo>
                    <a:pt x="234125" y="245078"/>
                    <a:pt x="261557" y="223933"/>
                    <a:pt x="292894" y="223933"/>
                  </a:cubicBezTo>
                  <a:cubicBezTo>
                    <a:pt x="330994" y="223933"/>
                    <a:pt x="361950" y="254889"/>
                    <a:pt x="361950" y="292989"/>
                  </a:cubicBezTo>
                  <a:cubicBezTo>
                    <a:pt x="361950" y="298895"/>
                    <a:pt x="360617" y="306134"/>
                    <a:pt x="360140" y="308705"/>
                  </a:cubicBezTo>
                  <a:lnTo>
                    <a:pt x="359664" y="310896"/>
                  </a:lnTo>
                  <a:cubicBezTo>
                    <a:pt x="345853" y="362426"/>
                    <a:pt x="318611" y="407003"/>
                    <a:pt x="280892" y="439674"/>
                  </a:cubicBezTo>
                  <a:lnTo>
                    <a:pt x="290227" y="450437"/>
                  </a:lnTo>
                  <a:cubicBezTo>
                    <a:pt x="330137" y="415862"/>
                    <a:pt x="358902" y="368903"/>
                    <a:pt x="373475" y="314325"/>
                  </a:cubicBezTo>
                  <a:close/>
                  <a:moveTo>
                    <a:pt x="336804" y="304324"/>
                  </a:moveTo>
                  <a:cubicBezTo>
                    <a:pt x="336995" y="303562"/>
                    <a:pt x="338233" y="296990"/>
                    <a:pt x="338233" y="292989"/>
                  </a:cubicBezTo>
                  <a:cubicBezTo>
                    <a:pt x="338233" y="268034"/>
                    <a:pt x="317945" y="247745"/>
                    <a:pt x="292989" y="247745"/>
                  </a:cubicBezTo>
                  <a:cubicBezTo>
                    <a:pt x="272510" y="247745"/>
                    <a:pt x="254508" y="261556"/>
                    <a:pt x="249269" y="281369"/>
                  </a:cubicBezTo>
                  <a:cubicBezTo>
                    <a:pt x="249269" y="281559"/>
                    <a:pt x="249174" y="281845"/>
                    <a:pt x="249079" y="282035"/>
                  </a:cubicBezTo>
                  <a:cubicBezTo>
                    <a:pt x="241840" y="308420"/>
                    <a:pt x="221742" y="355092"/>
                    <a:pt x="167450" y="376428"/>
                  </a:cubicBezTo>
                  <a:lnTo>
                    <a:pt x="172688" y="389763"/>
                  </a:lnTo>
                  <a:cubicBezTo>
                    <a:pt x="233363" y="365950"/>
                    <a:pt x="255365" y="313944"/>
                    <a:pt x="263081" y="285083"/>
                  </a:cubicBezTo>
                  <a:cubicBezTo>
                    <a:pt x="263081" y="284893"/>
                    <a:pt x="263176" y="284607"/>
                    <a:pt x="263176" y="284417"/>
                  </a:cubicBezTo>
                  <a:cubicBezTo>
                    <a:pt x="266986" y="271177"/>
                    <a:pt x="279083" y="262033"/>
                    <a:pt x="292894" y="262033"/>
                  </a:cubicBezTo>
                  <a:cubicBezTo>
                    <a:pt x="309944" y="262033"/>
                    <a:pt x="323850" y="275939"/>
                    <a:pt x="323850" y="292989"/>
                  </a:cubicBezTo>
                  <a:cubicBezTo>
                    <a:pt x="323850" y="294894"/>
                    <a:pt x="323183" y="299085"/>
                    <a:pt x="322802" y="301085"/>
                  </a:cubicBezTo>
                  <a:cubicBezTo>
                    <a:pt x="308134" y="355759"/>
                    <a:pt x="276797" y="399764"/>
                    <a:pt x="232219" y="428435"/>
                  </a:cubicBezTo>
                  <a:lnTo>
                    <a:pt x="239935" y="440436"/>
                  </a:lnTo>
                  <a:cubicBezTo>
                    <a:pt x="287560" y="409861"/>
                    <a:pt x="320993" y="362903"/>
                    <a:pt x="336709" y="304324"/>
                  </a:cubicBezTo>
                  <a:close/>
                  <a:moveTo>
                    <a:pt x="585883" y="54864"/>
                  </a:moveTo>
                  <a:cubicBezTo>
                    <a:pt x="585883" y="85058"/>
                    <a:pt x="561308" y="109633"/>
                    <a:pt x="531114" y="109633"/>
                  </a:cubicBezTo>
                  <a:cubicBezTo>
                    <a:pt x="518541" y="109633"/>
                    <a:pt x="507016" y="105346"/>
                    <a:pt x="497777" y="98298"/>
                  </a:cubicBezTo>
                  <a:lnTo>
                    <a:pt x="431387" y="164687"/>
                  </a:lnTo>
                  <a:lnTo>
                    <a:pt x="421291" y="154591"/>
                  </a:lnTo>
                  <a:lnTo>
                    <a:pt x="487680" y="88106"/>
                  </a:lnTo>
                  <a:cubicBezTo>
                    <a:pt x="480536" y="78867"/>
                    <a:pt x="476345" y="67342"/>
                    <a:pt x="476345" y="54864"/>
                  </a:cubicBezTo>
                  <a:cubicBezTo>
                    <a:pt x="476345" y="24670"/>
                    <a:pt x="500920" y="95"/>
                    <a:pt x="531114" y="95"/>
                  </a:cubicBezTo>
                  <a:cubicBezTo>
                    <a:pt x="561308" y="95"/>
                    <a:pt x="585883" y="24670"/>
                    <a:pt x="585883" y="54864"/>
                  </a:cubicBezTo>
                  <a:close/>
                  <a:moveTo>
                    <a:pt x="571595" y="54864"/>
                  </a:moveTo>
                  <a:cubicBezTo>
                    <a:pt x="571595" y="32576"/>
                    <a:pt x="553402" y="14383"/>
                    <a:pt x="531114" y="14383"/>
                  </a:cubicBezTo>
                  <a:cubicBezTo>
                    <a:pt x="508826" y="14383"/>
                    <a:pt x="490633" y="32576"/>
                    <a:pt x="490633" y="54864"/>
                  </a:cubicBezTo>
                  <a:cubicBezTo>
                    <a:pt x="490633" y="77153"/>
                    <a:pt x="508826" y="95345"/>
                    <a:pt x="531114" y="95345"/>
                  </a:cubicBezTo>
                  <a:cubicBezTo>
                    <a:pt x="553402" y="95345"/>
                    <a:pt x="571595" y="77153"/>
                    <a:pt x="571595" y="54864"/>
                  </a:cubicBezTo>
                  <a:close/>
                  <a:moveTo>
                    <a:pt x="109633" y="54864"/>
                  </a:moveTo>
                  <a:cubicBezTo>
                    <a:pt x="109633" y="67437"/>
                    <a:pt x="105346" y="78962"/>
                    <a:pt x="98298" y="88106"/>
                  </a:cubicBezTo>
                  <a:lnTo>
                    <a:pt x="164687" y="154496"/>
                  </a:lnTo>
                  <a:lnTo>
                    <a:pt x="154591" y="164592"/>
                  </a:lnTo>
                  <a:lnTo>
                    <a:pt x="88202" y="98203"/>
                  </a:lnTo>
                  <a:cubicBezTo>
                    <a:pt x="78962" y="105346"/>
                    <a:pt x="67437" y="109538"/>
                    <a:pt x="54959" y="109538"/>
                  </a:cubicBezTo>
                  <a:cubicBezTo>
                    <a:pt x="24765" y="109538"/>
                    <a:pt x="191" y="84963"/>
                    <a:pt x="191" y="54769"/>
                  </a:cubicBezTo>
                  <a:cubicBezTo>
                    <a:pt x="191" y="24575"/>
                    <a:pt x="24765" y="0"/>
                    <a:pt x="54959" y="0"/>
                  </a:cubicBezTo>
                  <a:cubicBezTo>
                    <a:pt x="85154" y="0"/>
                    <a:pt x="109728" y="24575"/>
                    <a:pt x="109728" y="54769"/>
                  </a:cubicBezTo>
                  <a:close/>
                  <a:moveTo>
                    <a:pt x="95345" y="54864"/>
                  </a:moveTo>
                  <a:cubicBezTo>
                    <a:pt x="95345" y="32576"/>
                    <a:pt x="77153" y="14383"/>
                    <a:pt x="54864" y="14383"/>
                  </a:cubicBezTo>
                  <a:cubicBezTo>
                    <a:pt x="32576" y="14383"/>
                    <a:pt x="14383" y="32576"/>
                    <a:pt x="14383" y="54864"/>
                  </a:cubicBezTo>
                  <a:cubicBezTo>
                    <a:pt x="14383" y="77153"/>
                    <a:pt x="32576" y="95345"/>
                    <a:pt x="54864" y="95345"/>
                  </a:cubicBezTo>
                  <a:cubicBezTo>
                    <a:pt x="77153" y="95345"/>
                    <a:pt x="95345" y="77153"/>
                    <a:pt x="95345" y="54864"/>
                  </a:cubicBezTo>
                  <a:close/>
                  <a:moveTo>
                    <a:pt x="585883" y="531114"/>
                  </a:moveTo>
                  <a:cubicBezTo>
                    <a:pt x="585883" y="561308"/>
                    <a:pt x="561308" y="585883"/>
                    <a:pt x="531114" y="585883"/>
                  </a:cubicBezTo>
                  <a:cubicBezTo>
                    <a:pt x="500920" y="585883"/>
                    <a:pt x="476345" y="561308"/>
                    <a:pt x="476345" y="531114"/>
                  </a:cubicBezTo>
                  <a:cubicBezTo>
                    <a:pt x="476345" y="518541"/>
                    <a:pt x="480632" y="507016"/>
                    <a:pt x="487680" y="497776"/>
                  </a:cubicBezTo>
                  <a:lnTo>
                    <a:pt x="421196" y="431387"/>
                  </a:lnTo>
                  <a:lnTo>
                    <a:pt x="431292" y="421291"/>
                  </a:lnTo>
                  <a:lnTo>
                    <a:pt x="497777" y="487680"/>
                  </a:lnTo>
                  <a:cubicBezTo>
                    <a:pt x="507016" y="480536"/>
                    <a:pt x="518541" y="476345"/>
                    <a:pt x="531019" y="476345"/>
                  </a:cubicBezTo>
                  <a:cubicBezTo>
                    <a:pt x="561213" y="476345"/>
                    <a:pt x="585788" y="500920"/>
                    <a:pt x="585788" y="531114"/>
                  </a:cubicBezTo>
                  <a:close/>
                  <a:moveTo>
                    <a:pt x="571595" y="531114"/>
                  </a:moveTo>
                  <a:cubicBezTo>
                    <a:pt x="571595" y="508825"/>
                    <a:pt x="553402" y="490633"/>
                    <a:pt x="531114" y="490633"/>
                  </a:cubicBezTo>
                  <a:cubicBezTo>
                    <a:pt x="508826" y="490633"/>
                    <a:pt x="490633" y="508825"/>
                    <a:pt x="490633" y="531114"/>
                  </a:cubicBezTo>
                  <a:cubicBezTo>
                    <a:pt x="490633" y="553403"/>
                    <a:pt x="508826" y="571595"/>
                    <a:pt x="531114" y="571595"/>
                  </a:cubicBezTo>
                  <a:cubicBezTo>
                    <a:pt x="553402" y="571595"/>
                    <a:pt x="571595" y="553403"/>
                    <a:pt x="571595" y="531114"/>
                  </a:cubicBezTo>
                  <a:close/>
                  <a:moveTo>
                    <a:pt x="95" y="531114"/>
                  </a:moveTo>
                  <a:cubicBezTo>
                    <a:pt x="95" y="500920"/>
                    <a:pt x="24670" y="476345"/>
                    <a:pt x="54864" y="476345"/>
                  </a:cubicBezTo>
                  <a:cubicBezTo>
                    <a:pt x="67437" y="476345"/>
                    <a:pt x="78867" y="480632"/>
                    <a:pt x="88106" y="487680"/>
                  </a:cubicBezTo>
                  <a:lnTo>
                    <a:pt x="154591" y="421291"/>
                  </a:lnTo>
                  <a:lnTo>
                    <a:pt x="164687" y="431387"/>
                  </a:lnTo>
                  <a:lnTo>
                    <a:pt x="98203" y="497776"/>
                  </a:lnTo>
                  <a:cubicBezTo>
                    <a:pt x="105346" y="507016"/>
                    <a:pt x="109538" y="518541"/>
                    <a:pt x="109538" y="531114"/>
                  </a:cubicBezTo>
                  <a:cubicBezTo>
                    <a:pt x="109538" y="561308"/>
                    <a:pt x="84963" y="585883"/>
                    <a:pt x="54769" y="585883"/>
                  </a:cubicBezTo>
                  <a:cubicBezTo>
                    <a:pt x="24575" y="585883"/>
                    <a:pt x="0" y="561308"/>
                    <a:pt x="0" y="531114"/>
                  </a:cubicBezTo>
                  <a:close/>
                  <a:moveTo>
                    <a:pt x="14383" y="531114"/>
                  </a:moveTo>
                  <a:cubicBezTo>
                    <a:pt x="14383" y="553403"/>
                    <a:pt x="32576" y="571595"/>
                    <a:pt x="54864" y="571595"/>
                  </a:cubicBezTo>
                  <a:cubicBezTo>
                    <a:pt x="77153" y="571595"/>
                    <a:pt x="95345" y="553403"/>
                    <a:pt x="95345" y="531114"/>
                  </a:cubicBezTo>
                  <a:cubicBezTo>
                    <a:pt x="95345" y="508825"/>
                    <a:pt x="77153" y="490633"/>
                    <a:pt x="54864" y="490633"/>
                  </a:cubicBezTo>
                  <a:cubicBezTo>
                    <a:pt x="32576" y="490633"/>
                    <a:pt x="14383" y="508825"/>
                    <a:pt x="14383" y="531114"/>
                  </a:cubicBezTo>
                  <a:close/>
                  <a:moveTo>
                    <a:pt x="286131" y="291275"/>
                  </a:moveTo>
                  <a:cubicBezTo>
                    <a:pt x="272225" y="343186"/>
                    <a:pt x="239935" y="383953"/>
                    <a:pt x="195072" y="405956"/>
                  </a:cubicBezTo>
                  <a:lnTo>
                    <a:pt x="201359" y="418814"/>
                  </a:lnTo>
                  <a:cubicBezTo>
                    <a:pt x="249936" y="394907"/>
                    <a:pt x="284893" y="350996"/>
                    <a:pt x="299847" y="294989"/>
                  </a:cubicBezTo>
                  <a:lnTo>
                    <a:pt x="286036" y="291275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14244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id="{DD11DA7B-8547-B89E-9089-61E012533185}"/>
                </a:ext>
              </a:extLst>
            </p:cNvPr>
            <p:cNvSpPr/>
            <p:nvPr/>
          </p:nvSpPr>
          <p:spPr>
            <a:xfrm rot="5400000">
              <a:off x="386022" y="2381975"/>
              <a:ext cx="4026215" cy="3578821"/>
            </a:xfrm>
            <a:prstGeom prst="roundRect">
              <a:avLst>
                <a:gd name="adj" fmla="val 2507"/>
              </a:avLst>
            </a:prstGeom>
            <a:solidFill>
              <a:schemeClr val="accent3">
                <a:alpha val="1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90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ExtraLight"/>
                <a:ea typeface="+mn-ea"/>
                <a:cs typeface="+mn-cs"/>
              </a:endParaRPr>
            </a:p>
          </p:txBody>
        </p:sp>
        <p:sp>
          <p:nvSpPr>
            <p:cNvPr id="18" name="Text Placeholder 2">
              <a:extLst>
                <a:ext uri="{FF2B5EF4-FFF2-40B4-BE49-F238E27FC236}">
                  <a16:creationId xmlns:a16="http://schemas.microsoft.com/office/drawing/2014/main" id="{D06F4012-79F0-2B6F-0169-A2A136398667}"/>
                </a:ext>
              </a:extLst>
            </p:cNvPr>
            <p:cNvSpPr txBox="1">
              <a:spLocks/>
            </p:cNvSpPr>
            <p:nvPr/>
          </p:nvSpPr>
          <p:spPr>
            <a:xfrm>
              <a:off x="712529" y="2797306"/>
              <a:ext cx="3401961" cy="2133509"/>
            </a:xfrm>
            <a:prstGeom prst="rect">
              <a:avLst/>
            </a:prstGeom>
          </p:spPr>
          <p:txBody>
            <a:bodyPr vert="horz" lIns="45720" tIns="45720" rIns="45720" bIns="45720" rtlCol="0" anchor="t">
              <a:noAutofit/>
            </a:bodyPr>
            <a:lstStyle>
              <a:lvl1pPr marL="0" marR="0" indent="0" algn="l" defTabSz="912276" rtl="0" eaLnBrk="1" fontAlgn="base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2"/>
                </a:buClr>
                <a:buSzPct val="90000"/>
                <a:buFont typeface="Arial" panose="020B0604020202020204" pitchFamily="34" charset="0"/>
                <a:buNone/>
                <a:tabLst/>
                <a:defRPr lang="en-US" sz="1400" b="0" i="0" kern="1200" baseline="0">
                  <a:solidFill>
                    <a:schemeClr val="bg2"/>
                  </a:solidFill>
                  <a:latin typeface="+mn-lt"/>
                  <a:ea typeface="ＭＳ Ｐゴシック" charset="0"/>
                  <a:cs typeface="CiscoSansTT Light" panose="020B0503020201020303" pitchFamily="34" charset="0"/>
                </a:defRPr>
              </a:lvl1pPr>
              <a:lvl2pPr marL="406371" indent="0" algn="l" defTabSz="912276" rtl="0" eaLnBrk="1" fontAlgn="base" hangingPunct="1">
                <a:lnSpc>
                  <a:spcPct val="95000"/>
                </a:lnSpc>
                <a:spcBef>
                  <a:spcPts val="800"/>
                </a:spcBef>
                <a:spcAft>
                  <a:spcPct val="0"/>
                </a:spcAft>
                <a:buClr>
                  <a:schemeClr val="accent1"/>
                </a:buClr>
                <a:buFont typeface="Arial" charset="0"/>
                <a:buNone/>
                <a:defRPr lang="en-US" sz="2000" kern="1200">
                  <a:solidFill>
                    <a:schemeClr val="bg2"/>
                  </a:solidFill>
                  <a:latin typeface="+mn-lt"/>
                  <a:ea typeface="ＭＳ Ｐゴシック" charset="0"/>
                  <a:cs typeface="CiscoSans"/>
                </a:defRPr>
              </a:lvl2pPr>
              <a:lvl3pPr marL="569863" indent="0" algn="l" defTabSz="912276" rtl="0" eaLnBrk="1" fontAlgn="base" hangingPunct="1">
                <a:lnSpc>
                  <a:spcPct val="95000"/>
                </a:lnSpc>
                <a:spcBef>
                  <a:spcPts val="833"/>
                </a:spcBef>
                <a:spcAft>
                  <a:spcPct val="0"/>
                </a:spcAft>
                <a:buClr>
                  <a:schemeClr val="accent1"/>
                </a:buClr>
                <a:buFont typeface="Arial" charset="0"/>
                <a:buNone/>
                <a:defRPr lang="en-US" sz="1800" kern="1200">
                  <a:solidFill>
                    <a:schemeClr val="bg2"/>
                  </a:solidFill>
                  <a:latin typeface="+mn-lt"/>
                  <a:ea typeface="ＭＳ Ｐゴシック" charset="0"/>
                  <a:cs typeface="CiscoSans"/>
                </a:defRPr>
              </a:lvl3pPr>
              <a:lvl4pPr marL="688920" indent="0" algn="l" defTabSz="912276" rtl="0" eaLnBrk="1" fontAlgn="base" hangingPunct="1">
                <a:lnSpc>
                  <a:spcPct val="95000"/>
                </a:lnSpc>
                <a:spcBef>
                  <a:spcPts val="833"/>
                </a:spcBef>
                <a:spcAft>
                  <a:spcPct val="0"/>
                </a:spcAft>
                <a:buClr>
                  <a:schemeClr val="accent1"/>
                </a:buClr>
                <a:buFont typeface="Arial" charset="0"/>
                <a:buNone/>
                <a:defRPr lang="en-US" sz="1600" kern="1200">
                  <a:solidFill>
                    <a:schemeClr val="bg2"/>
                  </a:solidFill>
                  <a:latin typeface="+mn-lt"/>
                  <a:ea typeface="ＭＳ Ｐゴシック" charset="0"/>
                  <a:cs typeface="CiscoSans"/>
                </a:defRPr>
              </a:lvl4pPr>
              <a:lvl5pPr marL="801621" indent="0" algn="l" defTabSz="912276" rtl="0" eaLnBrk="1" fontAlgn="base" hangingPunct="1">
                <a:lnSpc>
                  <a:spcPct val="95000"/>
                </a:lnSpc>
                <a:spcBef>
                  <a:spcPts val="833"/>
                </a:spcBef>
                <a:spcAft>
                  <a:spcPct val="0"/>
                </a:spcAft>
                <a:buClr>
                  <a:schemeClr val="accent1"/>
                </a:buClr>
                <a:buFont typeface="Arial" charset="0"/>
                <a:buNone/>
                <a:defRPr lang="en-US" sz="1400" kern="1200">
                  <a:solidFill>
                    <a:schemeClr val="bg2"/>
                  </a:solidFill>
                  <a:latin typeface="+mn-lt"/>
                  <a:ea typeface="ＭＳ Ｐゴシック" charset="0"/>
                  <a:cs typeface="CiscoSans"/>
                </a:defRPr>
              </a:lvl5pPr>
              <a:lvl6pPr marL="1151798" indent="-228592" algn="l" defTabSz="914362" rtl="0" eaLnBrk="1" latinLnBrk="0" hangingPunct="1">
                <a:spcBef>
                  <a:spcPts val="800"/>
                </a:spcBef>
                <a:buFont typeface="Arial" pitchFamily="34" charset="0"/>
                <a:buChar char="•"/>
                <a:defRPr sz="12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7781" indent="-228561" algn="l" defTabSz="914362" rtl="0" eaLnBrk="1" latinLnBrk="0" hangingPunct="1">
                <a:spcBef>
                  <a:spcPts val="800"/>
                </a:spcBef>
                <a:buFont typeface="Arial" pitchFamily="34" charset="0"/>
                <a:buChar char="•"/>
                <a:defRPr sz="1067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267" indent="0" algn="l" defTabSz="914362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038" indent="-228592" algn="l" defTabSz="914362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2276" rtl="0" eaLnBrk="1" fontAlgn="base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00BCEB"/>
                </a:buClr>
                <a:buSzPct val="90000"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iscoSansTT Light"/>
                  <a:ea typeface="ＭＳ Ｐゴシック"/>
                  <a:cs typeface="CiscoSansTT Light"/>
                </a:rPr>
                <a:t>Validates candidate’s skills and knowledge of:</a:t>
              </a:r>
            </a:p>
            <a:p>
              <a:pPr marL="179070" marR="0" lvl="0" indent="-179070" algn="l" defTabSz="912276" rtl="0" eaLnBrk="1" fontAlgn="base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00BCEB"/>
                </a:buClr>
                <a:buSzPct val="90000"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iscoSansTT Light"/>
                  <a:ea typeface="ＭＳ Ｐゴシック"/>
                  <a:cs typeface="CiscoSansTT Light"/>
                </a:rPr>
                <a:t>Entry-level networking concepts and topics</a:t>
              </a:r>
            </a:p>
            <a:p>
              <a:pPr marL="179070" marR="0" lvl="0" indent="-179070" algn="l" defTabSz="912276" rtl="0" eaLnBrk="1" fontAlgn="base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00BCEB"/>
                </a:buClr>
                <a:buSzPct val="90000"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iscoSansTT Light"/>
                  <a:ea typeface="ＭＳ Ｐゴシック"/>
                  <a:cs typeface="CiscoSansTT Light"/>
                </a:rPr>
                <a:t>Foundational knowledge of network operations</a:t>
              </a:r>
            </a:p>
            <a:p>
              <a:pPr marL="179070" marR="0" lvl="0" indent="-179070" algn="l" defTabSz="912276" rtl="0" eaLnBrk="1" fontAlgn="base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00BCEB"/>
                </a:buClr>
                <a:buSzPct val="90000"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iscoSansTT Light"/>
                  <a:ea typeface="ＭＳ Ｐゴシック"/>
                  <a:cs typeface="CiscoSansTT Light"/>
                </a:rPr>
                <a:t>Endpoints and media types</a:t>
              </a:r>
            </a:p>
            <a:p>
              <a:pPr marL="179070" marR="0" lvl="0" indent="-179070" algn="l" defTabSz="912276" rtl="0" eaLnBrk="1" fontAlgn="base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00BCEB"/>
                </a:buClr>
                <a:buSzPct val="90000"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iscoSansTT Light"/>
                  <a:ea typeface="ＭＳ Ｐゴシック"/>
                  <a:cs typeface="CiscoSansTT Light"/>
                </a:rPr>
                <a:t>Network troubleshooting methodologies</a:t>
              </a:r>
            </a:p>
            <a:p>
              <a:pPr marL="179070" marR="0" lvl="0" indent="-179070" algn="l" defTabSz="912276" rtl="0" eaLnBrk="1" fontAlgn="base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00BCEB"/>
                </a:buClr>
                <a:buSzPct val="90000"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iscoSansTT Light"/>
                  <a:ea typeface="ＭＳ Ｐゴシック"/>
                  <a:cs typeface="CiscoSansTT Light"/>
                </a:rPr>
                <a:t>Network support and security</a:t>
              </a:r>
            </a:p>
            <a:p>
              <a:pPr marL="179070" marR="0" lvl="0" indent="-179070" algn="l" defTabSz="912276" rtl="0" eaLnBrk="1" fontAlgn="base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00BCEB"/>
                </a:buClr>
                <a:buSzPct val="90000"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iscoSansTT Light"/>
                  <a:ea typeface="ＭＳ Ｐゴシック"/>
                  <a:cs typeface="CiscoSansTT Light"/>
                </a:rPr>
                <a:t>CCST certification is for life</a:t>
              </a:r>
            </a:p>
            <a:p>
              <a:pPr marL="179070" marR="0" lvl="0" indent="-179070" algn="l" defTabSz="912276" rtl="0" eaLnBrk="1" fontAlgn="base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00BCEB"/>
                </a:buClr>
                <a:buSzPct val="90000"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iscoSansTT Light"/>
                  <a:ea typeface="ＭＳ Ｐゴシック"/>
                  <a:cs typeface="CiscoSansTT Light"/>
                </a:rPr>
                <a:t>No recertification requirements </a:t>
              </a:r>
            </a:p>
          </p:txBody>
        </p:sp>
        <p:sp>
          <p:nvSpPr>
            <p:cNvPr id="19" name="Rounded Rectangle 18">
              <a:extLst>
                <a:ext uri="{FF2B5EF4-FFF2-40B4-BE49-F238E27FC236}">
                  <a16:creationId xmlns:a16="http://schemas.microsoft.com/office/drawing/2014/main" id="{11BDAA79-11AB-B2FF-DA22-A7A9FE359B85}"/>
                </a:ext>
              </a:extLst>
            </p:cNvPr>
            <p:cNvSpPr/>
            <p:nvPr/>
          </p:nvSpPr>
          <p:spPr>
            <a:xfrm>
              <a:off x="601348" y="1754737"/>
              <a:ext cx="3587193" cy="807085"/>
            </a:xfrm>
            <a:prstGeom prst="roundRect">
              <a:avLst>
                <a:gd name="adj" fmla="val 50000"/>
              </a:avLst>
            </a:prstGeom>
            <a:solidFill>
              <a:srgbClr val="00BCEB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90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ExtraLight"/>
                <a:ea typeface="+mn-ea"/>
                <a:cs typeface="+mn-cs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20DA375-F2B4-923A-68A7-99E48CB55F85}"/>
                </a:ext>
              </a:extLst>
            </p:cNvPr>
            <p:cNvSpPr/>
            <p:nvPr/>
          </p:nvSpPr>
          <p:spPr>
            <a:xfrm>
              <a:off x="910773" y="2018570"/>
              <a:ext cx="2923758" cy="279419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rtlCol="0" anchor="ctr"/>
            <a:lstStyle/>
            <a:p>
              <a:pPr marL="0" marR="0" lvl="0" indent="0" algn="ctr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D274D"/>
                  </a:solidFill>
                  <a:effectLst/>
                  <a:uLnTx/>
                  <a:uFillTx/>
                  <a:latin typeface="CiscoSansTT ExtraLight"/>
                  <a:ea typeface="+mn-ea"/>
                  <a:cs typeface="+mn-cs"/>
                </a:rPr>
                <a:t>CCST Networking</a:t>
              </a:r>
            </a:p>
          </p:txBody>
        </p: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A5BEDFBE-DABA-C778-6AC9-998174009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539726"/>
            <a:ext cx="10972800" cy="685800"/>
          </a:xfrm>
        </p:spPr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Cisco Certified Support Technician (CCST) Certifications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588B6D7-5E27-D44D-2356-FEFC1BF1D14B}"/>
              </a:ext>
            </a:extLst>
          </p:cNvPr>
          <p:cNvGrpSpPr/>
          <p:nvPr/>
        </p:nvGrpSpPr>
        <p:grpSpPr>
          <a:xfrm>
            <a:off x="8205069" y="1754733"/>
            <a:ext cx="3595129" cy="4429759"/>
            <a:chOff x="8453434" y="1754733"/>
            <a:chExt cx="3595129" cy="4429759"/>
          </a:xfrm>
        </p:grpSpPr>
        <p:sp>
          <p:nvSpPr>
            <p:cNvPr id="2" name="Freeform 1">
              <a:extLst>
                <a:ext uri="{FF2B5EF4-FFF2-40B4-BE49-F238E27FC236}">
                  <a16:creationId xmlns:a16="http://schemas.microsoft.com/office/drawing/2014/main" id="{6ECE6CD8-8680-393F-C042-E20C075D4E22}"/>
                </a:ext>
              </a:extLst>
            </p:cNvPr>
            <p:cNvSpPr/>
            <p:nvPr/>
          </p:nvSpPr>
          <p:spPr>
            <a:xfrm>
              <a:off x="8799390" y="1946783"/>
              <a:ext cx="416379" cy="416245"/>
            </a:xfrm>
            <a:custGeom>
              <a:avLst/>
              <a:gdLst>
                <a:gd name="connsiteX0" fmla="*/ 0 w 585882"/>
                <a:gd name="connsiteY0" fmla="*/ 330899 h 585692"/>
                <a:gd name="connsiteX1" fmla="*/ 64294 w 585882"/>
                <a:gd name="connsiteY1" fmla="*/ 395192 h 585692"/>
                <a:gd name="connsiteX2" fmla="*/ 95059 w 585882"/>
                <a:gd name="connsiteY2" fmla="*/ 387286 h 585692"/>
                <a:gd name="connsiteX3" fmla="*/ 155162 w 585882"/>
                <a:gd name="connsiteY3" fmla="*/ 473202 h 585692"/>
                <a:gd name="connsiteX4" fmla="*/ 133350 w 585882"/>
                <a:gd name="connsiteY4" fmla="*/ 521399 h 585692"/>
                <a:gd name="connsiteX5" fmla="*/ 197644 w 585882"/>
                <a:gd name="connsiteY5" fmla="*/ 585692 h 585692"/>
                <a:gd name="connsiteX6" fmla="*/ 261556 w 585882"/>
                <a:gd name="connsiteY6" fmla="*/ 528542 h 585692"/>
                <a:gd name="connsiteX7" fmla="*/ 457676 w 585882"/>
                <a:gd name="connsiteY7" fmla="*/ 528542 h 585692"/>
                <a:gd name="connsiteX8" fmla="*/ 521589 w 585882"/>
                <a:gd name="connsiteY8" fmla="*/ 585692 h 585692"/>
                <a:gd name="connsiteX9" fmla="*/ 585883 w 585882"/>
                <a:gd name="connsiteY9" fmla="*/ 521399 h 585692"/>
                <a:gd name="connsiteX10" fmla="*/ 521589 w 585882"/>
                <a:gd name="connsiteY10" fmla="*/ 457105 h 585692"/>
                <a:gd name="connsiteX11" fmla="*/ 516065 w 585882"/>
                <a:gd name="connsiteY11" fmla="*/ 457391 h 585692"/>
                <a:gd name="connsiteX12" fmla="*/ 465011 w 585882"/>
                <a:gd name="connsiteY12" fmla="*/ 201644 h 585692"/>
                <a:gd name="connsiteX13" fmla="*/ 509778 w 585882"/>
                <a:gd name="connsiteY13" fmla="*/ 140399 h 585692"/>
                <a:gd name="connsiteX14" fmla="*/ 445484 w 585882"/>
                <a:gd name="connsiteY14" fmla="*/ 76105 h 585692"/>
                <a:gd name="connsiteX15" fmla="*/ 384239 w 585882"/>
                <a:gd name="connsiteY15" fmla="*/ 120872 h 585692"/>
                <a:gd name="connsiteX16" fmla="*/ 128492 w 585882"/>
                <a:gd name="connsiteY16" fmla="*/ 69818 h 585692"/>
                <a:gd name="connsiteX17" fmla="*/ 128778 w 585882"/>
                <a:gd name="connsiteY17" fmla="*/ 64294 h 585692"/>
                <a:gd name="connsiteX18" fmla="*/ 64484 w 585882"/>
                <a:gd name="connsiteY18" fmla="*/ 0 h 585692"/>
                <a:gd name="connsiteX19" fmla="*/ 191 w 585882"/>
                <a:gd name="connsiteY19" fmla="*/ 64294 h 585692"/>
                <a:gd name="connsiteX20" fmla="*/ 57341 w 585882"/>
                <a:gd name="connsiteY20" fmla="*/ 128206 h 585692"/>
                <a:gd name="connsiteX21" fmla="*/ 57341 w 585882"/>
                <a:gd name="connsiteY21" fmla="*/ 267176 h 585692"/>
                <a:gd name="connsiteX22" fmla="*/ 191 w 585882"/>
                <a:gd name="connsiteY22" fmla="*/ 331089 h 585692"/>
                <a:gd name="connsiteX23" fmla="*/ 106775 w 585882"/>
                <a:gd name="connsiteY23" fmla="*/ 379095 h 585692"/>
                <a:gd name="connsiteX24" fmla="*/ 128588 w 585882"/>
                <a:gd name="connsiteY24" fmla="*/ 330899 h 585692"/>
                <a:gd name="connsiteX25" fmla="*/ 124587 w 585882"/>
                <a:gd name="connsiteY25" fmla="*/ 308801 h 585692"/>
                <a:gd name="connsiteX26" fmla="*/ 240697 w 585882"/>
                <a:gd name="connsiteY26" fmla="*/ 250698 h 585692"/>
                <a:gd name="connsiteX27" fmla="*/ 316135 w 585882"/>
                <a:gd name="connsiteY27" fmla="*/ 326136 h 585692"/>
                <a:gd name="connsiteX28" fmla="*/ 226504 w 585882"/>
                <a:gd name="connsiteY28" fmla="*/ 464058 h 585692"/>
                <a:gd name="connsiteX29" fmla="*/ 197739 w 585882"/>
                <a:gd name="connsiteY29" fmla="*/ 457200 h 585692"/>
                <a:gd name="connsiteX30" fmla="*/ 166973 w 585882"/>
                <a:gd name="connsiteY30" fmla="*/ 465106 h 585692"/>
                <a:gd name="connsiteX31" fmla="*/ 106870 w 585882"/>
                <a:gd name="connsiteY31" fmla="*/ 379190 h 585692"/>
                <a:gd name="connsiteX32" fmla="*/ 118205 w 585882"/>
                <a:gd name="connsiteY32" fmla="*/ 296037 h 585692"/>
                <a:gd name="connsiteX33" fmla="*/ 71438 w 585882"/>
                <a:gd name="connsiteY33" fmla="*/ 267081 h 585692"/>
                <a:gd name="connsiteX34" fmla="*/ 71438 w 585882"/>
                <a:gd name="connsiteY34" fmla="*/ 128111 h 585692"/>
                <a:gd name="connsiteX35" fmla="*/ 104394 w 585882"/>
                <a:gd name="connsiteY35" fmla="*/ 114395 h 585692"/>
                <a:gd name="connsiteX36" fmla="*/ 230029 w 585882"/>
                <a:gd name="connsiteY36" fmla="*/ 240030 h 585692"/>
                <a:gd name="connsiteX37" fmla="*/ 118205 w 585882"/>
                <a:gd name="connsiteY37" fmla="*/ 295942 h 585692"/>
                <a:gd name="connsiteX38" fmla="*/ 197644 w 585882"/>
                <a:gd name="connsiteY38" fmla="*/ 571405 h 585692"/>
                <a:gd name="connsiteX39" fmla="*/ 147638 w 585882"/>
                <a:gd name="connsiteY39" fmla="*/ 521399 h 585692"/>
                <a:gd name="connsiteX40" fmla="*/ 197644 w 585882"/>
                <a:gd name="connsiteY40" fmla="*/ 471392 h 585692"/>
                <a:gd name="connsiteX41" fmla="*/ 247650 w 585882"/>
                <a:gd name="connsiteY41" fmla="*/ 521399 h 585692"/>
                <a:gd name="connsiteX42" fmla="*/ 197644 w 585882"/>
                <a:gd name="connsiteY42" fmla="*/ 571405 h 585692"/>
                <a:gd name="connsiteX43" fmla="*/ 457581 w 585882"/>
                <a:gd name="connsiteY43" fmla="*/ 514255 h 585692"/>
                <a:gd name="connsiteX44" fmla="*/ 261461 w 585882"/>
                <a:gd name="connsiteY44" fmla="*/ 514255 h 585692"/>
                <a:gd name="connsiteX45" fmla="*/ 238411 w 585882"/>
                <a:gd name="connsiteY45" fmla="*/ 471773 h 585692"/>
                <a:gd name="connsiteX46" fmla="*/ 326422 w 585882"/>
                <a:gd name="connsiteY46" fmla="*/ 336423 h 585692"/>
                <a:gd name="connsiteX47" fmla="*/ 471297 w 585882"/>
                <a:gd name="connsiteY47" fmla="*/ 481298 h 585692"/>
                <a:gd name="connsiteX48" fmla="*/ 457581 w 585882"/>
                <a:gd name="connsiteY48" fmla="*/ 514255 h 585692"/>
                <a:gd name="connsiteX49" fmla="*/ 521494 w 585882"/>
                <a:gd name="connsiteY49" fmla="*/ 471392 h 585692"/>
                <a:gd name="connsiteX50" fmla="*/ 571500 w 585882"/>
                <a:gd name="connsiteY50" fmla="*/ 521399 h 585692"/>
                <a:gd name="connsiteX51" fmla="*/ 521494 w 585882"/>
                <a:gd name="connsiteY51" fmla="*/ 571405 h 585692"/>
                <a:gd name="connsiteX52" fmla="*/ 471488 w 585882"/>
                <a:gd name="connsiteY52" fmla="*/ 521399 h 585692"/>
                <a:gd name="connsiteX53" fmla="*/ 521494 w 585882"/>
                <a:gd name="connsiteY53" fmla="*/ 471392 h 585692"/>
                <a:gd name="connsiteX54" fmla="*/ 501968 w 585882"/>
                <a:gd name="connsiteY54" fmla="*/ 460153 h 585692"/>
                <a:gd name="connsiteX55" fmla="*/ 481489 w 585882"/>
                <a:gd name="connsiteY55" fmla="*/ 471202 h 585692"/>
                <a:gd name="connsiteX56" fmla="*/ 334423 w 585882"/>
                <a:gd name="connsiteY56" fmla="*/ 324136 h 585692"/>
                <a:gd name="connsiteX57" fmla="*/ 416528 w 585882"/>
                <a:gd name="connsiteY57" fmla="*/ 197739 h 585692"/>
                <a:gd name="connsiteX58" fmla="*/ 445294 w 585882"/>
                <a:gd name="connsiteY58" fmla="*/ 204597 h 585692"/>
                <a:gd name="connsiteX59" fmla="*/ 450818 w 585882"/>
                <a:gd name="connsiteY59" fmla="*/ 204311 h 585692"/>
                <a:gd name="connsiteX60" fmla="*/ 501872 w 585882"/>
                <a:gd name="connsiteY60" fmla="*/ 460058 h 585692"/>
                <a:gd name="connsiteX61" fmla="*/ 445294 w 585882"/>
                <a:gd name="connsiteY61" fmla="*/ 90392 h 585692"/>
                <a:gd name="connsiteX62" fmla="*/ 495300 w 585882"/>
                <a:gd name="connsiteY62" fmla="*/ 140399 h 585692"/>
                <a:gd name="connsiteX63" fmla="*/ 445294 w 585882"/>
                <a:gd name="connsiteY63" fmla="*/ 190405 h 585692"/>
                <a:gd name="connsiteX64" fmla="*/ 395288 w 585882"/>
                <a:gd name="connsiteY64" fmla="*/ 140399 h 585692"/>
                <a:gd name="connsiteX65" fmla="*/ 445294 w 585882"/>
                <a:gd name="connsiteY65" fmla="*/ 90392 h 585692"/>
                <a:gd name="connsiteX66" fmla="*/ 404527 w 585882"/>
                <a:gd name="connsiteY66" fmla="*/ 190024 h 585692"/>
                <a:gd name="connsiteX67" fmla="*/ 324041 w 585882"/>
                <a:gd name="connsiteY67" fmla="*/ 313849 h 585692"/>
                <a:gd name="connsiteX68" fmla="*/ 254127 w 585882"/>
                <a:gd name="connsiteY68" fmla="*/ 243935 h 585692"/>
                <a:gd name="connsiteX69" fmla="*/ 391382 w 585882"/>
                <a:gd name="connsiteY69" fmla="*/ 175260 h 585692"/>
                <a:gd name="connsiteX70" fmla="*/ 404527 w 585882"/>
                <a:gd name="connsiteY70" fmla="*/ 190024 h 585692"/>
                <a:gd name="connsiteX71" fmla="*/ 125540 w 585882"/>
                <a:gd name="connsiteY71" fmla="*/ 83725 h 585692"/>
                <a:gd name="connsiteX72" fmla="*/ 381286 w 585882"/>
                <a:gd name="connsiteY72" fmla="*/ 134779 h 585692"/>
                <a:gd name="connsiteX73" fmla="*/ 381000 w 585882"/>
                <a:gd name="connsiteY73" fmla="*/ 140303 h 585692"/>
                <a:gd name="connsiteX74" fmla="*/ 385000 w 585882"/>
                <a:gd name="connsiteY74" fmla="*/ 162401 h 585692"/>
                <a:gd name="connsiteX75" fmla="*/ 243554 w 585882"/>
                <a:gd name="connsiteY75" fmla="*/ 233172 h 585692"/>
                <a:gd name="connsiteX76" fmla="*/ 114491 w 585882"/>
                <a:gd name="connsiteY76" fmla="*/ 104108 h 585692"/>
                <a:gd name="connsiteX77" fmla="*/ 125540 w 585882"/>
                <a:gd name="connsiteY77" fmla="*/ 83630 h 585692"/>
                <a:gd name="connsiteX78" fmla="*/ 14288 w 585882"/>
                <a:gd name="connsiteY78" fmla="*/ 64198 h 585692"/>
                <a:gd name="connsiteX79" fmla="*/ 64294 w 585882"/>
                <a:gd name="connsiteY79" fmla="*/ 14192 h 585692"/>
                <a:gd name="connsiteX80" fmla="*/ 114300 w 585882"/>
                <a:gd name="connsiteY80" fmla="*/ 64198 h 585692"/>
                <a:gd name="connsiteX81" fmla="*/ 64294 w 585882"/>
                <a:gd name="connsiteY81" fmla="*/ 114205 h 585692"/>
                <a:gd name="connsiteX82" fmla="*/ 14288 w 585882"/>
                <a:gd name="connsiteY82" fmla="*/ 64198 h 585692"/>
                <a:gd name="connsiteX83" fmla="*/ 64294 w 585882"/>
                <a:gd name="connsiteY83" fmla="*/ 280892 h 585692"/>
                <a:gd name="connsiteX84" fmla="*/ 114300 w 585882"/>
                <a:gd name="connsiteY84" fmla="*/ 330899 h 585692"/>
                <a:gd name="connsiteX85" fmla="*/ 64294 w 585882"/>
                <a:gd name="connsiteY85" fmla="*/ 380905 h 585692"/>
                <a:gd name="connsiteX86" fmla="*/ 14288 w 585882"/>
                <a:gd name="connsiteY86" fmla="*/ 330899 h 585692"/>
                <a:gd name="connsiteX87" fmla="*/ 64294 w 585882"/>
                <a:gd name="connsiteY87" fmla="*/ 280892 h 585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585882" h="585692">
                  <a:moveTo>
                    <a:pt x="0" y="330899"/>
                  </a:moveTo>
                  <a:cubicBezTo>
                    <a:pt x="0" y="366332"/>
                    <a:pt x="28861" y="395192"/>
                    <a:pt x="64294" y="395192"/>
                  </a:cubicBezTo>
                  <a:cubicBezTo>
                    <a:pt x="75438" y="395192"/>
                    <a:pt x="85916" y="392335"/>
                    <a:pt x="95059" y="387286"/>
                  </a:cubicBezTo>
                  <a:lnTo>
                    <a:pt x="155162" y="473202"/>
                  </a:lnTo>
                  <a:cubicBezTo>
                    <a:pt x="141827" y="485013"/>
                    <a:pt x="133350" y="502158"/>
                    <a:pt x="133350" y="521399"/>
                  </a:cubicBezTo>
                  <a:cubicBezTo>
                    <a:pt x="133350" y="556832"/>
                    <a:pt x="162211" y="585692"/>
                    <a:pt x="197644" y="585692"/>
                  </a:cubicBezTo>
                  <a:cubicBezTo>
                    <a:pt x="230696" y="585692"/>
                    <a:pt x="257937" y="560642"/>
                    <a:pt x="261556" y="528542"/>
                  </a:cubicBezTo>
                  <a:lnTo>
                    <a:pt x="457676" y="528542"/>
                  </a:lnTo>
                  <a:cubicBezTo>
                    <a:pt x="461200" y="560642"/>
                    <a:pt x="488537" y="585692"/>
                    <a:pt x="521589" y="585692"/>
                  </a:cubicBezTo>
                  <a:cubicBezTo>
                    <a:pt x="557022" y="585692"/>
                    <a:pt x="585883" y="556832"/>
                    <a:pt x="585883" y="521399"/>
                  </a:cubicBezTo>
                  <a:cubicBezTo>
                    <a:pt x="585883" y="485966"/>
                    <a:pt x="557022" y="457105"/>
                    <a:pt x="521589" y="457105"/>
                  </a:cubicBezTo>
                  <a:cubicBezTo>
                    <a:pt x="519684" y="457105"/>
                    <a:pt x="517874" y="457200"/>
                    <a:pt x="516065" y="457391"/>
                  </a:cubicBezTo>
                  <a:lnTo>
                    <a:pt x="465011" y="201644"/>
                  </a:lnTo>
                  <a:cubicBezTo>
                    <a:pt x="490919" y="193358"/>
                    <a:pt x="509778" y="169069"/>
                    <a:pt x="509778" y="140399"/>
                  </a:cubicBezTo>
                  <a:cubicBezTo>
                    <a:pt x="509778" y="104966"/>
                    <a:pt x="480917" y="76105"/>
                    <a:pt x="445484" y="76105"/>
                  </a:cubicBezTo>
                  <a:cubicBezTo>
                    <a:pt x="416814" y="76105"/>
                    <a:pt x="392525" y="94964"/>
                    <a:pt x="384239" y="120872"/>
                  </a:cubicBezTo>
                  <a:lnTo>
                    <a:pt x="128492" y="69818"/>
                  </a:lnTo>
                  <a:cubicBezTo>
                    <a:pt x="128683" y="68008"/>
                    <a:pt x="128778" y="66104"/>
                    <a:pt x="128778" y="64294"/>
                  </a:cubicBezTo>
                  <a:cubicBezTo>
                    <a:pt x="128778" y="28861"/>
                    <a:pt x="99917" y="0"/>
                    <a:pt x="64484" y="0"/>
                  </a:cubicBezTo>
                  <a:cubicBezTo>
                    <a:pt x="29051" y="0"/>
                    <a:pt x="191" y="28861"/>
                    <a:pt x="191" y="64294"/>
                  </a:cubicBezTo>
                  <a:cubicBezTo>
                    <a:pt x="191" y="97345"/>
                    <a:pt x="25241" y="124587"/>
                    <a:pt x="57341" y="128206"/>
                  </a:cubicBezTo>
                  <a:lnTo>
                    <a:pt x="57341" y="267176"/>
                  </a:lnTo>
                  <a:cubicBezTo>
                    <a:pt x="25241" y="270701"/>
                    <a:pt x="191" y="298037"/>
                    <a:pt x="191" y="331089"/>
                  </a:cubicBezTo>
                  <a:close/>
                  <a:moveTo>
                    <a:pt x="106775" y="379095"/>
                  </a:moveTo>
                  <a:cubicBezTo>
                    <a:pt x="120110" y="367284"/>
                    <a:pt x="128588" y="350139"/>
                    <a:pt x="128588" y="330899"/>
                  </a:cubicBezTo>
                  <a:cubicBezTo>
                    <a:pt x="128588" y="323088"/>
                    <a:pt x="127159" y="315659"/>
                    <a:pt x="124587" y="308801"/>
                  </a:cubicBezTo>
                  <a:lnTo>
                    <a:pt x="240697" y="250698"/>
                  </a:lnTo>
                  <a:lnTo>
                    <a:pt x="316135" y="326136"/>
                  </a:lnTo>
                  <a:lnTo>
                    <a:pt x="226504" y="464058"/>
                  </a:lnTo>
                  <a:cubicBezTo>
                    <a:pt x="217837" y="459677"/>
                    <a:pt x="208026" y="457200"/>
                    <a:pt x="197739" y="457200"/>
                  </a:cubicBezTo>
                  <a:cubicBezTo>
                    <a:pt x="186595" y="457200"/>
                    <a:pt x="176117" y="460058"/>
                    <a:pt x="166973" y="465106"/>
                  </a:cubicBezTo>
                  <a:lnTo>
                    <a:pt x="106870" y="379190"/>
                  </a:lnTo>
                  <a:close/>
                  <a:moveTo>
                    <a:pt x="118205" y="296037"/>
                  </a:moveTo>
                  <a:cubicBezTo>
                    <a:pt x="107918" y="280226"/>
                    <a:pt x="91059" y="269272"/>
                    <a:pt x="71438" y="267081"/>
                  </a:cubicBezTo>
                  <a:lnTo>
                    <a:pt x="71438" y="128111"/>
                  </a:lnTo>
                  <a:cubicBezTo>
                    <a:pt x="83820" y="126778"/>
                    <a:pt x="95155" y="121825"/>
                    <a:pt x="104394" y="114395"/>
                  </a:cubicBezTo>
                  <a:lnTo>
                    <a:pt x="230029" y="240030"/>
                  </a:lnTo>
                  <a:lnTo>
                    <a:pt x="118205" y="295942"/>
                  </a:lnTo>
                  <a:close/>
                  <a:moveTo>
                    <a:pt x="197644" y="571405"/>
                  </a:moveTo>
                  <a:cubicBezTo>
                    <a:pt x="170117" y="571405"/>
                    <a:pt x="147638" y="549021"/>
                    <a:pt x="147638" y="521399"/>
                  </a:cubicBezTo>
                  <a:cubicBezTo>
                    <a:pt x="147638" y="493776"/>
                    <a:pt x="170117" y="471392"/>
                    <a:pt x="197644" y="471392"/>
                  </a:cubicBezTo>
                  <a:cubicBezTo>
                    <a:pt x="225171" y="471392"/>
                    <a:pt x="247650" y="493776"/>
                    <a:pt x="247650" y="521399"/>
                  </a:cubicBezTo>
                  <a:cubicBezTo>
                    <a:pt x="247650" y="549021"/>
                    <a:pt x="225171" y="571405"/>
                    <a:pt x="197644" y="571405"/>
                  </a:cubicBezTo>
                  <a:close/>
                  <a:moveTo>
                    <a:pt x="457581" y="514255"/>
                  </a:moveTo>
                  <a:lnTo>
                    <a:pt x="261461" y="514255"/>
                  </a:lnTo>
                  <a:cubicBezTo>
                    <a:pt x="259556" y="497205"/>
                    <a:pt x="250984" y="482156"/>
                    <a:pt x="238411" y="471773"/>
                  </a:cubicBezTo>
                  <a:lnTo>
                    <a:pt x="326422" y="336423"/>
                  </a:lnTo>
                  <a:lnTo>
                    <a:pt x="471297" y="481298"/>
                  </a:lnTo>
                  <a:cubicBezTo>
                    <a:pt x="463868" y="490537"/>
                    <a:pt x="459010" y="501872"/>
                    <a:pt x="457581" y="514255"/>
                  </a:cubicBezTo>
                  <a:close/>
                  <a:moveTo>
                    <a:pt x="521494" y="471392"/>
                  </a:moveTo>
                  <a:cubicBezTo>
                    <a:pt x="549021" y="471392"/>
                    <a:pt x="571500" y="493776"/>
                    <a:pt x="571500" y="521399"/>
                  </a:cubicBezTo>
                  <a:cubicBezTo>
                    <a:pt x="571500" y="549021"/>
                    <a:pt x="549021" y="571405"/>
                    <a:pt x="521494" y="571405"/>
                  </a:cubicBezTo>
                  <a:cubicBezTo>
                    <a:pt x="493967" y="571405"/>
                    <a:pt x="471488" y="549021"/>
                    <a:pt x="471488" y="521399"/>
                  </a:cubicBezTo>
                  <a:cubicBezTo>
                    <a:pt x="471488" y="493776"/>
                    <a:pt x="493967" y="471392"/>
                    <a:pt x="521494" y="471392"/>
                  </a:cubicBezTo>
                  <a:close/>
                  <a:moveTo>
                    <a:pt x="501968" y="460153"/>
                  </a:moveTo>
                  <a:cubicBezTo>
                    <a:pt x="494443" y="462534"/>
                    <a:pt x="487490" y="466344"/>
                    <a:pt x="481489" y="471202"/>
                  </a:cubicBezTo>
                  <a:lnTo>
                    <a:pt x="334423" y="324136"/>
                  </a:lnTo>
                  <a:lnTo>
                    <a:pt x="416528" y="197739"/>
                  </a:lnTo>
                  <a:cubicBezTo>
                    <a:pt x="425196" y="202121"/>
                    <a:pt x="435007" y="204597"/>
                    <a:pt x="445294" y="204597"/>
                  </a:cubicBezTo>
                  <a:cubicBezTo>
                    <a:pt x="447199" y="204597"/>
                    <a:pt x="449009" y="204502"/>
                    <a:pt x="450818" y="204311"/>
                  </a:cubicBezTo>
                  <a:lnTo>
                    <a:pt x="501872" y="460058"/>
                  </a:lnTo>
                  <a:close/>
                  <a:moveTo>
                    <a:pt x="445294" y="90392"/>
                  </a:moveTo>
                  <a:cubicBezTo>
                    <a:pt x="472821" y="90392"/>
                    <a:pt x="495300" y="112776"/>
                    <a:pt x="495300" y="140399"/>
                  </a:cubicBezTo>
                  <a:cubicBezTo>
                    <a:pt x="495300" y="168021"/>
                    <a:pt x="472821" y="190405"/>
                    <a:pt x="445294" y="190405"/>
                  </a:cubicBezTo>
                  <a:cubicBezTo>
                    <a:pt x="417767" y="190405"/>
                    <a:pt x="395288" y="168021"/>
                    <a:pt x="395288" y="140399"/>
                  </a:cubicBezTo>
                  <a:cubicBezTo>
                    <a:pt x="395288" y="112776"/>
                    <a:pt x="417767" y="90392"/>
                    <a:pt x="445294" y="90392"/>
                  </a:cubicBezTo>
                  <a:close/>
                  <a:moveTo>
                    <a:pt x="404527" y="190024"/>
                  </a:moveTo>
                  <a:lnTo>
                    <a:pt x="324041" y="313849"/>
                  </a:lnTo>
                  <a:lnTo>
                    <a:pt x="254127" y="243935"/>
                  </a:lnTo>
                  <a:lnTo>
                    <a:pt x="391382" y="175260"/>
                  </a:lnTo>
                  <a:cubicBezTo>
                    <a:pt x="395002" y="180785"/>
                    <a:pt x="399383" y="185833"/>
                    <a:pt x="404527" y="190024"/>
                  </a:cubicBezTo>
                  <a:close/>
                  <a:moveTo>
                    <a:pt x="125540" y="83725"/>
                  </a:moveTo>
                  <a:lnTo>
                    <a:pt x="381286" y="134779"/>
                  </a:lnTo>
                  <a:cubicBezTo>
                    <a:pt x="381095" y="136589"/>
                    <a:pt x="381000" y="138493"/>
                    <a:pt x="381000" y="140303"/>
                  </a:cubicBezTo>
                  <a:cubicBezTo>
                    <a:pt x="381000" y="148114"/>
                    <a:pt x="382429" y="155543"/>
                    <a:pt x="385000" y="162401"/>
                  </a:cubicBezTo>
                  <a:lnTo>
                    <a:pt x="243554" y="233172"/>
                  </a:lnTo>
                  <a:lnTo>
                    <a:pt x="114491" y="104108"/>
                  </a:lnTo>
                  <a:cubicBezTo>
                    <a:pt x="119348" y="98012"/>
                    <a:pt x="123158" y="91154"/>
                    <a:pt x="125540" y="83630"/>
                  </a:cubicBezTo>
                  <a:close/>
                  <a:moveTo>
                    <a:pt x="14288" y="64198"/>
                  </a:moveTo>
                  <a:cubicBezTo>
                    <a:pt x="14288" y="36576"/>
                    <a:pt x="36766" y="14192"/>
                    <a:pt x="64294" y="14192"/>
                  </a:cubicBezTo>
                  <a:cubicBezTo>
                    <a:pt x="91821" y="14192"/>
                    <a:pt x="114300" y="36576"/>
                    <a:pt x="114300" y="64198"/>
                  </a:cubicBezTo>
                  <a:cubicBezTo>
                    <a:pt x="114300" y="91821"/>
                    <a:pt x="91821" y="114205"/>
                    <a:pt x="64294" y="114205"/>
                  </a:cubicBezTo>
                  <a:cubicBezTo>
                    <a:pt x="36766" y="114205"/>
                    <a:pt x="14288" y="91821"/>
                    <a:pt x="14288" y="64198"/>
                  </a:cubicBezTo>
                  <a:close/>
                  <a:moveTo>
                    <a:pt x="64294" y="280892"/>
                  </a:moveTo>
                  <a:cubicBezTo>
                    <a:pt x="91821" y="280892"/>
                    <a:pt x="114300" y="303276"/>
                    <a:pt x="114300" y="330899"/>
                  </a:cubicBezTo>
                  <a:cubicBezTo>
                    <a:pt x="114300" y="358521"/>
                    <a:pt x="91821" y="380905"/>
                    <a:pt x="64294" y="380905"/>
                  </a:cubicBezTo>
                  <a:cubicBezTo>
                    <a:pt x="36766" y="380905"/>
                    <a:pt x="14288" y="358521"/>
                    <a:pt x="14288" y="330899"/>
                  </a:cubicBezTo>
                  <a:cubicBezTo>
                    <a:pt x="14288" y="303276"/>
                    <a:pt x="36766" y="280892"/>
                    <a:pt x="64294" y="280892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14244"/>
                </a:solidFill>
                <a:effectLst/>
                <a:uLnTx/>
                <a:uFillTx/>
                <a:latin typeface="CiscoSansTT ExtraLight"/>
                <a:ea typeface="+mj-ea"/>
                <a:cs typeface="+mj-cs"/>
              </a:endParaRPr>
            </a:p>
          </p:txBody>
        </p:sp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F0E28880-3928-A79B-C860-50735CF11462}"/>
                </a:ext>
              </a:extLst>
            </p:cNvPr>
            <p:cNvSpPr/>
            <p:nvPr/>
          </p:nvSpPr>
          <p:spPr>
            <a:xfrm rot="5400000">
              <a:off x="8237891" y="2373819"/>
              <a:ext cx="4026216" cy="3595129"/>
            </a:xfrm>
            <a:prstGeom prst="roundRect">
              <a:avLst>
                <a:gd name="adj" fmla="val 2507"/>
              </a:avLst>
            </a:prstGeom>
            <a:solidFill>
              <a:schemeClr val="accent3">
                <a:alpha val="1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90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ExtraLight"/>
                <a:ea typeface="+mn-ea"/>
                <a:cs typeface="+mn-cs"/>
              </a:endParaRPr>
            </a:p>
          </p:txBody>
        </p:sp>
        <p:sp>
          <p:nvSpPr>
            <p:cNvPr id="4" name="Text Placeholder 3">
              <a:extLst>
                <a:ext uri="{FF2B5EF4-FFF2-40B4-BE49-F238E27FC236}">
                  <a16:creationId xmlns:a16="http://schemas.microsoft.com/office/drawing/2014/main" id="{18D220FC-6DAE-3B71-B2BD-DE75DAB9DC64}"/>
                </a:ext>
              </a:extLst>
            </p:cNvPr>
            <p:cNvSpPr txBox="1">
              <a:spLocks/>
            </p:cNvSpPr>
            <p:nvPr/>
          </p:nvSpPr>
          <p:spPr>
            <a:xfrm>
              <a:off x="8552608" y="2797304"/>
              <a:ext cx="3396782" cy="3210206"/>
            </a:xfrm>
            <a:prstGeom prst="rect">
              <a:avLst/>
            </a:prstGeom>
          </p:spPr>
          <p:txBody>
            <a:bodyPr vert="horz" lIns="45720" tIns="45720" rIns="45720" bIns="45720" rtlCol="0" anchor="t">
              <a:noAutofit/>
            </a:bodyPr>
            <a:lstStyle>
              <a:lvl1pPr marL="0" marR="0" indent="0" algn="l" defTabSz="912276" rtl="0" eaLnBrk="1" fontAlgn="base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2"/>
                </a:buClr>
                <a:buSzPct val="90000"/>
                <a:buFont typeface="Arial" panose="020B0604020202020204" pitchFamily="34" charset="0"/>
                <a:buNone/>
                <a:tabLst/>
                <a:defRPr lang="en-US" sz="1400" b="0" i="0" kern="1200" baseline="0">
                  <a:solidFill>
                    <a:schemeClr val="bg2"/>
                  </a:solidFill>
                  <a:latin typeface="+mn-lt"/>
                  <a:ea typeface="ＭＳ Ｐゴシック" charset="0"/>
                  <a:cs typeface="CiscoSansTT Light" panose="020B0503020201020303" pitchFamily="34" charset="0"/>
                </a:defRPr>
              </a:lvl1pPr>
              <a:lvl2pPr marL="406371" indent="0" algn="l" defTabSz="912276" rtl="0" eaLnBrk="1" fontAlgn="base" hangingPunct="1">
                <a:lnSpc>
                  <a:spcPct val="95000"/>
                </a:lnSpc>
                <a:spcBef>
                  <a:spcPts val="800"/>
                </a:spcBef>
                <a:spcAft>
                  <a:spcPct val="0"/>
                </a:spcAft>
                <a:buClr>
                  <a:schemeClr val="accent1"/>
                </a:buClr>
                <a:buFont typeface="Arial" charset="0"/>
                <a:buNone/>
                <a:defRPr lang="en-US" sz="2000" kern="1200">
                  <a:solidFill>
                    <a:schemeClr val="bg2"/>
                  </a:solidFill>
                  <a:latin typeface="+mn-lt"/>
                  <a:ea typeface="ＭＳ Ｐゴシック" charset="0"/>
                  <a:cs typeface="CiscoSans"/>
                </a:defRPr>
              </a:lvl2pPr>
              <a:lvl3pPr marL="569863" indent="0" algn="l" defTabSz="912276" rtl="0" eaLnBrk="1" fontAlgn="base" hangingPunct="1">
                <a:lnSpc>
                  <a:spcPct val="95000"/>
                </a:lnSpc>
                <a:spcBef>
                  <a:spcPts val="833"/>
                </a:spcBef>
                <a:spcAft>
                  <a:spcPct val="0"/>
                </a:spcAft>
                <a:buClr>
                  <a:schemeClr val="accent1"/>
                </a:buClr>
                <a:buFont typeface="Arial" charset="0"/>
                <a:buNone/>
                <a:defRPr lang="en-US" sz="1800" kern="1200">
                  <a:solidFill>
                    <a:schemeClr val="bg2"/>
                  </a:solidFill>
                  <a:latin typeface="+mn-lt"/>
                  <a:ea typeface="ＭＳ Ｐゴシック" charset="0"/>
                  <a:cs typeface="CiscoSans"/>
                </a:defRPr>
              </a:lvl3pPr>
              <a:lvl4pPr marL="688920" indent="0" algn="l" defTabSz="912276" rtl="0" eaLnBrk="1" fontAlgn="base" hangingPunct="1">
                <a:lnSpc>
                  <a:spcPct val="95000"/>
                </a:lnSpc>
                <a:spcBef>
                  <a:spcPts val="833"/>
                </a:spcBef>
                <a:spcAft>
                  <a:spcPct val="0"/>
                </a:spcAft>
                <a:buClr>
                  <a:schemeClr val="accent1"/>
                </a:buClr>
                <a:buFont typeface="Arial" charset="0"/>
                <a:buNone/>
                <a:defRPr lang="en-US" sz="1600" kern="1200">
                  <a:solidFill>
                    <a:schemeClr val="bg2"/>
                  </a:solidFill>
                  <a:latin typeface="+mn-lt"/>
                  <a:ea typeface="ＭＳ Ｐゴシック" charset="0"/>
                  <a:cs typeface="CiscoSans"/>
                </a:defRPr>
              </a:lvl4pPr>
              <a:lvl5pPr marL="801621" indent="0" algn="l" defTabSz="912276" rtl="0" eaLnBrk="1" fontAlgn="base" hangingPunct="1">
                <a:lnSpc>
                  <a:spcPct val="95000"/>
                </a:lnSpc>
                <a:spcBef>
                  <a:spcPts val="833"/>
                </a:spcBef>
                <a:spcAft>
                  <a:spcPct val="0"/>
                </a:spcAft>
                <a:buClr>
                  <a:schemeClr val="accent1"/>
                </a:buClr>
                <a:buFont typeface="Arial" charset="0"/>
                <a:buNone/>
                <a:defRPr lang="en-US" sz="1400" kern="1200">
                  <a:solidFill>
                    <a:schemeClr val="bg2"/>
                  </a:solidFill>
                  <a:latin typeface="+mn-lt"/>
                  <a:ea typeface="ＭＳ Ｐゴシック" charset="0"/>
                  <a:cs typeface="CiscoSans"/>
                </a:defRPr>
              </a:lvl5pPr>
              <a:lvl6pPr marL="1151798" indent="-228592" algn="l" defTabSz="914362" rtl="0" eaLnBrk="1" latinLnBrk="0" hangingPunct="1">
                <a:spcBef>
                  <a:spcPts val="800"/>
                </a:spcBef>
                <a:buFont typeface="Arial" pitchFamily="34" charset="0"/>
                <a:buChar char="•"/>
                <a:defRPr sz="12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7781" indent="-228561" algn="l" defTabSz="914362" rtl="0" eaLnBrk="1" latinLnBrk="0" hangingPunct="1">
                <a:spcBef>
                  <a:spcPts val="800"/>
                </a:spcBef>
                <a:buFont typeface="Arial" pitchFamily="34" charset="0"/>
                <a:buChar char="•"/>
                <a:defRPr sz="1067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267" indent="0" algn="l" defTabSz="914362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038" indent="-228592" algn="l" defTabSz="914362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2276" rtl="0" eaLnBrk="1" fontAlgn="base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00BCEB"/>
                </a:buClr>
                <a:buSzPct val="90000"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iscoSansTT Light"/>
                  <a:ea typeface="ＭＳ Ｐゴシック"/>
                  <a:cs typeface="CiscoSansTT Light"/>
                </a:rPr>
                <a:t>Validates candidate’s skills and knowledge of</a:t>
              </a:r>
              <a:r>
                <a:rPr lang="en-US" dirty="0">
                  <a:solidFill>
                    <a:srgbClr val="FFFFFF"/>
                  </a:solidFill>
                  <a:latin typeface="CiscoSansTT Light"/>
                  <a:ea typeface="ＭＳ Ｐゴシック"/>
                  <a:cs typeface="CiscoSansTT Light"/>
                </a:rPr>
                <a:t> 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iscoSansTT Light"/>
                  <a:ea typeface="ＭＳ Ｐゴシック"/>
                  <a:cs typeface="CiscoSansTT Light"/>
                </a:rPr>
                <a:t>IT support tasks, including: </a:t>
              </a:r>
            </a:p>
            <a:p>
              <a:pPr marL="174625" marR="0" lvl="0" indent="-174625" algn="l" defTabSz="912276" rtl="0" eaLnBrk="1" fontAlgn="base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00BCEB"/>
                </a:buClr>
                <a:buSzPct val="90000"/>
                <a:buFont typeface="Arial" panose="020B0604020202020204" pitchFamily="34" charset="0"/>
                <a:buChar char="•"/>
                <a:defRPr/>
              </a:pPr>
              <a:r>
                <a:rPr lang="en-US" dirty="0">
                  <a:solidFill>
                    <a:srgbClr val="FFFFFF"/>
                  </a:solidFill>
                  <a:latin typeface="CiscoSansTT Light"/>
                  <a:ea typeface="ＭＳ Ｐゴシック"/>
                  <a:cs typeface="CiscoSansTT Light"/>
                </a:rPr>
                <a:t>Q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iscoSansTT Light"/>
                  <a:ea typeface="ＭＳ Ｐゴシック"/>
                  <a:cs typeface="CiscoSansTT Light"/>
                </a:rPr>
                <a:t>ueue and time management</a:t>
              </a:r>
            </a:p>
            <a:p>
              <a:pPr marL="174625" marR="0" lvl="0" indent="-174625" algn="l" defTabSz="912276" rtl="0" eaLnBrk="1" fontAlgn="base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00BCEB"/>
                </a:buClr>
                <a:buSzPct val="90000"/>
                <a:buFont typeface="Arial" panose="020B0604020202020204" pitchFamily="34" charset="0"/>
                <a:buChar char="•"/>
                <a:defRPr/>
              </a:pPr>
              <a:r>
                <a:rPr lang="en-US" dirty="0">
                  <a:solidFill>
                    <a:srgbClr val="FFFFFF"/>
                  </a:solidFill>
                  <a:latin typeface="CiscoSansTT Light"/>
                  <a:ea typeface="ＭＳ Ｐゴシック"/>
                  <a:cs typeface="CiscoSansTT Light"/>
                </a:rPr>
                <a:t>D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iscoSansTT Light"/>
                  <a:ea typeface="ＭＳ Ｐゴシック"/>
                  <a:cs typeface="CiscoSansTT Light"/>
                </a:rPr>
                <a:t>ocumentation</a:t>
              </a:r>
            </a:p>
            <a:p>
              <a:pPr marL="174625" marR="0" lvl="0" indent="-174625" algn="l" defTabSz="912276" rtl="0" eaLnBrk="1" fontAlgn="base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00BCEB"/>
                </a:buClr>
                <a:buSzPct val="90000"/>
                <a:buFont typeface="Arial" panose="020B0604020202020204" pitchFamily="34" charset="0"/>
                <a:buChar char="•"/>
                <a:defRPr/>
              </a:pPr>
              <a:r>
                <a:rPr lang="en-US" dirty="0">
                  <a:solidFill>
                    <a:srgbClr val="FFFFFF"/>
                  </a:solidFill>
                  <a:latin typeface="CiscoSansTT Light"/>
                  <a:ea typeface="ＭＳ Ｐゴシック"/>
                  <a:cs typeface="CiscoSansTT Light"/>
                </a:rPr>
                <a:t>T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iscoSansTT Light"/>
                  <a:ea typeface="ＭＳ Ｐゴシック"/>
                  <a:cs typeface="CiscoSansTT Light"/>
                </a:rPr>
                <a:t>roubleshooting</a:t>
              </a:r>
            </a:p>
            <a:p>
              <a:pPr marL="174625" marR="0" lvl="0" indent="-174625" algn="l" defTabSz="912276" rtl="0" eaLnBrk="1" fontAlgn="base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00BCEB"/>
                </a:buClr>
                <a:buSzPct val="90000"/>
                <a:buFont typeface="Arial" panose="020B0604020202020204" pitchFamily="34" charset="0"/>
                <a:buChar char="•"/>
                <a:defRPr/>
              </a:pPr>
              <a:r>
                <a:rPr lang="en-US" dirty="0">
                  <a:solidFill>
                    <a:srgbClr val="FFFFFF"/>
                  </a:solidFill>
                  <a:latin typeface="CiscoSansTT Light"/>
                  <a:ea typeface="ＭＳ Ｐゴシック"/>
                  <a:cs typeface="CiscoSansTT Light"/>
                </a:rPr>
                <a:t>A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iscoSansTT Light"/>
                  <a:ea typeface="ＭＳ Ｐゴシック"/>
                  <a:cs typeface="CiscoSansTT Light"/>
                </a:rPr>
                <a:t>ssisting end users</a:t>
              </a:r>
            </a:p>
            <a:p>
              <a:pPr marL="174625" marR="0" lvl="0" indent="-174625" algn="l" defTabSz="912276" rtl="0" eaLnBrk="1" fontAlgn="base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00BCEB"/>
                </a:buClr>
                <a:buSzPct val="90000"/>
                <a:buFont typeface="Arial" panose="020B0604020202020204" pitchFamily="34" charset="0"/>
                <a:buChar char="•"/>
                <a:defRPr/>
              </a:pPr>
              <a:r>
                <a:rPr lang="en-US" dirty="0">
                  <a:solidFill>
                    <a:srgbClr val="FFFFFF"/>
                  </a:solidFill>
                  <a:latin typeface="CiscoSansTT Light"/>
                  <a:ea typeface="ＭＳ Ｐゴシック"/>
                  <a:cs typeface="CiscoSansTT Light"/>
                </a:rPr>
                <a:t>M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iscoSansTT Light"/>
                  <a:ea typeface="ＭＳ Ｐゴシック"/>
                  <a:cs typeface="CiscoSansTT Light"/>
                </a:rPr>
                <a:t>anaging computer components </a:t>
              </a:r>
            </a:p>
            <a:p>
              <a:pPr marL="174625" marR="0" lvl="0" indent="-174625" algn="l" defTabSz="912276" rtl="0" eaLnBrk="1" fontAlgn="base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00BCEB"/>
                </a:buClr>
                <a:buSzPct val="90000"/>
                <a:buFont typeface="Arial" panose="020B0604020202020204" pitchFamily="34" charset="0"/>
                <a:buChar char="•"/>
                <a:defRPr/>
              </a:pPr>
              <a:r>
                <a:rPr lang="en-US" dirty="0">
                  <a:solidFill>
                    <a:srgbClr val="FFFFFF"/>
                  </a:solidFill>
                  <a:latin typeface="CiscoSansTT Light"/>
                  <a:ea typeface="ＭＳ Ｐゴシック"/>
                  <a:cs typeface="CiscoSansTT Light"/>
                </a:rPr>
                <a:t>I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iscoSansTT Light"/>
                  <a:ea typeface="ＭＳ Ｐゴシック"/>
                  <a:cs typeface="CiscoSansTT Light"/>
                </a:rPr>
                <a:t>dentifying security threats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ＭＳ Ｐゴシック" charset="0"/>
                <a:cs typeface="CiscoSansTT Light" panose="020B0503020201020303" pitchFamily="34" charset="0"/>
              </a:endParaRPr>
            </a:p>
            <a:p>
              <a:pPr marL="179070" marR="0" lvl="0" indent="-179070" algn="l" defTabSz="912276" rtl="0" eaLnBrk="1" fontAlgn="base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00BCEB"/>
                </a:buClr>
                <a:buSzPct val="90000"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iscoSansTT Light"/>
                  <a:ea typeface="ＭＳ Ｐゴシック"/>
                  <a:cs typeface="CiscoSansTT Light"/>
                </a:rPr>
                <a:t>CCST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iscoSansTT Light"/>
                  <a:ea typeface="+mn-lt"/>
                  <a:cs typeface="CiscoSansTT Light"/>
                </a:rPr>
                <a:t> certification is for life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ＭＳ Ｐゴシック" charset="0"/>
                <a:cs typeface="CiscoSansTT Light" panose="020B0503020201020303" pitchFamily="34" charset="0"/>
              </a:endParaRPr>
            </a:p>
            <a:p>
              <a:pPr marL="179070" marR="0" lvl="0" indent="-179070" algn="l" defTabSz="912276" rtl="0" eaLnBrk="1" fontAlgn="base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00BCEB"/>
                </a:buClr>
                <a:buSzPct val="90000"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iscoSansTT Light"/>
                  <a:ea typeface="ＭＳ Ｐゴシック"/>
                  <a:cs typeface="CiscoSansTT Light"/>
                </a:rPr>
                <a:t>No recertification requirements </a:t>
              </a:r>
            </a:p>
          </p:txBody>
        </p:sp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4864B761-CFC8-157E-A3E7-903ADAF1072D}"/>
                </a:ext>
              </a:extLst>
            </p:cNvPr>
            <p:cNvSpPr/>
            <p:nvPr/>
          </p:nvSpPr>
          <p:spPr>
            <a:xfrm>
              <a:off x="8461370" y="1754733"/>
              <a:ext cx="3587193" cy="807085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18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90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ExtraLight"/>
                <a:ea typeface="+mn-ea"/>
                <a:cs typeface="+mn-cs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5B98778-EB49-3F46-6315-A4C0A8C13210}"/>
                </a:ext>
              </a:extLst>
            </p:cNvPr>
            <p:cNvSpPr/>
            <p:nvPr/>
          </p:nvSpPr>
          <p:spPr>
            <a:xfrm>
              <a:off x="8799390" y="2025917"/>
              <a:ext cx="3022253" cy="279419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rtlCol="0" anchor="ctr"/>
            <a:lstStyle/>
            <a:p>
              <a:pPr marL="0" marR="0" lvl="0" indent="0" algn="ctr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D274D"/>
                  </a:solidFill>
                  <a:effectLst/>
                  <a:uLnTx/>
                  <a:uFillTx/>
                  <a:latin typeface="CiscoSansTT ExtraLight"/>
                  <a:ea typeface="+mn-ea"/>
                  <a:cs typeface="+mn-cs"/>
                </a:rPr>
                <a:t>CCST IT Support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286941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4C9E95B2-4BFB-D38E-A61B-DB53F4CF27A0}"/>
              </a:ext>
            </a:extLst>
          </p:cNvPr>
          <p:cNvSpPr/>
          <p:nvPr/>
        </p:nvSpPr>
        <p:spPr>
          <a:xfrm rot="5400000">
            <a:off x="4066890" y="2395971"/>
            <a:ext cx="4058222" cy="3195481"/>
          </a:xfrm>
          <a:prstGeom prst="roundRect">
            <a:avLst>
              <a:gd name="adj" fmla="val 2507"/>
            </a:avLst>
          </a:prstGeom>
          <a:solidFill>
            <a:schemeClr val="accent3">
              <a:alpha val="1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18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iscoSansTT ExtraLight"/>
              <a:ea typeface="+mn-ea"/>
              <a:cs typeface="+mn-cs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F9774D3-B5C0-59E7-2F88-DECCBA3DF710}"/>
              </a:ext>
            </a:extLst>
          </p:cNvPr>
          <p:cNvSpPr/>
          <p:nvPr/>
        </p:nvSpPr>
        <p:spPr>
          <a:xfrm rot="5400000">
            <a:off x="7955547" y="2341816"/>
            <a:ext cx="4058222" cy="3195482"/>
          </a:xfrm>
          <a:prstGeom prst="roundRect">
            <a:avLst>
              <a:gd name="adj" fmla="val 2507"/>
            </a:avLst>
          </a:prstGeom>
          <a:solidFill>
            <a:schemeClr val="accent3">
              <a:alpha val="1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18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iscoSansTT ExtraLight"/>
              <a:ea typeface="+mn-ea"/>
              <a:cs typeface="+mn-cs"/>
            </a:endParaRP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88126CB3-B26E-8B92-B23C-4B1BEC63D82D}"/>
              </a:ext>
            </a:extLst>
          </p:cNvPr>
          <p:cNvCxnSpPr>
            <a:cxnSpLocks/>
          </p:cNvCxnSpPr>
          <p:nvPr/>
        </p:nvCxnSpPr>
        <p:spPr>
          <a:xfrm>
            <a:off x="7386211" y="2703103"/>
            <a:ext cx="0" cy="301229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DE04F3F-7608-B24D-DD79-16562FC8E9AF}"/>
              </a:ext>
            </a:extLst>
          </p:cNvPr>
          <p:cNvSpPr/>
          <p:nvPr/>
        </p:nvSpPr>
        <p:spPr>
          <a:xfrm rot="5400000">
            <a:off x="178232" y="2341490"/>
            <a:ext cx="4058222" cy="3195482"/>
          </a:xfrm>
          <a:prstGeom prst="roundRect">
            <a:avLst>
              <a:gd name="adj" fmla="val 2507"/>
            </a:avLst>
          </a:prstGeom>
          <a:solidFill>
            <a:schemeClr val="accent3">
              <a:alpha val="1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18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iscoSansTT ExtraLight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11B3BFD-9905-89A1-BEDB-F7C8F7309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384079"/>
            <a:ext cx="10972800" cy="685800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CCST certifications and related job roles  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3F285F8-FA13-E82D-7381-38DA0906B5C1}"/>
              </a:ext>
            </a:extLst>
          </p:cNvPr>
          <p:cNvSpPr/>
          <p:nvPr/>
        </p:nvSpPr>
        <p:spPr>
          <a:xfrm>
            <a:off x="609602" y="1506250"/>
            <a:ext cx="3195483" cy="80708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18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iscoSansTT ExtraLight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15354C6-F854-8746-EB9C-25CB22E361B8}"/>
              </a:ext>
            </a:extLst>
          </p:cNvPr>
          <p:cNvSpPr/>
          <p:nvPr/>
        </p:nvSpPr>
        <p:spPr>
          <a:xfrm>
            <a:off x="609603" y="1770083"/>
            <a:ext cx="3195482" cy="279419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rtlCol="0" anchor="ctr"/>
          <a:lstStyle/>
          <a:p>
            <a:pPr marL="0" marR="0" lvl="0" indent="0" algn="ctr" defTabSz="6095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D274D"/>
                </a:solidFill>
                <a:effectLst/>
                <a:uLnTx/>
                <a:uFillTx/>
                <a:latin typeface="CiscoSansTT ExtraLight"/>
                <a:ea typeface="+mn-ea"/>
                <a:cs typeface="+mn-cs"/>
              </a:rPr>
              <a:t>CCST Networking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7F6BCA68-8ED7-3C3A-6280-744BBD167259}"/>
              </a:ext>
            </a:extLst>
          </p:cNvPr>
          <p:cNvSpPr/>
          <p:nvPr/>
        </p:nvSpPr>
        <p:spPr>
          <a:xfrm>
            <a:off x="4498260" y="1504224"/>
            <a:ext cx="3195482" cy="80708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18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iscoSansTT ExtraLight"/>
              <a:ea typeface="+mn-ea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6FCF8CC-BBB2-6A78-8410-A69174C67EED}"/>
              </a:ext>
            </a:extLst>
          </p:cNvPr>
          <p:cNvSpPr/>
          <p:nvPr/>
        </p:nvSpPr>
        <p:spPr>
          <a:xfrm>
            <a:off x="4498260" y="1768056"/>
            <a:ext cx="3195482" cy="279419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rtlCol="0" anchor="ctr"/>
          <a:lstStyle/>
          <a:p>
            <a:pPr marL="0" marR="0" lvl="0" indent="0" algn="ctr" defTabSz="6095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D274D"/>
                </a:solidFill>
                <a:effectLst/>
                <a:uLnTx/>
                <a:uFillTx/>
                <a:latin typeface="CiscoSansTT ExtraLight"/>
                <a:ea typeface="+mn-ea"/>
                <a:cs typeface="+mn-cs"/>
              </a:rPr>
              <a:t>CCST Cybersecurity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0E2BD1A-9D5E-3BD3-4F21-C0B006F3BC2E}"/>
              </a:ext>
            </a:extLst>
          </p:cNvPr>
          <p:cNvGrpSpPr/>
          <p:nvPr/>
        </p:nvGrpSpPr>
        <p:grpSpPr>
          <a:xfrm>
            <a:off x="883984" y="2686664"/>
            <a:ext cx="2601843" cy="3012292"/>
            <a:chOff x="834823" y="2627672"/>
            <a:chExt cx="2601843" cy="3012292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8B7635D-2485-A5C5-472D-492FA7E4B986}"/>
                </a:ext>
              </a:extLst>
            </p:cNvPr>
            <p:cNvSpPr txBox="1"/>
            <p:nvPr/>
          </p:nvSpPr>
          <p:spPr>
            <a:xfrm>
              <a:off x="1495868" y="2627672"/>
              <a:ext cx="1812471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iscoSansTT Light"/>
                  <a:ea typeface="ＭＳ Ｐゴシック" charset="0"/>
                  <a:cs typeface="+mn-cs"/>
                </a:rPr>
                <a:t>Network Support</a:t>
              </a:r>
            </a:p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iscoSansTT Light"/>
                  <a:ea typeface="ＭＳ Ｐゴシック" charset="0"/>
                  <a:cs typeface="+mn-cs"/>
                </a:rPr>
                <a:t>Technician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2640B83-D017-BB61-521E-73B4627B3531}"/>
                </a:ext>
              </a:extLst>
            </p:cNvPr>
            <p:cNvSpPr txBox="1"/>
            <p:nvPr/>
          </p:nvSpPr>
          <p:spPr>
            <a:xfrm>
              <a:off x="1495868" y="3411500"/>
              <a:ext cx="1551213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iscoSansTT Light"/>
                  <a:ea typeface="ＭＳ Ｐゴシック" charset="0"/>
                  <a:cs typeface="+mn-cs"/>
                </a:rPr>
                <a:t>IT Support</a:t>
              </a:r>
            </a:p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iscoSansTT Light"/>
                  <a:ea typeface="ＭＳ Ｐゴシック" charset="0"/>
                  <a:cs typeface="+mn-cs"/>
                </a:rPr>
                <a:t>Technician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CF7305F-3C7B-88B5-CBF9-CA0E2A49E30B}"/>
                </a:ext>
              </a:extLst>
            </p:cNvPr>
            <p:cNvSpPr txBox="1"/>
            <p:nvPr/>
          </p:nvSpPr>
          <p:spPr>
            <a:xfrm>
              <a:off x="1495868" y="4217359"/>
              <a:ext cx="1467237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iscoSansTT Light"/>
                  <a:ea typeface="ＭＳ Ｐゴシック" charset="0"/>
                  <a:cs typeface="+mn-cs"/>
                </a:rPr>
                <a:t>Help Desk</a:t>
              </a:r>
            </a:p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iscoSansTT Light"/>
                  <a:ea typeface="ＭＳ Ｐゴシック" charset="0"/>
                  <a:cs typeface="+mn-cs"/>
                </a:rPr>
                <a:t>Technician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EC487AB-3752-C019-5CFB-B8B950CA8CF6}"/>
                </a:ext>
              </a:extLst>
            </p:cNvPr>
            <p:cNvSpPr txBox="1"/>
            <p:nvPr/>
          </p:nvSpPr>
          <p:spPr>
            <a:xfrm>
              <a:off x="1495868" y="5001187"/>
              <a:ext cx="1392593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iscoSansTT Light"/>
                  <a:ea typeface="ＭＳ Ｐゴシック" charset="0"/>
                  <a:cs typeface="+mn-cs"/>
                </a:rPr>
                <a:t>IT Support</a:t>
              </a:r>
            </a:p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iscoSansTT Light"/>
                  <a:ea typeface="ＭＳ Ｐゴシック" charset="0"/>
                  <a:cs typeface="+mn-cs"/>
                </a:rPr>
                <a:t>Specialist</a:t>
              </a:r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69FA20DA-91B2-1239-082B-8D610675AE5A}"/>
                </a:ext>
              </a:extLst>
            </p:cNvPr>
            <p:cNvSpPr/>
            <p:nvPr/>
          </p:nvSpPr>
          <p:spPr>
            <a:xfrm>
              <a:off x="836753" y="2663775"/>
              <a:ext cx="451896" cy="451015"/>
            </a:xfrm>
            <a:custGeom>
              <a:avLst/>
              <a:gdLst>
                <a:gd name="connsiteX0" fmla="*/ 540449 w 585882"/>
                <a:gd name="connsiteY0" fmla="*/ 246221 h 584739"/>
                <a:gd name="connsiteX1" fmla="*/ 495872 w 585882"/>
                <a:gd name="connsiteY1" fmla="*/ 284512 h 584739"/>
                <a:gd name="connsiteX2" fmla="*/ 417767 w 585882"/>
                <a:gd name="connsiteY2" fmla="*/ 285845 h 584739"/>
                <a:gd name="connsiteX3" fmla="*/ 418052 w 585882"/>
                <a:gd name="connsiteY3" fmla="*/ 300133 h 584739"/>
                <a:gd name="connsiteX4" fmla="*/ 495967 w 585882"/>
                <a:gd name="connsiteY4" fmla="*/ 298799 h 584739"/>
                <a:gd name="connsiteX5" fmla="*/ 540544 w 585882"/>
                <a:gd name="connsiteY5" fmla="*/ 336804 h 584739"/>
                <a:gd name="connsiteX6" fmla="*/ 585883 w 585882"/>
                <a:gd name="connsiteY6" fmla="*/ 291465 h 584739"/>
                <a:gd name="connsiteX7" fmla="*/ 540544 w 585882"/>
                <a:gd name="connsiteY7" fmla="*/ 246126 h 584739"/>
                <a:gd name="connsiteX8" fmla="*/ 540449 w 585882"/>
                <a:gd name="connsiteY8" fmla="*/ 322517 h 584739"/>
                <a:gd name="connsiteX9" fmla="*/ 509397 w 585882"/>
                <a:gd name="connsiteY9" fmla="*/ 291465 h 584739"/>
                <a:gd name="connsiteX10" fmla="*/ 540449 w 585882"/>
                <a:gd name="connsiteY10" fmla="*/ 260414 h 584739"/>
                <a:gd name="connsiteX11" fmla="*/ 571500 w 585882"/>
                <a:gd name="connsiteY11" fmla="*/ 291465 h 584739"/>
                <a:gd name="connsiteX12" fmla="*/ 540449 w 585882"/>
                <a:gd name="connsiteY12" fmla="*/ 322517 h 584739"/>
                <a:gd name="connsiteX13" fmla="*/ 0 w 585882"/>
                <a:gd name="connsiteY13" fmla="*/ 291465 h 584739"/>
                <a:gd name="connsiteX14" fmla="*/ 45339 w 585882"/>
                <a:gd name="connsiteY14" fmla="*/ 336804 h 584739"/>
                <a:gd name="connsiteX15" fmla="*/ 89916 w 585882"/>
                <a:gd name="connsiteY15" fmla="*/ 298799 h 584739"/>
                <a:gd name="connsiteX16" fmla="*/ 167831 w 585882"/>
                <a:gd name="connsiteY16" fmla="*/ 300133 h 584739"/>
                <a:gd name="connsiteX17" fmla="*/ 168116 w 585882"/>
                <a:gd name="connsiteY17" fmla="*/ 285845 h 584739"/>
                <a:gd name="connsiteX18" fmla="*/ 90011 w 585882"/>
                <a:gd name="connsiteY18" fmla="*/ 284512 h 584739"/>
                <a:gd name="connsiteX19" fmla="*/ 45434 w 585882"/>
                <a:gd name="connsiteY19" fmla="*/ 246221 h 584739"/>
                <a:gd name="connsiteX20" fmla="*/ 95 w 585882"/>
                <a:gd name="connsiteY20" fmla="*/ 291560 h 584739"/>
                <a:gd name="connsiteX21" fmla="*/ 76295 w 585882"/>
                <a:gd name="connsiteY21" fmla="*/ 291465 h 584739"/>
                <a:gd name="connsiteX22" fmla="*/ 45244 w 585882"/>
                <a:gd name="connsiteY22" fmla="*/ 322517 h 584739"/>
                <a:gd name="connsiteX23" fmla="*/ 14192 w 585882"/>
                <a:gd name="connsiteY23" fmla="*/ 291465 h 584739"/>
                <a:gd name="connsiteX24" fmla="*/ 45244 w 585882"/>
                <a:gd name="connsiteY24" fmla="*/ 260414 h 584739"/>
                <a:gd name="connsiteX25" fmla="*/ 76295 w 585882"/>
                <a:gd name="connsiteY25" fmla="*/ 291465 h 584739"/>
                <a:gd name="connsiteX26" fmla="*/ 369475 w 585882"/>
                <a:gd name="connsiteY26" fmla="*/ 226505 h 584739"/>
                <a:gd name="connsiteX27" fmla="*/ 437769 w 585882"/>
                <a:gd name="connsiteY27" fmla="*/ 156400 h 584739"/>
                <a:gd name="connsiteX28" fmla="*/ 464153 w 585882"/>
                <a:gd name="connsiteY28" fmla="*/ 165068 h 584739"/>
                <a:gd name="connsiteX29" fmla="*/ 496157 w 585882"/>
                <a:gd name="connsiteY29" fmla="*/ 151829 h 584739"/>
                <a:gd name="connsiteX30" fmla="*/ 496157 w 585882"/>
                <a:gd name="connsiteY30" fmla="*/ 87725 h 584739"/>
                <a:gd name="connsiteX31" fmla="*/ 464153 w 585882"/>
                <a:gd name="connsiteY31" fmla="*/ 74486 h 584739"/>
                <a:gd name="connsiteX32" fmla="*/ 432149 w 585882"/>
                <a:gd name="connsiteY32" fmla="*/ 87725 h 584739"/>
                <a:gd name="connsiteX33" fmla="*/ 427673 w 585882"/>
                <a:gd name="connsiteY33" fmla="*/ 146304 h 584739"/>
                <a:gd name="connsiteX34" fmla="*/ 359188 w 585882"/>
                <a:gd name="connsiteY34" fmla="*/ 216503 h 584739"/>
                <a:gd name="connsiteX35" fmla="*/ 369380 w 585882"/>
                <a:gd name="connsiteY35" fmla="*/ 226505 h 584739"/>
                <a:gd name="connsiteX36" fmla="*/ 442246 w 585882"/>
                <a:gd name="connsiteY36" fmla="*/ 97822 h 584739"/>
                <a:gd name="connsiteX37" fmla="*/ 464153 w 585882"/>
                <a:gd name="connsiteY37" fmla="*/ 88773 h 584739"/>
                <a:gd name="connsiteX38" fmla="*/ 486061 w 585882"/>
                <a:gd name="connsiteY38" fmla="*/ 97822 h 584739"/>
                <a:gd name="connsiteX39" fmla="*/ 486061 w 585882"/>
                <a:gd name="connsiteY39" fmla="*/ 141637 h 584739"/>
                <a:gd name="connsiteX40" fmla="*/ 442246 w 585882"/>
                <a:gd name="connsiteY40" fmla="*/ 141637 h 584739"/>
                <a:gd name="connsiteX41" fmla="*/ 442246 w 585882"/>
                <a:gd name="connsiteY41" fmla="*/ 97822 h 584739"/>
                <a:gd name="connsiteX42" fmla="*/ 216313 w 585882"/>
                <a:gd name="connsiteY42" fmla="*/ 359378 h 584739"/>
                <a:gd name="connsiteX43" fmla="*/ 144209 w 585882"/>
                <a:gd name="connsiteY43" fmla="*/ 433292 h 584739"/>
                <a:gd name="connsiteX44" fmla="*/ 85820 w 585882"/>
                <a:gd name="connsiteY44" fmla="*/ 437864 h 584739"/>
                <a:gd name="connsiteX45" fmla="*/ 85820 w 585882"/>
                <a:gd name="connsiteY45" fmla="*/ 501968 h 584739"/>
                <a:gd name="connsiteX46" fmla="*/ 117824 w 585882"/>
                <a:gd name="connsiteY46" fmla="*/ 515207 h 584739"/>
                <a:gd name="connsiteX47" fmla="*/ 149828 w 585882"/>
                <a:gd name="connsiteY47" fmla="*/ 501968 h 584739"/>
                <a:gd name="connsiteX48" fmla="*/ 154305 w 585882"/>
                <a:gd name="connsiteY48" fmla="*/ 443389 h 584739"/>
                <a:gd name="connsiteX49" fmla="*/ 226504 w 585882"/>
                <a:gd name="connsiteY49" fmla="*/ 369380 h 584739"/>
                <a:gd name="connsiteX50" fmla="*/ 216313 w 585882"/>
                <a:gd name="connsiteY50" fmla="*/ 359378 h 584739"/>
                <a:gd name="connsiteX51" fmla="*/ 139732 w 585882"/>
                <a:gd name="connsiteY51" fmla="*/ 491871 h 584739"/>
                <a:gd name="connsiteX52" fmla="*/ 95917 w 585882"/>
                <a:gd name="connsiteY52" fmla="*/ 491871 h 584739"/>
                <a:gd name="connsiteX53" fmla="*/ 95917 w 585882"/>
                <a:gd name="connsiteY53" fmla="*/ 448056 h 584739"/>
                <a:gd name="connsiteX54" fmla="*/ 117824 w 585882"/>
                <a:gd name="connsiteY54" fmla="*/ 439007 h 584739"/>
                <a:gd name="connsiteX55" fmla="*/ 139732 w 585882"/>
                <a:gd name="connsiteY55" fmla="*/ 448056 h 584739"/>
                <a:gd name="connsiteX56" fmla="*/ 139732 w 585882"/>
                <a:gd name="connsiteY56" fmla="*/ 491871 h 584739"/>
                <a:gd name="connsiteX57" fmla="*/ 285750 w 585882"/>
                <a:gd name="connsiteY57" fmla="*/ 417957 h 584739"/>
                <a:gd name="connsiteX58" fmla="*/ 285750 w 585882"/>
                <a:gd name="connsiteY58" fmla="*/ 494824 h 584739"/>
                <a:gd name="connsiteX59" fmla="*/ 247174 w 585882"/>
                <a:gd name="connsiteY59" fmla="*/ 539401 h 584739"/>
                <a:gd name="connsiteX60" fmla="*/ 292513 w 585882"/>
                <a:gd name="connsiteY60" fmla="*/ 584740 h 584739"/>
                <a:gd name="connsiteX61" fmla="*/ 337852 w 585882"/>
                <a:gd name="connsiteY61" fmla="*/ 539401 h 584739"/>
                <a:gd name="connsiteX62" fmla="*/ 300133 w 585882"/>
                <a:gd name="connsiteY62" fmla="*/ 494824 h 584739"/>
                <a:gd name="connsiteX63" fmla="*/ 300133 w 585882"/>
                <a:gd name="connsiteY63" fmla="*/ 417862 h 584739"/>
                <a:gd name="connsiteX64" fmla="*/ 285845 w 585882"/>
                <a:gd name="connsiteY64" fmla="*/ 417862 h 584739"/>
                <a:gd name="connsiteX65" fmla="*/ 323469 w 585882"/>
                <a:gd name="connsiteY65" fmla="*/ 539496 h 584739"/>
                <a:gd name="connsiteX66" fmla="*/ 292418 w 585882"/>
                <a:gd name="connsiteY66" fmla="*/ 570548 h 584739"/>
                <a:gd name="connsiteX67" fmla="*/ 261366 w 585882"/>
                <a:gd name="connsiteY67" fmla="*/ 539496 h 584739"/>
                <a:gd name="connsiteX68" fmla="*/ 292418 w 585882"/>
                <a:gd name="connsiteY68" fmla="*/ 508444 h 584739"/>
                <a:gd name="connsiteX69" fmla="*/ 323469 w 585882"/>
                <a:gd name="connsiteY69" fmla="*/ 539496 h 584739"/>
                <a:gd name="connsiteX70" fmla="*/ 337757 w 585882"/>
                <a:gd name="connsiteY70" fmla="*/ 45339 h 584739"/>
                <a:gd name="connsiteX71" fmla="*/ 292418 w 585882"/>
                <a:gd name="connsiteY71" fmla="*/ 0 h 584739"/>
                <a:gd name="connsiteX72" fmla="*/ 247078 w 585882"/>
                <a:gd name="connsiteY72" fmla="*/ 45339 h 584739"/>
                <a:gd name="connsiteX73" fmla="*/ 284893 w 585882"/>
                <a:gd name="connsiteY73" fmla="*/ 89916 h 584739"/>
                <a:gd name="connsiteX74" fmla="*/ 285655 w 585882"/>
                <a:gd name="connsiteY74" fmla="*/ 168021 h 584739"/>
                <a:gd name="connsiteX75" fmla="*/ 299942 w 585882"/>
                <a:gd name="connsiteY75" fmla="*/ 168021 h 584739"/>
                <a:gd name="connsiteX76" fmla="*/ 299180 w 585882"/>
                <a:gd name="connsiteY76" fmla="*/ 90011 h 584739"/>
                <a:gd name="connsiteX77" fmla="*/ 337661 w 585882"/>
                <a:gd name="connsiteY77" fmla="*/ 45434 h 584739"/>
                <a:gd name="connsiteX78" fmla="*/ 292418 w 585882"/>
                <a:gd name="connsiteY78" fmla="*/ 76390 h 584739"/>
                <a:gd name="connsiteX79" fmla="*/ 261366 w 585882"/>
                <a:gd name="connsiteY79" fmla="*/ 45339 h 584739"/>
                <a:gd name="connsiteX80" fmla="*/ 292418 w 585882"/>
                <a:gd name="connsiteY80" fmla="*/ 14288 h 584739"/>
                <a:gd name="connsiteX81" fmla="*/ 323469 w 585882"/>
                <a:gd name="connsiteY81" fmla="*/ 45339 h 584739"/>
                <a:gd name="connsiteX82" fmla="*/ 292418 w 585882"/>
                <a:gd name="connsiteY82" fmla="*/ 76390 h 584739"/>
                <a:gd name="connsiteX83" fmla="*/ 149828 w 585882"/>
                <a:gd name="connsiteY83" fmla="*/ 87725 h 584739"/>
                <a:gd name="connsiteX84" fmla="*/ 85725 w 585882"/>
                <a:gd name="connsiteY84" fmla="*/ 87725 h 584739"/>
                <a:gd name="connsiteX85" fmla="*/ 85725 w 585882"/>
                <a:gd name="connsiteY85" fmla="*/ 151829 h 584739"/>
                <a:gd name="connsiteX86" fmla="*/ 117729 w 585882"/>
                <a:gd name="connsiteY86" fmla="*/ 165068 h 584739"/>
                <a:gd name="connsiteX87" fmla="*/ 144209 w 585882"/>
                <a:gd name="connsiteY87" fmla="*/ 156305 h 584739"/>
                <a:gd name="connsiteX88" fmla="*/ 216313 w 585882"/>
                <a:gd name="connsiteY88" fmla="*/ 226600 h 584739"/>
                <a:gd name="connsiteX89" fmla="*/ 226314 w 585882"/>
                <a:gd name="connsiteY89" fmla="*/ 216408 h 584739"/>
                <a:gd name="connsiteX90" fmla="*/ 154305 w 585882"/>
                <a:gd name="connsiteY90" fmla="*/ 146209 h 584739"/>
                <a:gd name="connsiteX91" fmla="*/ 149733 w 585882"/>
                <a:gd name="connsiteY91" fmla="*/ 87725 h 584739"/>
                <a:gd name="connsiteX92" fmla="*/ 139732 w 585882"/>
                <a:gd name="connsiteY92" fmla="*/ 141732 h 584739"/>
                <a:gd name="connsiteX93" fmla="*/ 95917 w 585882"/>
                <a:gd name="connsiteY93" fmla="*/ 141732 h 584739"/>
                <a:gd name="connsiteX94" fmla="*/ 95917 w 585882"/>
                <a:gd name="connsiteY94" fmla="*/ 97917 h 584739"/>
                <a:gd name="connsiteX95" fmla="*/ 117824 w 585882"/>
                <a:gd name="connsiteY95" fmla="*/ 88868 h 584739"/>
                <a:gd name="connsiteX96" fmla="*/ 139732 w 585882"/>
                <a:gd name="connsiteY96" fmla="*/ 97917 h 584739"/>
                <a:gd name="connsiteX97" fmla="*/ 139732 w 585882"/>
                <a:gd name="connsiteY97" fmla="*/ 141732 h 584739"/>
                <a:gd name="connsiteX98" fmla="*/ 441579 w 585882"/>
                <a:gd name="connsiteY98" fmla="*/ 433292 h 584739"/>
                <a:gd name="connsiteX99" fmla="*/ 369475 w 585882"/>
                <a:gd name="connsiteY99" fmla="*/ 359378 h 584739"/>
                <a:gd name="connsiteX100" fmla="*/ 359283 w 585882"/>
                <a:gd name="connsiteY100" fmla="*/ 369380 h 584739"/>
                <a:gd name="connsiteX101" fmla="*/ 431483 w 585882"/>
                <a:gd name="connsiteY101" fmla="*/ 443389 h 584739"/>
                <a:gd name="connsiteX102" fmla="*/ 435959 w 585882"/>
                <a:gd name="connsiteY102" fmla="*/ 501968 h 584739"/>
                <a:gd name="connsiteX103" fmla="*/ 467963 w 585882"/>
                <a:gd name="connsiteY103" fmla="*/ 515207 h 584739"/>
                <a:gd name="connsiteX104" fmla="*/ 499967 w 585882"/>
                <a:gd name="connsiteY104" fmla="*/ 501968 h 584739"/>
                <a:gd name="connsiteX105" fmla="*/ 499967 w 585882"/>
                <a:gd name="connsiteY105" fmla="*/ 437864 h 584739"/>
                <a:gd name="connsiteX106" fmla="*/ 441579 w 585882"/>
                <a:gd name="connsiteY106" fmla="*/ 433292 h 584739"/>
                <a:gd name="connsiteX107" fmla="*/ 489871 w 585882"/>
                <a:gd name="connsiteY107" fmla="*/ 491871 h 584739"/>
                <a:gd name="connsiteX108" fmla="*/ 446056 w 585882"/>
                <a:gd name="connsiteY108" fmla="*/ 491871 h 584739"/>
                <a:gd name="connsiteX109" fmla="*/ 446056 w 585882"/>
                <a:gd name="connsiteY109" fmla="*/ 448056 h 584739"/>
                <a:gd name="connsiteX110" fmla="*/ 467963 w 585882"/>
                <a:gd name="connsiteY110" fmla="*/ 439007 h 584739"/>
                <a:gd name="connsiteX111" fmla="*/ 489871 w 585882"/>
                <a:gd name="connsiteY111" fmla="*/ 448056 h 584739"/>
                <a:gd name="connsiteX112" fmla="*/ 489871 w 585882"/>
                <a:gd name="connsiteY112" fmla="*/ 491871 h 584739"/>
                <a:gd name="connsiteX113" fmla="*/ 188500 w 585882"/>
                <a:gd name="connsiteY113" fmla="*/ 297275 h 584739"/>
                <a:gd name="connsiteX114" fmla="*/ 287846 w 585882"/>
                <a:gd name="connsiteY114" fmla="*/ 396621 h 584739"/>
                <a:gd name="connsiteX115" fmla="*/ 292894 w 585882"/>
                <a:gd name="connsiteY115" fmla="*/ 398717 h 584739"/>
                <a:gd name="connsiteX116" fmla="*/ 297942 w 585882"/>
                <a:gd name="connsiteY116" fmla="*/ 396621 h 584739"/>
                <a:gd name="connsiteX117" fmla="*/ 397288 w 585882"/>
                <a:gd name="connsiteY117" fmla="*/ 297275 h 584739"/>
                <a:gd name="connsiteX118" fmla="*/ 397288 w 585882"/>
                <a:gd name="connsiteY118" fmla="*/ 287179 h 584739"/>
                <a:gd name="connsiteX119" fmla="*/ 297942 w 585882"/>
                <a:gd name="connsiteY119" fmla="*/ 187833 h 584739"/>
                <a:gd name="connsiteX120" fmla="*/ 287846 w 585882"/>
                <a:gd name="connsiteY120" fmla="*/ 187833 h 584739"/>
                <a:gd name="connsiteX121" fmla="*/ 188500 w 585882"/>
                <a:gd name="connsiteY121" fmla="*/ 287179 h 584739"/>
                <a:gd name="connsiteX122" fmla="*/ 188500 w 585882"/>
                <a:gd name="connsiteY122" fmla="*/ 297275 h 584739"/>
                <a:gd name="connsiteX123" fmla="*/ 292894 w 585882"/>
                <a:gd name="connsiteY123" fmla="*/ 202978 h 584739"/>
                <a:gd name="connsiteX124" fmla="*/ 382143 w 585882"/>
                <a:gd name="connsiteY124" fmla="*/ 292227 h 584739"/>
                <a:gd name="connsiteX125" fmla="*/ 292894 w 585882"/>
                <a:gd name="connsiteY125" fmla="*/ 381476 h 584739"/>
                <a:gd name="connsiteX126" fmla="*/ 203644 w 585882"/>
                <a:gd name="connsiteY126" fmla="*/ 292227 h 584739"/>
                <a:gd name="connsiteX127" fmla="*/ 292894 w 585882"/>
                <a:gd name="connsiteY127" fmla="*/ 202978 h 584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</a:cxnLst>
              <a:rect l="l" t="t" r="r" b="b"/>
              <a:pathLst>
                <a:path w="585882" h="584739">
                  <a:moveTo>
                    <a:pt x="540449" y="246221"/>
                  </a:moveTo>
                  <a:cubicBezTo>
                    <a:pt x="517874" y="246221"/>
                    <a:pt x="499300" y="262890"/>
                    <a:pt x="495872" y="284512"/>
                  </a:cubicBezTo>
                  <a:lnTo>
                    <a:pt x="417767" y="285845"/>
                  </a:lnTo>
                  <a:lnTo>
                    <a:pt x="418052" y="300133"/>
                  </a:lnTo>
                  <a:lnTo>
                    <a:pt x="495967" y="298799"/>
                  </a:lnTo>
                  <a:cubicBezTo>
                    <a:pt x="499491" y="320326"/>
                    <a:pt x="518065" y="336804"/>
                    <a:pt x="540544" y="336804"/>
                  </a:cubicBezTo>
                  <a:cubicBezTo>
                    <a:pt x="565499" y="336804"/>
                    <a:pt x="585883" y="316516"/>
                    <a:pt x="585883" y="291465"/>
                  </a:cubicBezTo>
                  <a:cubicBezTo>
                    <a:pt x="585883" y="266414"/>
                    <a:pt x="565595" y="246126"/>
                    <a:pt x="540544" y="246126"/>
                  </a:cubicBezTo>
                  <a:close/>
                  <a:moveTo>
                    <a:pt x="540449" y="322517"/>
                  </a:moveTo>
                  <a:cubicBezTo>
                    <a:pt x="523399" y="322517"/>
                    <a:pt x="509397" y="308610"/>
                    <a:pt x="509397" y="291465"/>
                  </a:cubicBezTo>
                  <a:cubicBezTo>
                    <a:pt x="509397" y="274320"/>
                    <a:pt x="523304" y="260414"/>
                    <a:pt x="540449" y="260414"/>
                  </a:cubicBezTo>
                  <a:cubicBezTo>
                    <a:pt x="557594" y="260414"/>
                    <a:pt x="571500" y="274320"/>
                    <a:pt x="571500" y="291465"/>
                  </a:cubicBezTo>
                  <a:cubicBezTo>
                    <a:pt x="571500" y="308610"/>
                    <a:pt x="557594" y="322517"/>
                    <a:pt x="540449" y="322517"/>
                  </a:cubicBezTo>
                  <a:close/>
                  <a:moveTo>
                    <a:pt x="0" y="291465"/>
                  </a:moveTo>
                  <a:cubicBezTo>
                    <a:pt x="0" y="316421"/>
                    <a:pt x="20288" y="336804"/>
                    <a:pt x="45339" y="336804"/>
                  </a:cubicBezTo>
                  <a:cubicBezTo>
                    <a:pt x="67818" y="336804"/>
                    <a:pt x="86392" y="320326"/>
                    <a:pt x="89916" y="298799"/>
                  </a:cubicBezTo>
                  <a:lnTo>
                    <a:pt x="167831" y="300133"/>
                  </a:lnTo>
                  <a:lnTo>
                    <a:pt x="168116" y="285845"/>
                  </a:lnTo>
                  <a:lnTo>
                    <a:pt x="90011" y="284512"/>
                  </a:lnTo>
                  <a:cubicBezTo>
                    <a:pt x="86582" y="262890"/>
                    <a:pt x="68008" y="246221"/>
                    <a:pt x="45434" y="246221"/>
                  </a:cubicBezTo>
                  <a:cubicBezTo>
                    <a:pt x="20479" y="246221"/>
                    <a:pt x="95" y="266510"/>
                    <a:pt x="95" y="291560"/>
                  </a:cubicBezTo>
                  <a:close/>
                  <a:moveTo>
                    <a:pt x="76295" y="291465"/>
                  </a:moveTo>
                  <a:cubicBezTo>
                    <a:pt x="76295" y="308610"/>
                    <a:pt x="62389" y="322517"/>
                    <a:pt x="45244" y="322517"/>
                  </a:cubicBezTo>
                  <a:cubicBezTo>
                    <a:pt x="28099" y="322517"/>
                    <a:pt x="14192" y="308610"/>
                    <a:pt x="14192" y="291465"/>
                  </a:cubicBezTo>
                  <a:cubicBezTo>
                    <a:pt x="14192" y="274320"/>
                    <a:pt x="28099" y="260414"/>
                    <a:pt x="45244" y="260414"/>
                  </a:cubicBezTo>
                  <a:cubicBezTo>
                    <a:pt x="62389" y="260414"/>
                    <a:pt x="76295" y="274320"/>
                    <a:pt x="76295" y="291465"/>
                  </a:cubicBezTo>
                  <a:close/>
                  <a:moveTo>
                    <a:pt x="369475" y="226505"/>
                  </a:moveTo>
                  <a:lnTo>
                    <a:pt x="437769" y="156400"/>
                  </a:lnTo>
                  <a:cubicBezTo>
                    <a:pt x="445389" y="161925"/>
                    <a:pt x="454533" y="165068"/>
                    <a:pt x="464153" y="165068"/>
                  </a:cubicBezTo>
                  <a:cubicBezTo>
                    <a:pt x="476250" y="165068"/>
                    <a:pt x="487585" y="160401"/>
                    <a:pt x="496157" y="151829"/>
                  </a:cubicBezTo>
                  <a:cubicBezTo>
                    <a:pt x="513779" y="134207"/>
                    <a:pt x="513779" y="105442"/>
                    <a:pt x="496157" y="87725"/>
                  </a:cubicBezTo>
                  <a:cubicBezTo>
                    <a:pt x="487585" y="79153"/>
                    <a:pt x="476250" y="74486"/>
                    <a:pt x="464153" y="74486"/>
                  </a:cubicBezTo>
                  <a:cubicBezTo>
                    <a:pt x="452057" y="74486"/>
                    <a:pt x="440722" y="79153"/>
                    <a:pt x="432149" y="87725"/>
                  </a:cubicBezTo>
                  <a:cubicBezTo>
                    <a:pt x="416147" y="103632"/>
                    <a:pt x="414814" y="128588"/>
                    <a:pt x="427673" y="146304"/>
                  </a:cubicBezTo>
                  <a:lnTo>
                    <a:pt x="359188" y="216503"/>
                  </a:lnTo>
                  <a:lnTo>
                    <a:pt x="369380" y="226505"/>
                  </a:lnTo>
                  <a:close/>
                  <a:moveTo>
                    <a:pt x="442246" y="97822"/>
                  </a:moveTo>
                  <a:cubicBezTo>
                    <a:pt x="448151" y="92012"/>
                    <a:pt x="455867" y="88773"/>
                    <a:pt x="464153" y="88773"/>
                  </a:cubicBezTo>
                  <a:cubicBezTo>
                    <a:pt x="472440" y="88773"/>
                    <a:pt x="480250" y="92012"/>
                    <a:pt x="486061" y="97822"/>
                  </a:cubicBezTo>
                  <a:cubicBezTo>
                    <a:pt x="498158" y="109919"/>
                    <a:pt x="498158" y="129635"/>
                    <a:pt x="486061" y="141637"/>
                  </a:cubicBezTo>
                  <a:cubicBezTo>
                    <a:pt x="474345" y="153353"/>
                    <a:pt x="453962" y="153353"/>
                    <a:pt x="442246" y="141637"/>
                  </a:cubicBezTo>
                  <a:cubicBezTo>
                    <a:pt x="430149" y="129540"/>
                    <a:pt x="430149" y="109823"/>
                    <a:pt x="442246" y="97822"/>
                  </a:cubicBezTo>
                  <a:close/>
                  <a:moveTo>
                    <a:pt x="216313" y="359378"/>
                  </a:moveTo>
                  <a:lnTo>
                    <a:pt x="144209" y="433292"/>
                  </a:lnTo>
                  <a:cubicBezTo>
                    <a:pt x="126492" y="420529"/>
                    <a:pt x="101727" y="421958"/>
                    <a:pt x="85820" y="437864"/>
                  </a:cubicBezTo>
                  <a:cubicBezTo>
                    <a:pt x="68199" y="455486"/>
                    <a:pt x="68199" y="484251"/>
                    <a:pt x="85820" y="501968"/>
                  </a:cubicBezTo>
                  <a:cubicBezTo>
                    <a:pt x="94679" y="510826"/>
                    <a:pt x="106204" y="515207"/>
                    <a:pt x="117824" y="515207"/>
                  </a:cubicBezTo>
                  <a:cubicBezTo>
                    <a:pt x="129445" y="515207"/>
                    <a:pt x="141065" y="510826"/>
                    <a:pt x="149828" y="501968"/>
                  </a:cubicBezTo>
                  <a:cubicBezTo>
                    <a:pt x="165830" y="485966"/>
                    <a:pt x="167164" y="461105"/>
                    <a:pt x="154305" y="443389"/>
                  </a:cubicBezTo>
                  <a:lnTo>
                    <a:pt x="226504" y="369380"/>
                  </a:lnTo>
                  <a:lnTo>
                    <a:pt x="216313" y="359378"/>
                  </a:lnTo>
                  <a:close/>
                  <a:moveTo>
                    <a:pt x="139732" y="491871"/>
                  </a:moveTo>
                  <a:cubicBezTo>
                    <a:pt x="127635" y="503968"/>
                    <a:pt x="107918" y="503968"/>
                    <a:pt x="95917" y="491871"/>
                  </a:cubicBezTo>
                  <a:cubicBezTo>
                    <a:pt x="83820" y="479774"/>
                    <a:pt x="83820" y="460058"/>
                    <a:pt x="95917" y="448056"/>
                  </a:cubicBezTo>
                  <a:cubicBezTo>
                    <a:pt x="101918" y="442055"/>
                    <a:pt x="109919" y="439007"/>
                    <a:pt x="117824" y="439007"/>
                  </a:cubicBezTo>
                  <a:cubicBezTo>
                    <a:pt x="125730" y="439007"/>
                    <a:pt x="133731" y="442055"/>
                    <a:pt x="139732" y="448056"/>
                  </a:cubicBezTo>
                  <a:cubicBezTo>
                    <a:pt x="151829" y="460153"/>
                    <a:pt x="151829" y="479869"/>
                    <a:pt x="139732" y="491871"/>
                  </a:cubicBezTo>
                  <a:close/>
                  <a:moveTo>
                    <a:pt x="285750" y="417957"/>
                  </a:moveTo>
                  <a:lnTo>
                    <a:pt x="285750" y="494824"/>
                  </a:lnTo>
                  <a:cubicBezTo>
                    <a:pt x="263938" y="498062"/>
                    <a:pt x="247174" y="516731"/>
                    <a:pt x="247174" y="539401"/>
                  </a:cubicBezTo>
                  <a:cubicBezTo>
                    <a:pt x="247174" y="564356"/>
                    <a:pt x="267462" y="584740"/>
                    <a:pt x="292513" y="584740"/>
                  </a:cubicBezTo>
                  <a:cubicBezTo>
                    <a:pt x="317564" y="584740"/>
                    <a:pt x="337852" y="564452"/>
                    <a:pt x="337852" y="539401"/>
                  </a:cubicBezTo>
                  <a:cubicBezTo>
                    <a:pt x="337852" y="517017"/>
                    <a:pt x="321469" y="498539"/>
                    <a:pt x="300133" y="494824"/>
                  </a:cubicBezTo>
                  <a:lnTo>
                    <a:pt x="300133" y="417862"/>
                  </a:lnTo>
                  <a:lnTo>
                    <a:pt x="285845" y="417862"/>
                  </a:lnTo>
                  <a:close/>
                  <a:moveTo>
                    <a:pt x="323469" y="539496"/>
                  </a:moveTo>
                  <a:cubicBezTo>
                    <a:pt x="323469" y="556641"/>
                    <a:pt x="309563" y="570548"/>
                    <a:pt x="292418" y="570548"/>
                  </a:cubicBezTo>
                  <a:cubicBezTo>
                    <a:pt x="275273" y="570548"/>
                    <a:pt x="261366" y="556641"/>
                    <a:pt x="261366" y="539496"/>
                  </a:cubicBezTo>
                  <a:cubicBezTo>
                    <a:pt x="261366" y="522351"/>
                    <a:pt x="275273" y="508444"/>
                    <a:pt x="292418" y="508444"/>
                  </a:cubicBezTo>
                  <a:cubicBezTo>
                    <a:pt x="309563" y="508444"/>
                    <a:pt x="323469" y="522351"/>
                    <a:pt x="323469" y="539496"/>
                  </a:cubicBezTo>
                  <a:close/>
                  <a:moveTo>
                    <a:pt x="337757" y="45339"/>
                  </a:moveTo>
                  <a:cubicBezTo>
                    <a:pt x="337757" y="20384"/>
                    <a:pt x="317468" y="0"/>
                    <a:pt x="292418" y="0"/>
                  </a:cubicBezTo>
                  <a:cubicBezTo>
                    <a:pt x="267367" y="0"/>
                    <a:pt x="247078" y="20288"/>
                    <a:pt x="247078" y="45339"/>
                  </a:cubicBezTo>
                  <a:cubicBezTo>
                    <a:pt x="247078" y="67723"/>
                    <a:pt x="263462" y="86297"/>
                    <a:pt x="284893" y="89916"/>
                  </a:cubicBezTo>
                  <a:lnTo>
                    <a:pt x="285655" y="168021"/>
                  </a:lnTo>
                  <a:lnTo>
                    <a:pt x="299942" y="168021"/>
                  </a:lnTo>
                  <a:cubicBezTo>
                    <a:pt x="299942" y="168021"/>
                    <a:pt x="299180" y="90011"/>
                    <a:pt x="299180" y="90011"/>
                  </a:cubicBezTo>
                  <a:cubicBezTo>
                    <a:pt x="320897" y="86677"/>
                    <a:pt x="337661" y="68009"/>
                    <a:pt x="337661" y="45434"/>
                  </a:cubicBezTo>
                  <a:close/>
                  <a:moveTo>
                    <a:pt x="292418" y="76390"/>
                  </a:moveTo>
                  <a:cubicBezTo>
                    <a:pt x="275368" y="76390"/>
                    <a:pt x="261366" y="62484"/>
                    <a:pt x="261366" y="45339"/>
                  </a:cubicBezTo>
                  <a:cubicBezTo>
                    <a:pt x="261366" y="28194"/>
                    <a:pt x="275273" y="14288"/>
                    <a:pt x="292418" y="14288"/>
                  </a:cubicBezTo>
                  <a:cubicBezTo>
                    <a:pt x="309563" y="14288"/>
                    <a:pt x="323469" y="28194"/>
                    <a:pt x="323469" y="45339"/>
                  </a:cubicBezTo>
                  <a:cubicBezTo>
                    <a:pt x="323469" y="62484"/>
                    <a:pt x="309563" y="76390"/>
                    <a:pt x="292418" y="76390"/>
                  </a:cubicBezTo>
                  <a:close/>
                  <a:moveTo>
                    <a:pt x="149828" y="87725"/>
                  </a:moveTo>
                  <a:cubicBezTo>
                    <a:pt x="132207" y="70104"/>
                    <a:pt x="103442" y="70104"/>
                    <a:pt x="85725" y="87725"/>
                  </a:cubicBezTo>
                  <a:cubicBezTo>
                    <a:pt x="68008" y="105347"/>
                    <a:pt x="68104" y="134112"/>
                    <a:pt x="85725" y="151829"/>
                  </a:cubicBezTo>
                  <a:cubicBezTo>
                    <a:pt x="94583" y="160687"/>
                    <a:pt x="106108" y="165068"/>
                    <a:pt x="117729" y="165068"/>
                  </a:cubicBezTo>
                  <a:cubicBezTo>
                    <a:pt x="127064" y="165068"/>
                    <a:pt x="136398" y="162020"/>
                    <a:pt x="144209" y="156305"/>
                  </a:cubicBezTo>
                  <a:lnTo>
                    <a:pt x="216313" y="226600"/>
                  </a:lnTo>
                  <a:lnTo>
                    <a:pt x="226314" y="216408"/>
                  </a:lnTo>
                  <a:lnTo>
                    <a:pt x="154305" y="146209"/>
                  </a:lnTo>
                  <a:cubicBezTo>
                    <a:pt x="167069" y="128492"/>
                    <a:pt x="165640" y="103727"/>
                    <a:pt x="149733" y="87725"/>
                  </a:cubicBezTo>
                  <a:close/>
                  <a:moveTo>
                    <a:pt x="139732" y="141732"/>
                  </a:moveTo>
                  <a:cubicBezTo>
                    <a:pt x="127635" y="153829"/>
                    <a:pt x="107918" y="153829"/>
                    <a:pt x="95917" y="141732"/>
                  </a:cubicBezTo>
                  <a:cubicBezTo>
                    <a:pt x="83915" y="129635"/>
                    <a:pt x="83820" y="109919"/>
                    <a:pt x="95917" y="97917"/>
                  </a:cubicBezTo>
                  <a:cubicBezTo>
                    <a:pt x="101918" y="91916"/>
                    <a:pt x="109919" y="88868"/>
                    <a:pt x="117824" y="88868"/>
                  </a:cubicBezTo>
                  <a:cubicBezTo>
                    <a:pt x="125730" y="88868"/>
                    <a:pt x="133731" y="91916"/>
                    <a:pt x="139732" y="97917"/>
                  </a:cubicBezTo>
                  <a:cubicBezTo>
                    <a:pt x="151829" y="110014"/>
                    <a:pt x="151829" y="129731"/>
                    <a:pt x="139732" y="141732"/>
                  </a:cubicBezTo>
                  <a:close/>
                  <a:moveTo>
                    <a:pt x="441579" y="433292"/>
                  </a:moveTo>
                  <a:lnTo>
                    <a:pt x="369475" y="359378"/>
                  </a:lnTo>
                  <a:lnTo>
                    <a:pt x="359283" y="369380"/>
                  </a:lnTo>
                  <a:lnTo>
                    <a:pt x="431483" y="443389"/>
                  </a:lnTo>
                  <a:cubicBezTo>
                    <a:pt x="418624" y="461105"/>
                    <a:pt x="420053" y="485966"/>
                    <a:pt x="435959" y="501968"/>
                  </a:cubicBezTo>
                  <a:cubicBezTo>
                    <a:pt x="444818" y="510826"/>
                    <a:pt x="456343" y="515207"/>
                    <a:pt x="467963" y="515207"/>
                  </a:cubicBezTo>
                  <a:cubicBezTo>
                    <a:pt x="479584" y="515207"/>
                    <a:pt x="491204" y="510826"/>
                    <a:pt x="499967" y="501968"/>
                  </a:cubicBezTo>
                  <a:cubicBezTo>
                    <a:pt x="517589" y="484346"/>
                    <a:pt x="517589" y="455581"/>
                    <a:pt x="499967" y="437864"/>
                  </a:cubicBezTo>
                  <a:cubicBezTo>
                    <a:pt x="484061" y="421958"/>
                    <a:pt x="459200" y="420529"/>
                    <a:pt x="441579" y="433292"/>
                  </a:cubicBezTo>
                  <a:close/>
                  <a:moveTo>
                    <a:pt x="489871" y="491871"/>
                  </a:moveTo>
                  <a:cubicBezTo>
                    <a:pt x="477774" y="503968"/>
                    <a:pt x="458153" y="503968"/>
                    <a:pt x="446056" y="491871"/>
                  </a:cubicBezTo>
                  <a:cubicBezTo>
                    <a:pt x="433959" y="479774"/>
                    <a:pt x="433959" y="460058"/>
                    <a:pt x="446056" y="448056"/>
                  </a:cubicBezTo>
                  <a:cubicBezTo>
                    <a:pt x="452057" y="442055"/>
                    <a:pt x="460058" y="439007"/>
                    <a:pt x="467963" y="439007"/>
                  </a:cubicBezTo>
                  <a:cubicBezTo>
                    <a:pt x="475869" y="439007"/>
                    <a:pt x="483870" y="442055"/>
                    <a:pt x="489871" y="448056"/>
                  </a:cubicBezTo>
                  <a:cubicBezTo>
                    <a:pt x="501968" y="460153"/>
                    <a:pt x="501968" y="479869"/>
                    <a:pt x="489871" y="491871"/>
                  </a:cubicBezTo>
                  <a:close/>
                  <a:moveTo>
                    <a:pt x="188500" y="297275"/>
                  </a:moveTo>
                  <a:lnTo>
                    <a:pt x="287846" y="396621"/>
                  </a:lnTo>
                  <a:cubicBezTo>
                    <a:pt x="289274" y="398050"/>
                    <a:pt x="291084" y="398717"/>
                    <a:pt x="292894" y="398717"/>
                  </a:cubicBezTo>
                  <a:cubicBezTo>
                    <a:pt x="294704" y="398717"/>
                    <a:pt x="296513" y="398050"/>
                    <a:pt x="297942" y="396621"/>
                  </a:cubicBezTo>
                  <a:lnTo>
                    <a:pt x="397288" y="297275"/>
                  </a:lnTo>
                  <a:cubicBezTo>
                    <a:pt x="400050" y="294513"/>
                    <a:pt x="400050" y="289941"/>
                    <a:pt x="397288" y="287179"/>
                  </a:cubicBezTo>
                  <a:lnTo>
                    <a:pt x="297942" y="187833"/>
                  </a:lnTo>
                  <a:cubicBezTo>
                    <a:pt x="295180" y="185071"/>
                    <a:pt x="290608" y="185071"/>
                    <a:pt x="287846" y="187833"/>
                  </a:cubicBezTo>
                  <a:lnTo>
                    <a:pt x="188500" y="287179"/>
                  </a:lnTo>
                  <a:cubicBezTo>
                    <a:pt x="185738" y="289941"/>
                    <a:pt x="185738" y="294513"/>
                    <a:pt x="188500" y="297275"/>
                  </a:cubicBezTo>
                  <a:close/>
                  <a:moveTo>
                    <a:pt x="292894" y="202978"/>
                  </a:moveTo>
                  <a:lnTo>
                    <a:pt x="382143" y="292227"/>
                  </a:lnTo>
                  <a:lnTo>
                    <a:pt x="292894" y="381476"/>
                  </a:lnTo>
                  <a:lnTo>
                    <a:pt x="203644" y="292227"/>
                  </a:lnTo>
                  <a:lnTo>
                    <a:pt x="292894" y="202978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14244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A19BEAD-6ACD-B536-4A7A-B760D9EF4226}"/>
                </a:ext>
              </a:extLst>
            </p:cNvPr>
            <p:cNvCxnSpPr>
              <a:cxnSpLocks/>
            </p:cNvCxnSpPr>
            <p:nvPr/>
          </p:nvCxnSpPr>
          <p:spPr>
            <a:xfrm>
              <a:off x="3436666" y="2627672"/>
              <a:ext cx="0" cy="301229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C2C0372E-7E6A-3896-5E2E-6F6BF0924ECE}"/>
                </a:ext>
              </a:extLst>
            </p:cNvPr>
            <p:cNvSpPr/>
            <p:nvPr/>
          </p:nvSpPr>
          <p:spPr>
            <a:xfrm>
              <a:off x="839279" y="3448562"/>
              <a:ext cx="446845" cy="449097"/>
            </a:xfrm>
            <a:custGeom>
              <a:avLst/>
              <a:gdLst>
                <a:gd name="connsiteX0" fmla="*/ 155924 w 585787"/>
                <a:gd name="connsiteY0" fmla="*/ 377000 h 588740"/>
                <a:gd name="connsiteX1" fmla="*/ 289274 w 585787"/>
                <a:gd name="connsiteY1" fmla="*/ 452057 h 588740"/>
                <a:gd name="connsiteX2" fmla="*/ 292799 w 585787"/>
                <a:gd name="connsiteY2" fmla="*/ 453009 h 588740"/>
                <a:gd name="connsiteX3" fmla="*/ 296323 w 585787"/>
                <a:gd name="connsiteY3" fmla="*/ 452057 h 588740"/>
                <a:gd name="connsiteX4" fmla="*/ 429673 w 585787"/>
                <a:gd name="connsiteY4" fmla="*/ 377000 h 588740"/>
                <a:gd name="connsiteX5" fmla="*/ 433292 w 585787"/>
                <a:gd name="connsiteY5" fmla="*/ 370808 h 588740"/>
                <a:gd name="connsiteX6" fmla="*/ 433292 w 585787"/>
                <a:gd name="connsiteY6" fmla="*/ 302990 h 588740"/>
                <a:gd name="connsiteX7" fmla="*/ 464249 w 585787"/>
                <a:gd name="connsiteY7" fmla="*/ 302990 h 588740"/>
                <a:gd name="connsiteX8" fmla="*/ 585692 w 585787"/>
                <a:gd name="connsiteY8" fmla="*/ 181547 h 588740"/>
                <a:gd name="connsiteX9" fmla="*/ 464249 w 585787"/>
                <a:gd name="connsiteY9" fmla="*/ 60103 h 588740"/>
                <a:gd name="connsiteX10" fmla="*/ 128111 w 585787"/>
                <a:gd name="connsiteY10" fmla="*/ 60103 h 588740"/>
                <a:gd name="connsiteX11" fmla="*/ 121825 w 585787"/>
                <a:gd name="connsiteY11" fmla="*/ 38862 h 588740"/>
                <a:gd name="connsiteX12" fmla="*/ 150590 w 585787"/>
                <a:gd name="connsiteY12" fmla="*/ 10097 h 588740"/>
                <a:gd name="connsiteX13" fmla="*/ 140494 w 585787"/>
                <a:gd name="connsiteY13" fmla="*/ 0 h 588740"/>
                <a:gd name="connsiteX14" fmla="*/ 114014 w 585787"/>
                <a:gd name="connsiteY14" fmla="*/ 26479 h 588740"/>
                <a:gd name="connsiteX15" fmla="*/ 64294 w 585787"/>
                <a:gd name="connsiteY15" fmla="*/ 2953 h 588740"/>
                <a:gd name="connsiteX16" fmla="*/ 0 w 585787"/>
                <a:gd name="connsiteY16" fmla="*/ 67247 h 588740"/>
                <a:gd name="connsiteX17" fmla="*/ 64294 w 585787"/>
                <a:gd name="connsiteY17" fmla="*/ 131540 h 588740"/>
                <a:gd name="connsiteX18" fmla="*/ 128206 w 585787"/>
                <a:gd name="connsiteY18" fmla="*/ 74390 h 588740"/>
                <a:gd name="connsiteX19" fmla="*/ 464344 w 585787"/>
                <a:gd name="connsiteY19" fmla="*/ 74390 h 588740"/>
                <a:gd name="connsiteX20" fmla="*/ 571500 w 585787"/>
                <a:gd name="connsiteY20" fmla="*/ 181547 h 588740"/>
                <a:gd name="connsiteX21" fmla="*/ 464344 w 585787"/>
                <a:gd name="connsiteY21" fmla="*/ 288703 h 588740"/>
                <a:gd name="connsiteX22" fmla="*/ 433387 w 585787"/>
                <a:gd name="connsiteY22" fmla="*/ 288703 h 588740"/>
                <a:gd name="connsiteX23" fmla="*/ 433387 w 585787"/>
                <a:gd name="connsiteY23" fmla="*/ 220885 h 588740"/>
                <a:gd name="connsiteX24" fmla="*/ 429768 w 585787"/>
                <a:gd name="connsiteY24" fmla="*/ 214694 h 588740"/>
                <a:gd name="connsiteX25" fmla="*/ 296418 w 585787"/>
                <a:gd name="connsiteY25" fmla="*/ 139637 h 588740"/>
                <a:gd name="connsiteX26" fmla="*/ 289370 w 585787"/>
                <a:gd name="connsiteY26" fmla="*/ 139637 h 588740"/>
                <a:gd name="connsiteX27" fmla="*/ 156019 w 585787"/>
                <a:gd name="connsiteY27" fmla="*/ 214694 h 588740"/>
                <a:gd name="connsiteX28" fmla="*/ 152400 w 585787"/>
                <a:gd name="connsiteY28" fmla="*/ 220885 h 588740"/>
                <a:gd name="connsiteX29" fmla="*/ 152400 w 585787"/>
                <a:gd name="connsiteY29" fmla="*/ 288703 h 588740"/>
                <a:gd name="connsiteX30" fmla="*/ 121444 w 585787"/>
                <a:gd name="connsiteY30" fmla="*/ 288703 h 588740"/>
                <a:gd name="connsiteX31" fmla="*/ 0 w 585787"/>
                <a:gd name="connsiteY31" fmla="*/ 410147 h 588740"/>
                <a:gd name="connsiteX32" fmla="*/ 121444 w 585787"/>
                <a:gd name="connsiteY32" fmla="*/ 531590 h 588740"/>
                <a:gd name="connsiteX33" fmla="*/ 457581 w 585787"/>
                <a:gd name="connsiteY33" fmla="*/ 531590 h 588740"/>
                <a:gd name="connsiteX34" fmla="*/ 521494 w 585787"/>
                <a:gd name="connsiteY34" fmla="*/ 588740 h 588740"/>
                <a:gd name="connsiteX35" fmla="*/ 585788 w 585787"/>
                <a:gd name="connsiteY35" fmla="*/ 524447 h 588740"/>
                <a:gd name="connsiteX36" fmla="*/ 521494 w 585787"/>
                <a:gd name="connsiteY36" fmla="*/ 460153 h 588740"/>
                <a:gd name="connsiteX37" fmla="*/ 457581 w 585787"/>
                <a:gd name="connsiteY37" fmla="*/ 517303 h 588740"/>
                <a:gd name="connsiteX38" fmla="*/ 121349 w 585787"/>
                <a:gd name="connsiteY38" fmla="*/ 517303 h 588740"/>
                <a:gd name="connsiteX39" fmla="*/ 14192 w 585787"/>
                <a:gd name="connsiteY39" fmla="*/ 410147 h 588740"/>
                <a:gd name="connsiteX40" fmla="*/ 121349 w 585787"/>
                <a:gd name="connsiteY40" fmla="*/ 302990 h 588740"/>
                <a:gd name="connsiteX41" fmla="*/ 152305 w 585787"/>
                <a:gd name="connsiteY41" fmla="*/ 302990 h 588740"/>
                <a:gd name="connsiteX42" fmla="*/ 152305 w 585787"/>
                <a:gd name="connsiteY42" fmla="*/ 370808 h 588740"/>
                <a:gd name="connsiteX43" fmla="*/ 155924 w 585787"/>
                <a:gd name="connsiteY43" fmla="*/ 377000 h 588740"/>
                <a:gd name="connsiteX44" fmla="*/ 64198 w 585787"/>
                <a:gd name="connsiteY44" fmla="*/ 117158 h 588740"/>
                <a:gd name="connsiteX45" fmla="*/ 14192 w 585787"/>
                <a:gd name="connsiteY45" fmla="*/ 67151 h 588740"/>
                <a:gd name="connsiteX46" fmla="*/ 64198 w 585787"/>
                <a:gd name="connsiteY46" fmla="*/ 17145 h 588740"/>
                <a:gd name="connsiteX47" fmla="*/ 103632 w 585787"/>
                <a:gd name="connsiteY47" fmla="*/ 36671 h 588740"/>
                <a:gd name="connsiteX48" fmla="*/ 64198 w 585787"/>
                <a:gd name="connsiteY48" fmla="*/ 76105 h 588740"/>
                <a:gd name="connsiteX49" fmla="*/ 45148 w 585787"/>
                <a:gd name="connsiteY49" fmla="*/ 57055 h 588740"/>
                <a:gd name="connsiteX50" fmla="*/ 35052 w 585787"/>
                <a:gd name="connsiteY50" fmla="*/ 67151 h 588740"/>
                <a:gd name="connsiteX51" fmla="*/ 59150 w 585787"/>
                <a:gd name="connsiteY51" fmla="*/ 91250 h 588740"/>
                <a:gd name="connsiteX52" fmla="*/ 64198 w 585787"/>
                <a:gd name="connsiteY52" fmla="*/ 93345 h 588740"/>
                <a:gd name="connsiteX53" fmla="*/ 69247 w 585787"/>
                <a:gd name="connsiteY53" fmla="*/ 91250 h 588740"/>
                <a:gd name="connsiteX54" fmla="*/ 110871 w 585787"/>
                <a:gd name="connsiteY54" fmla="*/ 49625 h 588740"/>
                <a:gd name="connsiteX55" fmla="*/ 114205 w 585787"/>
                <a:gd name="connsiteY55" fmla="*/ 67151 h 588740"/>
                <a:gd name="connsiteX56" fmla="*/ 64198 w 585787"/>
                <a:gd name="connsiteY56" fmla="*/ 117158 h 588740"/>
                <a:gd name="connsiteX57" fmla="*/ 166592 w 585787"/>
                <a:gd name="connsiteY57" fmla="*/ 224885 h 588740"/>
                <a:gd name="connsiteX58" fmla="*/ 292799 w 585787"/>
                <a:gd name="connsiteY58" fmla="*/ 153924 h 588740"/>
                <a:gd name="connsiteX59" fmla="*/ 419005 w 585787"/>
                <a:gd name="connsiteY59" fmla="*/ 224885 h 588740"/>
                <a:gd name="connsiteX60" fmla="*/ 419005 w 585787"/>
                <a:gd name="connsiteY60" fmla="*/ 366522 h 588740"/>
                <a:gd name="connsiteX61" fmla="*/ 292799 w 585787"/>
                <a:gd name="connsiteY61" fmla="*/ 437483 h 588740"/>
                <a:gd name="connsiteX62" fmla="*/ 166592 w 585787"/>
                <a:gd name="connsiteY62" fmla="*/ 366522 h 588740"/>
                <a:gd name="connsiteX63" fmla="*/ 166592 w 585787"/>
                <a:gd name="connsiteY63" fmla="*/ 224885 h 588740"/>
                <a:gd name="connsiteX64" fmla="*/ 521399 w 585787"/>
                <a:gd name="connsiteY64" fmla="*/ 474345 h 588740"/>
                <a:gd name="connsiteX65" fmla="*/ 571405 w 585787"/>
                <a:gd name="connsiteY65" fmla="*/ 524351 h 588740"/>
                <a:gd name="connsiteX66" fmla="*/ 521399 w 585787"/>
                <a:gd name="connsiteY66" fmla="*/ 574358 h 588740"/>
                <a:gd name="connsiteX67" fmla="*/ 471392 w 585787"/>
                <a:gd name="connsiteY67" fmla="*/ 524351 h 588740"/>
                <a:gd name="connsiteX68" fmla="*/ 521399 w 585787"/>
                <a:gd name="connsiteY68" fmla="*/ 474345 h 588740"/>
                <a:gd name="connsiteX69" fmla="*/ 342805 w 585787"/>
                <a:gd name="connsiteY69" fmla="*/ 352901 h 588740"/>
                <a:gd name="connsiteX70" fmla="*/ 357092 w 585787"/>
                <a:gd name="connsiteY70" fmla="*/ 352901 h 588740"/>
                <a:gd name="connsiteX71" fmla="*/ 319087 w 585787"/>
                <a:gd name="connsiteY71" fmla="*/ 294323 h 588740"/>
                <a:gd name="connsiteX72" fmla="*/ 338042 w 585787"/>
                <a:gd name="connsiteY72" fmla="*/ 257651 h 588740"/>
                <a:gd name="connsiteX73" fmla="*/ 292799 w 585787"/>
                <a:gd name="connsiteY73" fmla="*/ 212408 h 588740"/>
                <a:gd name="connsiteX74" fmla="*/ 247555 w 585787"/>
                <a:gd name="connsiteY74" fmla="*/ 257651 h 588740"/>
                <a:gd name="connsiteX75" fmla="*/ 266510 w 585787"/>
                <a:gd name="connsiteY75" fmla="*/ 294323 h 588740"/>
                <a:gd name="connsiteX76" fmla="*/ 228505 w 585787"/>
                <a:gd name="connsiteY76" fmla="*/ 352901 h 588740"/>
                <a:gd name="connsiteX77" fmla="*/ 242792 w 585787"/>
                <a:gd name="connsiteY77" fmla="*/ 352901 h 588740"/>
                <a:gd name="connsiteX78" fmla="*/ 292799 w 585787"/>
                <a:gd name="connsiteY78" fmla="*/ 302895 h 588740"/>
                <a:gd name="connsiteX79" fmla="*/ 342805 w 585787"/>
                <a:gd name="connsiteY79" fmla="*/ 352901 h 588740"/>
                <a:gd name="connsiteX80" fmla="*/ 261842 w 585787"/>
                <a:gd name="connsiteY80" fmla="*/ 257651 h 588740"/>
                <a:gd name="connsiteX81" fmla="*/ 292799 w 585787"/>
                <a:gd name="connsiteY81" fmla="*/ 226695 h 588740"/>
                <a:gd name="connsiteX82" fmla="*/ 323755 w 585787"/>
                <a:gd name="connsiteY82" fmla="*/ 257651 h 588740"/>
                <a:gd name="connsiteX83" fmla="*/ 292799 w 585787"/>
                <a:gd name="connsiteY83" fmla="*/ 288608 h 588740"/>
                <a:gd name="connsiteX84" fmla="*/ 261842 w 585787"/>
                <a:gd name="connsiteY84" fmla="*/ 257651 h 588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585787" h="588740">
                  <a:moveTo>
                    <a:pt x="155924" y="377000"/>
                  </a:moveTo>
                  <a:lnTo>
                    <a:pt x="289274" y="452057"/>
                  </a:lnTo>
                  <a:cubicBezTo>
                    <a:pt x="290322" y="452628"/>
                    <a:pt x="291560" y="453009"/>
                    <a:pt x="292799" y="453009"/>
                  </a:cubicBezTo>
                  <a:cubicBezTo>
                    <a:pt x="294037" y="453009"/>
                    <a:pt x="295180" y="452723"/>
                    <a:pt x="296323" y="452057"/>
                  </a:cubicBezTo>
                  <a:lnTo>
                    <a:pt x="429673" y="377000"/>
                  </a:lnTo>
                  <a:cubicBezTo>
                    <a:pt x="431959" y="375761"/>
                    <a:pt x="433292" y="373380"/>
                    <a:pt x="433292" y="370808"/>
                  </a:cubicBezTo>
                  <a:lnTo>
                    <a:pt x="433292" y="302990"/>
                  </a:lnTo>
                  <a:lnTo>
                    <a:pt x="464249" y="302990"/>
                  </a:lnTo>
                  <a:cubicBezTo>
                    <a:pt x="531209" y="302990"/>
                    <a:pt x="585692" y="248507"/>
                    <a:pt x="585692" y="181547"/>
                  </a:cubicBezTo>
                  <a:cubicBezTo>
                    <a:pt x="585692" y="114586"/>
                    <a:pt x="531209" y="60103"/>
                    <a:pt x="464249" y="60103"/>
                  </a:cubicBezTo>
                  <a:lnTo>
                    <a:pt x="128111" y="60103"/>
                  </a:lnTo>
                  <a:cubicBezTo>
                    <a:pt x="127254" y="52483"/>
                    <a:pt x="125063" y="45339"/>
                    <a:pt x="121825" y="38862"/>
                  </a:cubicBezTo>
                  <a:lnTo>
                    <a:pt x="150590" y="10097"/>
                  </a:lnTo>
                  <a:lnTo>
                    <a:pt x="140494" y="0"/>
                  </a:lnTo>
                  <a:lnTo>
                    <a:pt x="114014" y="26479"/>
                  </a:lnTo>
                  <a:cubicBezTo>
                    <a:pt x="102203" y="12097"/>
                    <a:pt x="84296" y="2953"/>
                    <a:pt x="64294" y="2953"/>
                  </a:cubicBezTo>
                  <a:cubicBezTo>
                    <a:pt x="28861" y="2953"/>
                    <a:pt x="0" y="31814"/>
                    <a:pt x="0" y="67247"/>
                  </a:cubicBezTo>
                  <a:cubicBezTo>
                    <a:pt x="0" y="102680"/>
                    <a:pt x="28861" y="131540"/>
                    <a:pt x="64294" y="131540"/>
                  </a:cubicBezTo>
                  <a:cubicBezTo>
                    <a:pt x="97345" y="131540"/>
                    <a:pt x="124587" y="106489"/>
                    <a:pt x="128206" y="74390"/>
                  </a:cubicBezTo>
                  <a:lnTo>
                    <a:pt x="464344" y="74390"/>
                  </a:lnTo>
                  <a:cubicBezTo>
                    <a:pt x="523399" y="74390"/>
                    <a:pt x="571500" y="122492"/>
                    <a:pt x="571500" y="181547"/>
                  </a:cubicBezTo>
                  <a:cubicBezTo>
                    <a:pt x="571500" y="240602"/>
                    <a:pt x="523399" y="288703"/>
                    <a:pt x="464344" y="288703"/>
                  </a:cubicBezTo>
                  <a:lnTo>
                    <a:pt x="433387" y="288703"/>
                  </a:lnTo>
                  <a:lnTo>
                    <a:pt x="433387" y="220885"/>
                  </a:lnTo>
                  <a:cubicBezTo>
                    <a:pt x="433387" y="218313"/>
                    <a:pt x="431959" y="215932"/>
                    <a:pt x="429768" y="214694"/>
                  </a:cubicBezTo>
                  <a:lnTo>
                    <a:pt x="296418" y="139637"/>
                  </a:lnTo>
                  <a:cubicBezTo>
                    <a:pt x="294227" y="138398"/>
                    <a:pt x="291560" y="138398"/>
                    <a:pt x="289370" y="139637"/>
                  </a:cubicBezTo>
                  <a:lnTo>
                    <a:pt x="156019" y="214694"/>
                  </a:lnTo>
                  <a:cubicBezTo>
                    <a:pt x="153734" y="215932"/>
                    <a:pt x="152400" y="218313"/>
                    <a:pt x="152400" y="220885"/>
                  </a:cubicBezTo>
                  <a:lnTo>
                    <a:pt x="152400" y="288703"/>
                  </a:lnTo>
                  <a:lnTo>
                    <a:pt x="121444" y="288703"/>
                  </a:lnTo>
                  <a:cubicBezTo>
                    <a:pt x="54483" y="288703"/>
                    <a:pt x="0" y="343186"/>
                    <a:pt x="0" y="410147"/>
                  </a:cubicBezTo>
                  <a:cubicBezTo>
                    <a:pt x="0" y="477107"/>
                    <a:pt x="54483" y="531590"/>
                    <a:pt x="121444" y="531590"/>
                  </a:cubicBezTo>
                  <a:lnTo>
                    <a:pt x="457581" y="531590"/>
                  </a:lnTo>
                  <a:cubicBezTo>
                    <a:pt x="461105" y="563690"/>
                    <a:pt x="488442" y="588740"/>
                    <a:pt x="521494" y="588740"/>
                  </a:cubicBezTo>
                  <a:cubicBezTo>
                    <a:pt x="556927" y="588740"/>
                    <a:pt x="585788" y="559880"/>
                    <a:pt x="585788" y="524447"/>
                  </a:cubicBezTo>
                  <a:cubicBezTo>
                    <a:pt x="585788" y="489014"/>
                    <a:pt x="556927" y="460153"/>
                    <a:pt x="521494" y="460153"/>
                  </a:cubicBezTo>
                  <a:cubicBezTo>
                    <a:pt x="488442" y="460153"/>
                    <a:pt x="461201" y="485204"/>
                    <a:pt x="457581" y="517303"/>
                  </a:cubicBezTo>
                  <a:lnTo>
                    <a:pt x="121349" y="517303"/>
                  </a:lnTo>
                  <a:cubicBezTo>
                    <a:pt x="62294" y="517303"/>
                    <a:pt x="14192" y="469202"/>
                    <a:pt x="14192" y="410147"/>
                  </a:cubicBezTo>
                  <a:cubicBezTo>
                    <a:pt x="14192" y="351092"/>
                    <a:pt x="62294" y="302990"/>
                    <a:pt x="121349" y="302990"/>
                  </a:cubicBezTo>
                  <a:lnTo>
                    <a:pt x="152305" y="302990"/>
                  </a:lnTo>
                  <a:lnTo>
                    <a:pt x="152305" y="370808"/>
                  </a:lnTo>
                  <a:cubicBezTo>
                    <a:pt x="152305" y="373380"/>
                    <a:pt x="153734" y="375761"/>
                    <a:pt x="155924" y="377000"/>
                  </a:cubicBezTo>
                  <a:close/>
                  <a:moveTo>
                    <a:pt x="64198" y="117158"/>
                  </a:moveTo>
                  <a:cubicBezTo>
                    <a:pt x="36671" y="117158"/>
                    <a:pt x="14192" y="94774"/>
                    <a:pt x="14192" y="67151"/>
                  </a:cubicBezTo>
                  <a:cubicBezTo>
                    <a:pt x="14192" y="39529"/>
                    <a:pt x="36671" y="17145"/>
                    <a:pt x="64198" y="17145"/>
                  </a:cubicBezTo>
                  <a:cubicBezTo>
                    <a:pt x="80296" y="17145"/>
                    <a:pt x="94393" y="24860"/>
                    <a:pt x="103632" y="36671"/>
                  </a:cubicBezTo>
                  <a:lnTo>
                    <a:pt x="64198" y="76105"/>
                  </a:lnTo>
                  <a:lnTo>
                    <a:pt x="45148" y="57055"/>
                  </a:lnTo>
                  <a:lnTo>
                    <a:pt x="35052" y="67151"/>
                  </a:lnTo>
                  <a:lnTo>
                    <a:pt x="59150" y="91250"/>
                  </a:lnTo>
                  <a:cubicBezTo>
                    <a:pt x="60579" y="92678"/>
                    <a:pt x="62389" y="93345"/>
                    <a:pt x="64198" y="93345"/>
                  </a:cubicBezTo>
                  <a:cubicBezTo>
                    <a:pt x="66008" y="93345"/>
                    <a:pt x="67818" y="92678"/>
                    <a:pt x="69247" y="91250"/>
                  </a:cubicBezTo>
                  <a:lnTo>
                    <a:pt x="110871" y="49625"/>
                  </a:lnTo>
                  <a:cubicBezTo>
                    <a:pt x="112967" y="55054"/>
                    <a:pt x="114205" y="60960"/>
                    <a:pt x="114205" y="67151"/>
                  </a:cubicBezTo>
                  <a:cubicBezTo>
                    <a:pt x="114205" y="94774"/>
                    <a:pt x="91726" y="117158"/>
                    <a:pt x="64198" y="117158"/>
                  </a:cubicBezTo>
                  <a:close/>
                  <a:moveTo>
                    <a:pt x="166592" y="224885"/>
                  </a:moveTo>
                  <a:lnTo>
                    <a:pt x="292799" y="153924"/>
                  </a:lnTo>
                  <a:lnTo>
                    <a:pt x="419005" y="224885"/>
                  </a:lnTo>
                  <a:lnTo>
                    <a:pt x="419005" y="366522"/>
                  </a:lnTo>
                  <a:lnTo>
                    <a:pt x="292799" y="437483"/>
                  </a:lnTo>
                  <a:lnTo>
                    <a:pt x="166592" y="366522"/>
                  </a:lnTo>
                  <a:lnTo>
                    <a:pt x="166592" y="224885"/>
                  </a:lnTo>
                  <a:close/>
                  <a:moveTo>
                    <a:pt x="521399" y="474345"/>
                  </a:moveTo>
                  <a:cubicBezTo>
                    <a:pt x="548926" y="474345"/>
                    <a:pt x="571405" y="496729"/>
                    <a:pt x="571405" y="524351"/>
                  </a:cubicBezTo>
                  <a:cubicBezTo>
                    <a:pt x="571405" y="551974"/>
                    <a:pt x="548926" y="574358"/>
                    <a:pt x="521399" y="574358"/>
                  </a:cubicBezTo>
                  <a:cubicBezTo>
                    <a:pt x="493871" y="574358"/>
                    <a:pt x="471392" y="551974"/>
                    <a:pt x="471392" y="524351"/>
                  </a:cubicBezTo>
                  <a:cubicBezTo>
                    <a:pt x="471392" y="496729"/>
                    <a:pt x="493871" y="474345"/>
                    <a:pt x="521399" y="474345"/>
                  </a:cubicBezTo>
                  <a:close/>
                  <a:moveTo>
                    <a:pt x="342805" y="352901"/>
                  </a:moveTo>
                  <a:lnTo>
                    <a:pt x="357092" y="352901"/>
                  </a:lnTo>
                  <a:cubicBezTo>
                    <a:pt x="357092" y="326803"/>
                    <a:pt x="341471" y="304419"/>
                    <a:pt x="319087" y="294323"/>
                  </a:cubicBezTo>
                  <a:cubicBezTo>
                    <a:pt x="330518" y="286131"/>
                    <a:pt x="338042" y="272796"/>
                    <a:pt x="338042" y="257651"/>
                  </a:cubicBezTo>
                  <a:cubicBezTo>
                    <a:pt x="338042" y="232696"/>
                    <a:pt x="317754" y="212408"/>
                    <a:pt x="292799" y="212408"/>
                  </a:cubicBezTo>
                  <a:cubicBezTo>
                    <a:pt x="267843" y="212408"/>
                    <a:pt x="247555" y="232696"/>
                    <a:pt x="247555" y="257651"/>
                  </a:cubicBezTo>
                  <a:cubicBezTo>
                    <a:pt x="247555" y="272796"/>
                    <a:pt x="255080" y="286036"/>
                    <a:pt x="266510" y="294323"/>
                  </a:cubicBezTo>
                  <a:cubicBezTo>
                    <a:pt x="244126" y="304419"/>
                    <a:pt x="228505" y="326803"/>
                    <a:pt x="228505" y="352901"/>
                  </a:cubicBezTo>
                  <a:lnTo>
                    <a:pt x="242792" y="352901"/>
                  </a:lnTo>
                  <a:cubicBezTo>
                    <a:pt x="242792" y="325279"/>
                    <a:pt x="265271" y="302895"/>
                    <a:pt x="292799" y="302895"/>
                  </a:cubicBezTo>
                  <a:cubicBezTo>
                    <a:pt x="320326" y="302895"/>
                    <a:pt x="342805" y="325279"/>
                    <a:pt x="342805" y="352901"/>
                  </a:cubicBezTo>
                  <a:close/>
                  <a:moveTo>
                    <a:pt x="261842" y="257651"/>
                  </a:moveTo>
                  <a:cubicBezTo>
                    <a:pt x="261842" y="240602"/>
                    <a:pt x="275749" y="226695"/>
                    <a:pt x="292799" y="226695"/>
                  </a:cubicBezTo>
                  <a:cubicBezTo>
                    <a:pt x="309848" y="226695"/>
                    <a:pt x="323755" y="240602"/>
                    <a:pt x="323755" y="257651"/>
                  </a:cubicBezTo>
                  <a:cubicBezTo>
                    <a:pt x="323755" y="274701"/>
                    <a:pt x="309848" y="288608"/>
                    <a:pt x="292799" y="288608"/>
                  </a:cubicBezTo>
                  <a:cubicBezTo>
                    <a:pt x="275749" y="288608"/>
                    <a:pt x="261842" y="274701"/>
                    <a:pt x="261842" y="25765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14244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7" name="Graphic 41">
              <a:extLst>
                <a:ext uri="{FF2B5EF4-FFF2-40B4-BE49-F238E27FC236}">
                  <a16:creationId xmlns:a16="http://schemas.microsoft.com/office/drawing/2014/main" id="{720E1070-EEE2-1CD1-34C3-23800D70A541}"/>
                </a:ext>
              </a:extLst>
            </p:cNvPr>
            <p:cNvGrpSpPr/>
            <p:nvPr/>
          </p:nvGrpSpPr>
          <p:grpSpPr>
            <a:xfrm>
              <a:off x="834823" y="4307266"/>
              <a:ext cx="455641" cy="351881"/>
              <a:chOff x="1667628" y="2844690"/>
              <a:chExt cx="585882" cy="452437"/>
            </a:xfrm>
            <a:solidFill>
              <a:schemeClr val="accent1"/>
            </a:solidFill>
          </p:grpSpPr>
          <p:sp>
            <p:nvSpPr>
              <p:cNvPr id="38" name="Freeform 37">
                <a:extLst>
                  <a:ext uri="{FF2B5EF4-FFF2-40B4-BE49-F238E27FC236}">
                    <a16:creationId xmlns:a16="http://schemas.microsoft.com/office/drawing/2014/main" id="{579ACC99-A757-47A0-9357-642B3AB3C038}"/>
                  </a:ext>
                </a:extLst>
              </p:cNvPr>
              <p:cNvSpPr/>
              <p:nvPr/>
            </p:nvSpPr>
            <p:spPr>
              <a:xfrm>
                <a:off x="1953473" y="3249121"/>
                <a:ext cx="14287" cy="40957"/>
              </a:xfrm>
              <a:custGeom>
                <a:avLst/>
                <a:gdLst>
                  <a:gd name="connsiteX0" fmla="*/ 0 w 14287"/>
                  <a:gd name="connsiteY0" fmla="*/ 0 h 40957"/>
                  <a:gd name="connsiteX1" fmla="*/ 14287 w 14287"/>
                  <a:gd name="connsiteY1" fmla="*/ 0 h 40957"/>
                  <a:gd name="connsiteX2" fmla="*/ 14287 w 14287"/>
                  <a:gd name="connsiteY2" fmla="*/ 40958 h 40957"/>
                  <a:gd name="connsiteX3" fmla="*/ 0 w 14287"/>
                  <a:gd name="connsiteY3" fmla="*/ 40958 h 40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287" h="40957">
                    <a:moveTo>
                      <a:pt x="0" y="0"/>
                    </a:moveTo>
                    <a:lnTo>
                      <a:pt x="14287" y="0"/>
                    </a:lnTo>
                    <a:lnTo>
                      <a:pt x="14287" y="40958"/>
                    </a:lnTo>
                    <a:lnTo>
                      <a:pt x="0" y="4095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609559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414244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39" name="Graphic 41">
                <a:extLst>
                  <a:ext uri="{FF2B5EF4-FFF2-40B4-BE49-F238E27FC236}">
                    <a16:creationId xmlns:a16="http://schemas.microsoft.com/office/drawing/2014/main" id="{B19BD662-82E1-EE6F-7380-380F0EA8CD87}"/>
                  </a:ext>
                </a:extLst>
              </p:cNvPr>
              <p:cNvGrpSpPr/>
              <p:nvPr/>
            </p:nvGrpSpPr>
            <p:grpSpPr>
              <a:xfrm>
                <a:off x="1667723" y="3187590"/>
                <a:ext cx="585787" cy="109537"/>
                <a:chOff x="1667723" y="3187590"/>
                <a:chExt cx="585787" cy="109537"/>
              </a:xfrm>
              <a:grpFill/>
            </p:grpSpPr>
            <p:sp>
              <p:nvSpPr>
                <p:cNvPr id="49" name="Freeform 48">
                  <a:extLst>
                    <a:ext uri="{FF2B5EF4-FFF2-40B4-BE49-F238E27FC236}">
                      <a16:creationId xmlns:a16="http://schemas.microsoft.com/office/drawing/2014/main" id="{39C07302-C41E-815D-7129-ACA114800D95}"/>
                    </a:ext>
                  </a:extLst>
                </p:cNvPr>
                <p:cNvSpPr/>
                <p:nvPr/>
              </p:nvSpPr>
              <p:spPr>
                <a:xfrm>
                  <a:off x="1667723" y="3194734"/>
                  <a:ext cx="585787" cy="64293"/>
                </a:xfrm>
                <a:custGeom>
                  <a:avLst/>
                  <a:gdLst>
                    <a:gd name="connsiteX0" fmla="*/ 559594 w 585787"/>
                    <a:gd name="connsiteY0" fmla="*/ 64294 h 64293"/>
                    <a:gd name="connsiteX1" fmla="*/ 26194 w 585787"/>
                    <a:gd name="connsiteY1" fmla="*/ 64294 h 64293"/>
                    <a:gd name="connsiteX2" fmla="*/ 0 w 585787"/>
                    <a:gd name="connsiteY2" fmla="*/ 38100 h 64293"/>
                    <a:gd name="connsiteX3" fmla="*/ 0 w 585787"/>
                    <a:gd name="connsiteY3" fmla="*/ 0 h 64293"/>
                    <a:gd name="connsiteX4" fmla="*/ 14288 w 585787"/>
                    <a:gd name="connsiteY4" fmla="*/ 0 h 64293"/>
                    <a:gd name="connsiteX5" fmla="*/ 14288 w 585787"/>
                    <a:gd name="connsiteY5" fmla="*/ 38100 h 64293"/>
                    <a:gd name="connsiteX6" fmla="*/ 26194 w 585787"/>
                    <a:gd name="connsiteY6" fmla="*/ 50006 h 64293"/>
                    <a:gd name="connsiteX7" fmla="*/ 559594 w 585787"/>
                    <a:gd name="connsiteY7" fmla="*/ 50006 h 64293"/>
                    <a:gd name="connsiteX8" fmla="*/ 571500 w 585787"/>
                    <a:gd name="connsiteY8" fmla="*/ 38100 h 64293"/>
                    <a:gd name="connsiteX9" fmla="*/ 571500 w 585787"/>
                    <a:gd name="connsiteY9" fmla="*/ 0 h 64293"/>
                    <a:gd name="connsiteX10" fmla="*/ 585788 w 585787"/>
                    <a:gd name="connsiteY10" fmla="*/ 0 h 64293"/>
                    <a:gd name="connsiteX11" fmla="*/ 585788 w 585787"/>
                    <a:gd name="connsiteY11" fmla="*/ 38100 h 64293"/>
                    <a:gd name="connsiteX12" fmla="*/ 559594 w 585787"/>
                    <a:gd name="connsiteY12" fmla="*/ 64294 h 642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585787" h="64293">
                      <a:moveTo>
                        <a:pt x="559594" y="64294"/>
                      </a:moveTo>
                      <a:lnTo>
                        <a:pt x="26194" y="64294"/>
                      </a:lnTo>
                      <a:cubicBezTo>
                        <a:pt x="11716" y="64294"/>
                        <a:pt x="0" y="52578"/>
                        <a:pt x="0" y="38100"/>
                      </a:cubicBezTo>
                      <a:lnTo>
                        <a:pt x="0" y="0"/>
                      </a:lnTo>
                      <a:lnTo>
                        <a:pt x="14288" y="0"/>
                      </a:lnTo>
                      <a:lnTo>
                        <a:pt x="14288" y="38100"/>
                      </a:lnTo>
                      <a:cubicBezTo>
                        <a:pt x="14288" y="44672"/>
                        <a:pt x="19621" y="50006"/>
                        <a:pt x="26194" y="50006"/>
                      </a:cubicBezTo>
                      <a:lnTo>
                        <a:pt x="559594" y="50006"/>
                      </a:lnTo>
                      <a:cubicBezTo>
                        <a:pt x="566166" y="50006"/>
                        <a:pt x="571500" y="44672"/>
                        <a:pt x="571500" y="38100"/>
                      </a:cubicBezTo>
                      <a:lnTo>
                        <a:pt x="571500" y="0"/>
                      </a:lnTo>
                      <a:lnTo>
                        <a:pt x="585788" y="0"/>
                      </a:lnTo>
                      <a:lnTo>
                        <a:pt x="585788" y="38100"/>
                      </a:lnTo>
                      <a:cubicBezTo>
                        <a:pt x="585788" y="52578"/>
                        <a:pt x="574072" y="64294"/>
                        <a:pt x="559594" y="64294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609559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14244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50" name="Freeform 49">
                  <a:extLst>
                    <a:ext uri="{FF2B5EF4-FFF2-40B4-BE49-F238E27FC236}">
                      <a16:creationId xmlns:a16="http://schemas.microsoft.com/office/drawing/2014/main" id="{EA8F58C4-C42F-CBA6-7FB0-C183A34C306E}"/>
                    </a:ext>
                  </a:extLst>
                </p:cNvPr>
                <p:cNvSpPr/>
                <p:nvPr/>
              </p:nvSpPr>
              <p:spPr>
                <a:xfrm>
                  <a:off x="1827267" y="3282840"/>
                  <a:ext cx="266700" cy="14287"/>
                </a:xfrm>
                <a:custGeom>
                  <a:avLst/>
                  <a:gdLst>
                    <a:gd name="connsiteX0" fmla="*/ 0 w 266700"/>
                    <a:gd name="connsiteY0" fmla="*/ 0 h 14287"/>
                    <a:gd name="connsiteX1" fmla="*/ 266700 w 266700"/>
                    <a:gd name="connsiteY1" fmla="*/ 0 h 14287"/>
                    <a:gd name="connsiteX2" fmla="*/ 266700 w 266700"/>
                    <a:gd name="connsiteY2" fmla="*/ 14288 h 14287"/>
                    <a:gd name="connsiteX3" fmla="*/ 0 w 266700"/>
                    <a:gd name="connsiteY3" fmla="*/ 14288 h 142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66700" h="14287">
                      <a:moveTo>
                        <a:pt x="0" y="0"/>
                      </a:moveTo>
                      <a:lnTo>
                        <a:pt x="266700" y="0"/>
                      </a:lnTo>
                      <a:lnTo>
                        <a:pt x="266700" y="14288"/>
                      </a:lnTo>
                      <a:lnTo>
                        <a:pt x="0" y="14288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609559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14244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51" name="Freeform 50">
                  <a:extLst>
                    <a:ext uri="{FF2B5EF4-FFF2-40B4-BE49-F238E27FC236}">
                      <a16:creationId xmlns:a16="http://schemas.microsoft.com/office/drawing/2014/main" id="{19A9D942-D496-691A-12F7-0662BFA1EA2A}"/>
                    </a:ext>
                  </a:extLst>
                </p:cNvPr>
                <p:cNvSpPr/>
                <p:nvPr/>
              </p:nvSpPr>
              <p:spPr>
                <a:xfrm>
                  <a:off x="1674867" y="3187590"/>
                  <a:ext cx="571500" cy="14287"/>
                </a:xfrm>
                <a:custGeom>
                  <a:avLst/>
                  <a:gdLst>
                    <a:gd name="connsiteX0" fmla="*/ 0 w 571500"/>
                    <a:gd name="connsiteY0" fmla="*/ 0 h 14287"/>
                    <a:gd name="connsiteX1" fmla="*/ 571500 w 571500"/>
                    <a:gd name="connsiteY1" fmla="*/ 0 h 14287"/>
                    <a:gd name="connsiteX2" fmla="*/ 571500 w 571500"/>
                    <a:gd name="connsiteY2" fmla="*/ 14288 h 14287"/>
                    <a:gd name="connsiteX3" fmla="*/ 0 w 571500"/>
                    <a:gd name="connsiteY3" fmla="*/ 14288 h 142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71500" h="14287">
                      <a:moveTo>
                        <a:pt x="0" y="0"/>
                      </a:moveTo>
                      <a:lnTo>
                        <a:pt x="571500" y="0"/>
                      </a:lnTo>
                      <a:lnTo>
                        <a:pt x="571500" y="14288"/>
                      </a:lnTo>
                      <a:lnTo>
                        <a:pt x="0" y="14288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609559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14244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40" name="Freeform 39">
                <a:extLst>
                  <a:ext uri="{FF2B5EF4-FFF2-40B4-BE49-F238E27FC236}">
                    <a16:creationId xmlns:a16="http://schemas.microsoft.com/office/drawing/2014/main" id="{F5317A2D-9025-91B3-7794-5ED4DB59C47E}"/>
                  </a:ext>
                </a:extLst>
              </p:cNvPr>
              <p:cNvSpPr/>
              <p:nvPr/>
            </p:nvSpPr>
            <p:spPr>
              <a:xfrm>
                <a:off x="2048628" y="2939940"/>
                <a:ext cx="109537" cy="109537"/>
              </a:xfrm>
              <a:custGeom>
                <a:avLst/>
                <a:gdLst>
                  <a:gd name="connsiteX0" fmla="*/ 54769 w 109537"/>
                  <a:gd name="connsiteY0" fmla="*/ 109538 h 109537"/>
                  <a:gd name="connsiteX1" fmla="*/ 0 w 109537"/>
                  <a:gd name="connsiteY1" fmla="*/ 54769 h 109537"/>
                  <a:gd name="connsiteX2" fmla="*/ 54769 w 109537"/>
                  <a:gd name="connsiteY2" fmla="*/ 0 h 109537"/>
                  <a:gd name="connsiteX3" fmla="*/ 109538 w 109537"/>
                  <a:gd name="connsiteY3" fmla="*/ 54769 h 109537"/>
                  <a:gd name="connsiteX4" fmla="*/ 54769 w 109537"/>
                  <a:gd name="connsiteY4" fmla="*/ 109538 h 109537"/>
                  <a:gd name="connsiteX5" fmla="*/ 54769 w 109537"/>
                  <a:gd name="connsiteY5" fmla="*/ 14288 h 109537"/>
                  <a:gd name="connsiteX6" fmla="*/ 14288 w 109537"/>
                  <a:gd name="connsiteY6" fmla="*/ 54769 h 109537"/>
                  <a:gd name="connsiteX7" fmla="*/ 54769 w 109537"/>
                  <a:gd name="connsiteY7" fmla="*/ 95250 h 109537"/>
                  <a:gd name="connsiteX8" fmla="*/ 95250 w 109537"/>
                  <a:gd name="connsiteY8" fmla="*/ 54769 h 109537"/>
                  <a:gd name="connsiteX9" fmla="*/ 54769 w 109537"/>
                  <a:gd name="connsiteY9" fmla="*/ 14288 h 109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09537" h="109537">
                    <a:moveTo>
                      <a:pt x="54769" y="109538"/>
                    </a:moveTo>
                    <a:cubicBezTo>
                      <a:pt x="24575" y="109538"/>
                      <a:pt x="0" y="84963"/>
                      <a:pt x="0" y="54769"/>
                    </a:cubicBezTo>
                    <a:cubicBezTo>
                      <a:pt x="0" y="24575"/>
                      <a:pt x="24575" y="0"/>
                      <a:pt x="54769" y="0"/>
                    </a:cubicBezTo>
                    <a:cubicBezTo>
                      <a:pt x="84963" y="0"/>
                      <a:pt x="109538" y="24575"/>
                      <a:pt x="109538" y="54769"/>
                    </a:cubicBezTo>
                    <a:cubicBezTo>
                      <a:pt x="109538" y="84963"/>
                      <a:pt x="84963" y="109538"/>
                      <a:pt x="54769" y="109538"/>
                    </a:cubicBezTo>
                    <a:close/>
                    <a:moveTo>
                      <a:pt x="54769" y="14288"/>
                    </a:moveTo>
                    <a:cubicBezTo>
                      <a:pt x="32480" y="14288"/>
                      <a:pt x="14288" y="32480"/>
                      <a:pt x="14288" y="54769"/>
                    </a:cubicBezTo>
                    <a:cubicBezTo>
                      <a:pt x="14288" y="77057"/>
                      <a:pt x="32480" y="95250"/>
                      <a:pt x="54769" y="95250"/>
                    </a:cubicBezTo>
                    <a:cubicBezTo>
                      <a:pt x="77057" y="95250"/>
                      <a:pt x="95250" y="77057"/>
                      <a:pt x="95250" y="54769"/>
                    </a:cubicBezTo>
                    <a:cubicBezTo>
                      <a:pt x="95250" y="32480"/>
                      <a:pt x="77057" y="14288"/>
                      <a:pt x="54769" y="1428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609559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414244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1" name="Freeform 40">
                <a:extLst>
                  <a:ext uri="{FF2B5EF4-FFF2-40B4-BE49-F238E27FC236}">
                    <a16:creationId xmlns:a16="http://schemas.microsoft.com/office/drawing/2014/main" id="{0FBD6BB9-E37D-4D4E-9C25-81B40C98D31A}"/>
                  </a:ext>
                </a:extLst>
              </p:cNvPr>
              <p:cNvSpPr/>
              <p:nvPr/>
            </p:nvSpPr>
            <p:spPr>
              <a:xfrm>
                <a:off x="2029483" y="3073290"/>
                <a:ext cx="147732" cy="121443"/>
              </a:xfrm>
              <a:custGeom>
                <a:avLst/>
                <a:gdLst>
                  <a:gd name="connsiteX0" fmla="*/ 147733 w 147732"/>
                  <a:gd name="connsiteY0" fmla="*/ 121444 h 121443"/>
                  <a:gd name="connsiteX1" fmla="*/ 133445 w 147732"/>
                  <a:gd name="connsiteY1" fmla="*/ 121444 h 121443"/>
                  <a:gd name="connsiteX2" fmla="*/ 133445 w 147732"/>
                  <a:gd name="connsiteY2" fmla="*/ 41720 h 121443"/>
                  <a:gd name="connsiteX3" fmla="*/ 103918 w 147732"/>
                  <a:gd name="connsiteY3" fmla="*/ 14288 h 121443"/>
                  <a:gd name="connsiteX4" fmla="*/ 43815 w 147732"/>
                  <a:gd name="connsiteY4" fmla="*/ 14288 h 121443"/>
                  <a:gd name="connsiteX5" fmla="*/ 14288 w 147732"/>
                  <a:gd name="connsiteY5" fmla="*/ 41720 h 121443"/>
                  <a:gd name="connsiteX6" fmla="*/ 14288 w 147732"/>
                  <a:gd name="connsiteY6" fmla="*/ 121444 h 121443"/>
                  <a:gd name="connsiteX7" fmla="*/ 0 w 147732"/>
                  <a:gd name="connsiteY7" fmla="*/ 121444 h 121443"/>
                  <a:gd name="connsiteX8" fmla="*/ 0 w 147732"/>
                  <a:gd name="connsiteY8" fmla="*/ 41720 h 121443"/>
                  <a:gd name="connsiteX9" fmla="*/ 43815 w 147732"/>
                  <a:gd name="connsiteY9" fmla="*/ 0 h 121443"/>
                  <a:gd name="connsiteX10" fmla="*/ 103918 w 147732"/>
                  <a:gd name="connsiteY10" fmla="*/ 0 h 121443"/>
                  <a:gd name="connsiteX11" fmla="*/ 147733 w 147732"/>
                  <a:gd name="connsiteY11" fmla="*/ 41720 h 121443"/>
                  <a:gd name="connsiteX12" fmla="*/ 147733 w 147732"/>
                  <a:gd name="connsiteY12" fmla="*/ 121444 h 1214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47732" h="121443">
                    <a:moveTo>
                      <a:pt x="147733" y="121444"/>
                    </a:moveTo>
                    <a:lnTo>
                      <a:pt x="133445" y="121444"/>
                    </a:lnTo>
                    <a:lnTo>
                      <a:pt x="133445" y="41720"/>
                    </a:lnTo>
                    <a:cubicBezTo>
                      <a:pt x="133445" y="26575"/>
                      <a:pt x="120205" y="14288"/>
                      <a:pt x="103918" y="14288"/>
                    </a:cubicBezTo>
                    <a:lnTo>
                      <a:pt x="43815" y="14288"/>
                    </a:lnTo>
                    <a:cubicBezTo>
                      <a:pt x="27527" y="14288"/>
                      <a:pt x="14288" y="26575"/>
                      <a:pt x="14288" y="41720"/>
                    </a:cubicBezTo>
                    <a:lnTo>
                      <a:pt x="14288" y="121444"/>
                    </a:lnTo>
                    <a:lnTo>
                      <a:pt x="0" y="121444"/>
                    </a:lnTo>
                    <a:lnTo>
                      <a:pt x="0" y="41720"/>
                    </a:lnTo>
                    <a:cubicBezTo>
                      <a:pt x="0" y="18764"/>
                      <a:pt x="19621" y="0"/>
                      <a:pt x="43815" y="0"/>
                    </a:cubicBezTo>
                    <a:lnTo>
                      <a:pt x="103918" y="0"/>
                    </a:lnTo>
                    <a:cubicBezTo>
                      <a:pt x="128016" y="0"/>
                      <a:pt x="147733" y="18669"/>
                      <a:pt x="147733" y="41720"/>
                    </a:cubicBezTo>
                    <a:lnTo>
                      <a:pt x="147733" y="121444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609559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414244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2" name="Freeform 41">
                <a:extLst>
                  <a:ext uri="{FF2B5EF4-FFF2-40B4-BE49-F238E27FC236}">
                    <a16:creationId xmlns:a16="http://schemas.microsoft.com/office/drawing/2014/main" id="{1A6BEF09-853C-9EBB-8400-53B2E322F47F}"/>
                  </a:ext>
                </a:extLst>
              </p:cNvPr>
              <p:cNvSpPr/>
              <p:nvPr/>
            </p:nvSpPr>
            <p:spPr>
              <a:xfrm>
                <a:off x="1667628" y="2844690"/>
                <a:ext cx="585787" cy="350043"/>
              </a:xfrm>
              <a:custGeom>
                <a:avLst/>
                <a:gdLst>
                  <a:gd name="connsiteX0" fmla="*/ 585788 w 585787"/>
                  <a:gd name="connsiteY0" fmla="*/ 350044 h 350043"/>
                  <a:gd name="connsiteX1" fmla="*/ 571500 w 585787"/>
                  <a:gd name="connsiteY1" fmla="*/ 350044 h 350043"/>
                  <a:gd name="connsiteX2" fmla="*/ 571500 w 585787"/>
                  <a:gd name="connsiteY2" fmla="*/ 30956 h 350043"/>
                  <a:gd name="connsiteX3" fmla="*/ 554831 w 585787"/>
                  <a:gd name="connsiteY3" fmla="*/ 14288 h 350043"/>
                  <a:gd name="connsiteX4" fmla="*/ 30956 w 585787"/>
                  <a:gd name="connsiteY4" fmla="*/ 14288 h 350043"/>
                  <a:gd name="connsiteX5" fmla="*/ 14288 w 585787"/>
                  <a:gd name="connsiteY5" fmla="*/ 30956 h 350043"/>
                  <a:gd name="connsiteX6" fmla="*/ 14288 w 585787"/>
                  <a:gd name="connsiteY6" fmla="*/ 350044 h 350043"/>
                  <a:gd name="connsiteX7" fmla="*/ 0 w 585787"/>
                  <a:gd name="connsiteY7" fmla="*/ 350044 h 350043"/>
                  <a:gd name="connsiteX8" fmla="*/ 0 w 585787"/>
                  <a:gd name="connsiteY8" fmla="*/ 30956 h 350043"/>
                  <a:gd name="connsiteX9" fmla="*/ 30956 w 585787"/>
                  <a:gd name="connsiteY9" fmla="*/ 0 h 350043"/>
                  <a:gd name="connsiteX10" fmla="*/ 554831 w 585787"/>
                  <a:gd name="connsiteY10" fmla="*/ 0 h 350043"/>
                  <a:gd name="connsiteX11" fmla="*/ 585788 w 585787"/>
                  <a:gd name="connsiteY11" fmla="*/ 30956 h 350043"/>
                  <a:gd name="connsiteX12" fmla="*/ 585788 w 585787"/>
                  <a:gd name="connsiteY12" fmla="*/ 350044 h 350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85787" h="350043">
                    <a:moveTo>
                      <a:pt x="585788" y="350044"/>
                    </a:moveTo>
                    <a:lnTo>
                      <a:pt x="571500" y="350044"/>
                    </a:lnTo>
                    <a:lnTo>
                      <a:pt x="571500" y="30956"/>
                    </a:lnTo>
                    <a:cubicBezTo>
                      <a:pt x="571500" y="21812"/>
                      <a:pt x="563975" y="14288"/>
                      <a:pt x="554831" y="14288"/>
                    </a:cubicBezTo>
                    <a:lnTo>
                      <a:pt x="30956" y="14288"/>
                    </a:lnTo>
                    <a:cubicBezTo>
                      <a:pt x="21812" y="14288"/>
                      <a:pt x="14288" y="21812"/>
                      <a:pt x="14288" y="30956"/>
                    </a:cubicBezTo>
                    <a:lnTo>
                      <a:pt x="14288" y="350044"/>
                    </a:lnTo>
                    <a:lnTo>
                      <a:pt x="0" y="350044"/>
                    </a:lnTo>
                    <a:lnTo>
                      <a:pt x="0" y="30956"/>
                    </a:lnTo>
                    <a:cubicBezTo>
                      <a:pt x="0" y="13906"/>
                      <a:pt x="13907" y="0"/>
                      <a:pt x="30956" y="0"/>
                    </a:cubicBezTo>
                    <a:lnTo>
                      <a:pt x="554831" y="0"/>
                    </a:lnTo>
                    <a:cubicBezTo>
                      <a:pt x="571881" y="0"/>
                      <a:pt x="585788" y="13906"/>
                      <a:pt x="585788" y="30956"/>
                    </a:cubicBezTo>
                    <a:lnTo>
                      <a:pt x="585788" y="350044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609559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414244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3" name="Freeform 42">
                <a:extLst>
                  <a:ext uri="{FF2B5EF4-FFF2-40B4-BE49-F238E27FC236}">
                    <a16:creationId xmlns:a16="http://schemas.microsoft.com/office/drawing/2014/main" id="{54280FC6-1F48-AD9D-08E6-82A3BE0DCD47}"/>
                  </a:ext>
                </a:extLst>
              </p:cNvPr>
              <p:cNvSpPr/>
              <p:nvPr/>
            </p:nvSpPr>
            <p:spPr>
              <a:xfrm>
                <a:off x="1846222" y="2920890"/>
                <a:ext cx="133350" cy="14287"/>
              </a:xfrm>
              <a:custGeom>
                <a:avLst/>
                <a:gdLst>
                  <a:gd name="connsiteX0" fmla="*/ 0 w 133350"/>
                  <a:gd name="connsiteY0" fmla="*/ 0 h 14287"/>
                  <a:gd name="connsiteX1" fmla="*/ 133350 w 133350"/>
                  <a:gd name="connsiteY1" fmla="*/ 0 h 14287"/>
                  <a:gd name="connsiteX2" fmla="*/ 133350 w 133350"/>
                  <a:gd name="connsiteY2" fmla="*/ 14288 h 14287"/>
                  <a:gd name="connsiteX3" fmla="*/ 0 w 133350"/>
                  <a:gd name="connsiteY3" fmla="*/ 14288 h 14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3350" h="14287">
                    <a:moveTo>
                      <a:pt x="0" y="0"/>
                    </a:moveTo>
                    <a:lnTo>
                      <a:pt x="133350" y="0"/>
                    </a:lnTo>
                    <a:lnTo>
                      <a:pt x="133350" y="14288"/>
                    </a:lnTo>
                    <a:lnTo>
                      <a:pt x="0" y="1428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609559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414244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4" name="Freeform 43">
                <a:extLst>
                  <a:ext uri="{FF2B5EF4-FFF2-40B4-BE49-F238E27FC236}">
                    <a16:creationId xmlns:a16="http://schemas.microsoft.com/office/drawing/2014/main" id="{B555175A-5AED-2FC2-09AD-BFA99B0092FB}"/>
                  </a:ext>
                </a:extLst>
              </p:cNvPr>
              <p:cNvSpPr/>
              <p:nvPr/>
            </p:nvSpPr>
            <p:spPr>
              <a:xfrm>
                <a:off x="1743828" y="2920890"/>
                <a:ext cx="71437" cy="71437"/>
              </a:xfrm>
              <a:custGeom>
                <a:avLst/>
                <a:gdLst>
                  <a:gd name="connsiteX0" fmla="*/ 64294 w 71437"/>
                  <a:gd name="connsiteY0" fmla="*/ 71438 h 71437"/>
                  <a:gd name="connsiteX1" fmla="*/ 7144 w 71437"/>
                  <a:gd name="connsiteY1" fmla="*/ 71438 h 71437"/>
                  <a:gd name="connsiteX2" fmla="*/ 0 w 71437"/>
                  <a:gd name="connsiteY2" fmla="*/ 64294 h 71437"/>
                  <a:gd name="connsiteX3" fmla="*/ 0 w 71437"/>
                  <a:gd name="connsiteY3" fmla="*/ 7144 h 71437"/>
                  <a:gd name="connsiteX4" fmla="*/ 7144 w 71437"/>
                  <a:gd name="connsiteY4" fmla="*/ 0 h 71437"/>
                  <a:gd name="connsiteX5" fmla="*/ 64294 w 71437"/>
                  <a:gd name="connsiteY5" fmla="*/ 0 h 71437"/>
                  <a:gd name="connsiteX6" fmla="*/ 71438 w 71437"/>
                  <a:gd name="connsiteY6" fmla="*/ 7144 h 71437"/>
                  <a:gd name="connsiteX7" fmla="*/ 71438 w 71437"/>
                  <a:gd name="connsiteY7" fmla="*/ 64294 h 71437"/>
                  <a:gd name="connsiteX8" fmla="*/ 64294 w 71437"/>
                  <a:gd name="connsiteY8" fmla="*/ 71438 h 71437"/>
                  <a:gd name="connsiteX9" fmla="*/ 14288 w 71437"/>
                  <a:gd name="connsiteY9" fmla="*/ 57150 h 71437"/>
                  <a:gd name="connsiteX10" fmla="*/ 57150 w 71437"/>
                  <a:gd name="connsiteY10" fmla="*/ 57150 h 71437"/>
                  <a:gd name="connsiteX11" fmla="*/ 57150 w 71437"/>
                  <a:gd name="connsiteY11" fmla="*/ 14288 h 71437"/>
                  <a:gd name="connsiteX12" fmla="*/ 14288 w 71437"/>
                  <a:gd name="connsiteY12" fmla="*/ 14288 h 71437"/>
                  <a:gd name="connsiteX13" fmla="*/ 14288 w 71437"/>
                  <a:gd name="connsiteY13" fmla="*/ 57150 h 714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71437" h="71437">
                    <a:moveTo>
                      <a:pt x="64294" y="71438"/>
                    </a:moveTo>
                    <a:lnTo>
                      <a:pt x="7144" y="71438"/>
                    </a:lnTo>
                    <a:cubicBezTo>
                      <a:pt x="3239" y="71438"/>
                      <a:pt x="0" y="68199"/>
                      <a:pt x="0" y="64294"/>
                    </a:cubicBezTo>
                    <a:lnTo>
                      <a:pt x="0" y="7144"/>
                    </a:lnTo>
                    <a:cubicBezTo>
                      <a:pt x="0" y="3239"/>
                      <a:pt x="3239" y="0"/>
                      <a:pt x="7144" y="0"/>
                    </a:cubicBezTo>
                    <a:lnTo>
                      <a:pt x="64294" y="0"/>
                    </a:lnTo>
                    <a:cubicBezTo>
                      <a:pt x="68199" y="0"/>
                      <a:pt x="71438" y="3239"/>
                      <a:pt x="71438" y="7144"/>
                    </a:cubicBezTo>
                    <a:lnTo>
                      <a:pt x="71438" y="64294"/>
                    </a:lnTo>
                    <a:cubicBezTo>
                      <a:pt x="71438" y="68199"/>
                      <a:pt x="68199" y="71438"/>
                      <a:pt x="64294" y="71438"/>
                    </a:cubicBezTo>
                    <a:close/>
                    <a:moveTo>
                      <a:pt x="14288" y="57150"/>
                    </a:moveTo>
                    <a:lnTo>
                      <a:pt x="57150" y="57150"/>
                    </a:lnTo>
                    <a:lnTo>
                      <a:pt x="57150" y="14288"/>
                    </a:lnTo>
                    <a:lnTo>
                      <a:pt x="14288" y="14288"/>
                    </a:lnTo>
                    <a:lnTo>
                      <a:pt x="14288" y="5715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609559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414244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5" name="Freeform 44">
                <a:extLst>
                  <a:ext uri="{FF2B5EF4-FFF2-40B4-BE49-F238E27FC236}">
                    <a16:creationId xmlns:a16="http://schemas.microsoft.com/office/drawing/2014/main" id="{A7D81CF0-184F-1146-929B-6A21A4658C42}"/>
                  </a:ext>
                </a:extLst>
              </p:cNvPr>
              <p:cNvSpPr/>
              <p:nvPr/>
            </p:nvSpPr>
            <p:spPr>
              <a:xfrm>
                <a:off x="1846222" y="2958990"/>
                <a:ext cx="100012" cy="14287"/>
              </a:xfrm>
              <a:custGeom>
                <a:avLst/>
                <a:gdLst>
                  <a:gd name="connsiteX0" fmla="*/ 0 w 100012"/>
                  <a:gd name="connsiteY0" fmla="*/ 0 h 14287"/>
                  <a:gd name="connsiteX1" fmla="*/ 100013 w 100012"/>
                  <a:gd name="connsiteY1" fmla="*/ 0 h 14287"/>
                  <a:gd name="connsiteX2" fmla="*/ 100013 w 100012"/>
                  <a:gd name="connsiteY2" fmla="*/ 14288 h 14287"/>
                  <a:gd name="connsiteX3" fmla="*/ 0 w 100012"/>
                  <a:gd name="connsiteY3" fmla="*/ 14288 h 14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012" h="14287">
                    <a:moveTo>
                      <a:pt x="0" y="0"/>
                    </a:moveTo>
                    <a:lnTo>
                      <a:pt x="100013" y="0"/>
                    </a:lnTo>
                    <a:lnTo>
                      <a:pt x="100013" y="14288"/>
                    </a:lnTo>
                    <a:lnTo>
                      <a:pt x="0" y="1428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609559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414244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6" name="Freeform 45">
                <a:extLst>
                  <a:ext uri="{FF2B5EF4-FFF2-40B4-BE49-F238E27FC236}">
                    <a16:creationId xmlns:a16="http://schemas.microsoft.com/office/drawing/2014/main" id="{A2F4991D-F93F-4BAF-D348-A88D9EBA9B18}"/>
                  </a:ext>
                </a:extLst>
              </p:cNvPr>
              <p:cNvSpPr/>
              <p:nvPr/>
            </p:nvSpPr>
            <p:spPr>
              <a:xfrm>
                <a:off x="1846222" y="3035190"/>
                <a:ext cx="133350" cy="14287"/>
              </a:xfrm>
              <a:custGeom>
                <a:avLst/>
                <a:gdLst>
                  <a:gd name="connsiteX0" fmla="*/ 0 w 133350"/>
                  <a:gd name="connsiteY0" fmla="*/ 0 h 14287"/>
                  <a:gd name="connsiteX1" fmla="*/ 133350 w 133350"/>
                  <a:gd name="connsiteY1" fmla="*/ 0 h 14287"/>
                  <a:gd name="connsiteX2" fmla="*/ 133350 w 133350"/>
                  <a:gd name="connsiteY2" fmla="*/ 14288 h 14287"/>
                  <a:gd name="connsiteX3" fmla="*/ 0 w 133350"/>
                  <a:gd name="connsiteY3" fmla="*/ 14288 h 14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3350" h="14287">
                    <a:moveTo>
                      <a:pt x="0" y="0"/>
                    </a:moveTo>
                    <a:lnTo>
                      <a:pt x="133350" y="0"/>
                    </a:lnTo>
                    <a:lnTo>
                      <a:pt x="133350" y="14288"/>
                    </a:lnTo>
                    <a:lnTo>
                      <a:pt x="0" y="1428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609559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414244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7" name="Freeform 46">
                <a:extLst>
                  <a:ext uri="{FF2B5EF4-FFF2-40B4-BE49-F238E27FC236}">
                    <a16:creationId xmlns:a16="http://schemas.microsoft.com/office/drawing/2014/main" id="{DF57F96C-688D-C875-18A0-D59A1E6EB88E}"/>
                  </a:ext>
                </a:extLst>
              </p:cNvPr>
              <p:cNvSpPr/>
              <p:nvPr/>
            </p:nvSpPr>
            <p:spPr>
              <a:xfrm>
                <a:off x="1743828" y="3035190"/>
                <a:ext cx="71437" cy="71437"/>
              </a:xfrm>
              <a:custGeom>
                <a:avLst/>
                <a:gdLst>
                  <a:gd name="connsiteX0" fmla="*/ 64294 w 71437"/>
                  <a:gd name="connsiteY0" fmla="*/ 71438 h 71437"/>
                  <a:gd name="connsiteX1" fmla="*/ 7144 w 71437"/>
                  <a:gd name="connsiteY1" fmla="*/ 71438 h 71437"/>
                  <a:gd name="connsiteX2" fmla="*/ 0 w 71437"/>
                  <a:gd name="connsiteY2" fmla="*/ 64294 h 71437"/>
                  <a:gd name="connsiteX3" fmla="*/ 0 w 71437"/>
                  <a:gd name="connsiteY3" fmla="*/ 7144 h 71437"/>
                  <a:gd name="connsiteX4" fmla="*/ 7144 w 71437"/>
                  <a:gd name="connsiteY4" fmla="*/ 0 h 71437"/>
                  <a:gd name="connsiteX5" fmla="*/ 64294 w 71437"/>
                  <a:gd name="connsiteY5" fmla="*/ 0 h 71437"/>
                  <a:gd name="connsiteX6" fmla="*/ 71438 w 71437"/>
                  <a:gd name="connsiteY6" fmla="*/ 7144 h 71437"/>
                  <a:gd name="connsiteX7" fmla="*/ 71438 w 71437"/>
                  <a:gd name="connsiteY7" fmla="*/ 64294 h 71437"/>
                  <a:gd name="connsiteX8" fmla="*/ 64294 w 71437"/>
                  <a:gd name="connsiteY8" fmla="*/ 71438 h 71437"/>
                  <a:gd name="connsiteX9" fmla="*/ 14288 w 71437"/>
                  <a:gd name="connsiteY9" fmla="*/ 57150 h 71437"/>
                  <a:gd name="connsiteX10" fmla="*/ 57150 w 71437"/>
                  <a:gd name="connsiteY10" fmla="*/ 57150 h 71437"/>
                  <a:gd name="connsiteX11" fmla="*/ 57150 w 71437"/>
                  <a:gd name="connsiteY11" fmla="*/ 14288 h 71437"/>
                  <a:gd name="connsiteX12" fmla="*/ 14288 w 71437"/>
                  <a:gd name="connsiteY12" fmla="*/ 14288 h 71437"/>
                  <a:gd name="connsiteX13" fmla="*/ 14288 w 71437"/>
                  <a:gd name="connsiteY13" fmla="*/ 57150 h 714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71437" h="71437">
                    <a:moveTo>
                      <a:pt x="64294" y="71438"/>
                    </a:moveTo>
                    <a:lnTo>
                      <a:pt x="7144" y="71438"/>
                    </a:lnTo>
                    <a:cubicBezTo>
                      <a:pt x="3239" y="71438"/>
                      <a:pt x="0" y="68199"/>
                      <a:pt x="0" y="64294"/>
                    </a:cubicBezTo>
                    <a:lnTo>
                      <a:pt x="0" y="7144"/>
                    </a:lnTo>
                    <a:cubicBezTo>
                      <a:pt x="0" y="3239"/>
                      <a:pt x="3239" y="0"/>
                      <a:pt x="7144" y="0"/>
                    </a:cubicBezTo>
                    <a:lnTo>
                      <a:pt x="64294" y="0"/>
                    </a:lnTo>
                    <a:cubicBezTo>
                      <a:pt x="68199" y="0"/>
                      <a:pt x="71438" y="3239"/>
                      <a:pt x="71438" y="7144"/>
                    </a:cubicBezTo>
                    <a:lnTo>
                      <a:pt x="71438" y="64294"/>
                    </a:lnTo>
                    <a:cubicBezTo>
                      <a:pt x="71438" y="68199"/>
                      <a:pt x="68199" y="71438"/>
                      <a:pt x="64294" y="71438"/>
                    </a:cubicBezTo>
                    <a:close/>
                    <a:moveTo>
                      <a:pt x="14288" y="57150"/>
                    </a:moveTo>
                    <a:lnTo>
                      <a:pt x="57150" y="57150"/>
                    </a:lnTo>
                    <a:lnTo>
                      <a:pt x="57150" y="14288"/>
                    </a:lnTo>
                    <a:lnTo>
                      <a:pt x="14288" y="14288"/>
                    </a:lnTo>
                    <a:lnTo>
                      <a:pt x="14288" y="5715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609559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414244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8" name="Freeform 47">
                <a:extLst>
                  <a:ext uri="{FF2B5EF4-FFF2-40B4-BE49-F238E27FC236}">
                    <a16:creationId xmlns:a16="http://schemas.microsoft.com/office/drawing/2014/main" id="{06793476-2B92-9C97-AA7D-E1CA353F897D}"/>
                  </a:ext>
                </a:extLst>
              </p:cNvPr>
              <p:cNvSpPr/>
              <p:nvPr/>
            </p:nvSpPr>
            <p:spPr>
              <a:xfrm>
                <a:off x="1846222" y="3073290"/>
                <a:ext cx="100012" cy="14287"/>
              </a:xfrm>
              <a:custGeom>
                <a:avLst/>
                <a:gdLst>
                  <a:gd name="connsiteX0" fmla="*/ 0 w 100012"/>
                  <a:gd name="connsiteY0" fmla="*/ 0 h 14287"/>
                  <a:gd name="connsiteX1" fmla="*/ 100013 w 100012"/>
                  <a:gd name="connsiteY1" fmla="*/ 0 h 14287"/>
                  <a:gd name="connsiteX2" fmla="*/ 100013 w 100012"/>
                  <a:gd name="connsiteY2" fmla="*/ 14288 h 14287"/>
                  <a:gd name="connsiteX3" fmla="*/ 0 w 100012"/>
                  <a:gd name="connsiteY3" fmla="*/ 14288 h 14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012" h="14287">
                    <a:moveTo>
                      <a:pt x="0" y="0"/>
                    </a:moveTo>
                    <a:lnTo>
                      <a:pt x="100013" y="0"/>
                    </a:lnTo>
                    <a:lnTo>
                      <a:pt x="100013" y="14288"/>
                    </a:lnTo>
                    <a:lnTo>
                      <a:pt x="0" y="1428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609559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414244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DC4C4B36-5387-CAFA-C579-AC6D9B189B1B}"/>
                </a:ext>
              </a:extLst>
            </p:cNvPr>
            <p:cNvSpPr/>
            <p:nvPr/>
          </p:nvSpPr>
          <p:spPr>
            <a:xfrm>
              <a:off x="868415" y="5042691"/>
              <a:ext cx="388573" cy="440213"/>
            </a:xfrm>
            <a:custGeom>
              <a:avLst/>
              <a:gdLst>
                <a:gd name="connsiteX0" fmla="*/ 359664 w 515278"/>
                <a:gd name="connsiteY0" fmla="*/ 518796 h 583756"/>
                <a:gd name="connsiteX1" fmla="*/ 324326 w 515278"/>
                <a:gd name="connsiteY1" fmla="*/ 533465 h 583756"/>
                <a:gd name="connsiteX2" fmla="*/ 184404 w 515278"/>
                <a:gd name="connsiteY2" fmla="*/ 533465 h 583756"/>
                <a:gd name="connsiteX3" fmla="*/ 165925 w 515278"/>
                <a:gd name="connsiteY3" fmla="*/ 541180 h 583756"/>
                <a:gd name="connsiteX4" fmla="*/ 133445 w 515278"/>
                <a:gd name="connsiteY4" fmla="*/ 573660 h 583756"/>
                <a:gd name="connsiteX5" fmla="*/ 143542 w 515278"/>
                <a:gd name="connsiteY5" fmla="*/ 583757 h 583756"/>
                <a:gd name="connsiteX6" fmla="*/ 176022 w 515278"/>
                <a:gd name="connsiteY6" fmla="*/ 551277 h 583756"/>
                <a:gd name="connsiteX7" fmla="*/ 184404 w 515278"/>
                <a:gd name="connsiteY7" fmla="*/ 547752 h 583756"/>
                <a:gd name="connsiteX8" fmla="*/ 324326 w 515278"/>
                <a:gd name="connsiteY8" fmla="*/ 547752 h 583756"/>
                <a:gd name="connsiteX9" fmla="*/ 369761 w 515278"/>
                <a:gd name="connsiteY9" fmla="*/ 528893 h 583756"/>
                <a:gd name="connsiteX10" fmla="*/ 505206 w 515278"/>
                <a:gd name="connsiteY10" fmla="*/ 393447 h 583756"/>
                <a:gd name="connsiteX11" fmla="*/ 505206 w 515278"/>
                <a:gd name="connsiteY11" fmla="*/ 344870 h 583756"/>
                <a:gd name="connsiteX12" fmla="*/ 457391 w 515278"/>
                <a:gd name="connsiteY12" fmla="*/ 344870 h 583756"/>
                <a:gd name="connsiteX13" fmla="*/ 443865 w 515278"/>
                <a:gd name="connsiteY13" fmla="*/ 358395 h 583756"/>
                <a:gd name="connsiteX14" fmla="*/ 438150 w 515278"/>
                <a:gd name="connsiteY14" fmla="*/ 352966 h 583756"/>
                <a:gd name="connsiteX15" fmla="*/ 391192 w 515278"/>
                <a:gd name="connsiteY15" fmla="*/ 353442 h 583756"/>
                <a:gd name="connsiteX16" fmla="*/ 325279 w 515278"/>
                <a:gd name="connsiteY16" fmla="*/ 419736 h 583756"/>
                <a:gd name="connsiteX17" fmla="*/ 319278 w 515278"/>
                <a:gd name="connsiteY17" fmla="*/ 419165 h 583756"/>
                <a:gd name="connsiteX18" fmla="*/ 181070 w 515278"/>
                <a:gd name="connsiteY18" fmla="*/ 419165 h 583756"/>
                <a:gd name="connsiteX19" fmla="*/ 135636 w 515278"/>
                <a:gd name="connsiteY19" fmla="*/ 438024 h 583756"/>
                <a:gd name="connsiteX20" fmla="*/ 0 w 515278"/>
                <a:gd name="connsiteY20" fmla="*/ 573660 h 583756"/>
                <a:gd name="connsiteX21" fmla="*/ 10096 w 515278"/>
                <a:gd name="connsiteY21" fmla="*/ 583757 h 583756"/>
                <a:gd name="connsiteX22" fmla="*/ 145733 w 515278"/>
                <a:gd name="connsiteY22" fmla="*/ 448121 h 583756"/>
                <a:gd name="connsiteX23" fmla="*/ 181070 w 515278"/>
                <a:gd name="connsiteY23" fmla="*/ 433452 h 583756"/>
                <a:gd name="connsiteX24" fmla="*/ 319278 w 515278"/>
                <a:gd name="connsiteY24" fmla="*/ 433452 h 583756"/>
                <a:gd name="connsiteX25" fmla="*/ 340709 w 515278"/>
                <a:gd name="connsiteY25" fmla="*/ 454884 h 583756"/>
                <a:gd name="connsiteX26" fmla="*/ 334042 w 515278"/>
                <a:gd name="connsiteY26" fmla="*/ 468790 h 583756"/>
                <a:gd name="connsiteX27" fmla="*/ 333566 w 515278"/>
                <a:gd name="connsiteY27" fmla="*/ 469266 h 583756"/>
                <a:gd name="connsiteX28" fmla="*/ 333566 w 515278"/>
                <a:gd name="connsiteY28" fmla="*/ 469266 h 583756"/>
                <a:gd name="connsiteX29" fmla="*/ 319945 w 515278"/>
                <a:gd name="connsiteY29" fmla="*/ 476220 h 583756"/>
                <a:gd name="connsiteX30" fmla="*/ 214503 w 515278"/>
                <a:gd name="connsiteY30" fmla="*/ 476220 h 583756"/>
                <a:gd name="connsiteX31" fmla="*/ 214503 w 515278"/>
                <a:gd name="connsiteY31" fmla="*/ 490602 h 583756"/>
                <a:gd name="connsiteX32" fmla="*/ 319945 w 515278"/>
                <a:gd name="connsiteY32" fmla="*/ 490602 h 583756"/>
                <a:gd name="connsiteX33" fmla="*/ 344329 w 515278"/>
                <a:gd name="connsiteY33" fmla="*/ 478696 h 583756"/>
                <a:gd name="connsiteX34" fmla="*/ 467487 w 515278"/>
                <a:gd name="connsiteY34" fmla="*/ 354966 h 583756"/>
                <a:gd name="connsiteX35" fmla="*/ 495109 w 515278"/>
                <a:gd name="connsiteY35" fmla="*/ 354966 h 583756"/>
                <a:gd name="connsiteX36" fmla="*/ 495109 w 515278"/>
                <a:gd name="connsiteY36" fmla="*/ 383351 h 583756"/>
                <a:gd name="connsiteX37" fmla="*/ 359664 w 515278"/>
                <a:gd name="connsiteY37" fmla="*/ 518796 h 583756"/>
                <a:gd name="connsiteX38" fmla="*/ 354425 w 515278"/>
                <a:gd name="connsiteY38" fmla="*/ 448311 h 583756"/>
                <a:gd name="connsiteX39" fmla="*/ 339662 w 515278"/>
                <a:gd name="connsiteY39" fmla="*/ 425547 h 583756"/>
                <a:gd name="connsiteX40" fmla="*/ 401193 w 515278"/>
                <a:gd name="connsiteY40" fmla="*/ 363634 h 583756"/>
                <a:gd name="connsiteX41" fmla="*/ 428244 w 515278"/>
                <a:gd name="connsiteY41" fmla="*/ 363444 h 583756"/>
                <a:gd name="connsiteX42" fmla="*/ 433673 w 515278"/>
                <a:gd name="connsiteY42" fmla="*/ 368587 h 583756"/>
                <a:gd name="connsiteX43" fmla="*/ 354330 w 515278"/>
                <a:gd name="connsiteY43" fmla="*/ 448311 h 583756"/>
                <a:gd name="connsiteX44" fmla="*/ 252698 w 515278"/>
                <a:gd name="connsiteY44" fmla="*/ 98744 h 583756"/>
                <a:gd name="connsiteX45" fmla="*/ 191834 w 515278"/>
                <a:gd name="connsiteY45" fmla="*/ 159609 h 583756"/>
                <a:gd name="connsiteX46" fmla="*/ 252698 w 515278"/>
                <a:gd name="connsiteY46" fmla="*/ 220473 h 583756"/>
                <a:gd name="connsiteX47" fmla="*/ 313563 w 515278"/>
                <a:gd name="connsiteY47" fmla="*/ 159609 h 583756"/>
                <a:gd name="connsiteX48" fmla="*/ 252698 w 515278"/>
                <a:gd name="connsiteY48" fmla="*/ 98744 h 583756"/>
                <a:gd name="connsiteX49" fmla="*/ 252698 w 515278"/>
                <a:gd name="connsiteY49" fmla="*/ 206186 h 583756"/>
                <a:gd name="connsiteX50" fmla="*/ 206121 w 515278"/>
                <a:gd name="connsiteY50" fmla="*/ 159609 h 583756"/>
                <a:gd name="connsiteX51" fmla="*/ 252698 w 515278"/>
                <a:gd name="connsiteY51" fmla="*/ 113031 h 583756"/>
                <a:gd name="connsiteX52" fmla="*/ 299276 w 515278"/>
                <a:gd name="connsiteY52" fmla="*/ 159609 h 583756"/>
                <a:gd name="connsiteX53" fmla="*/ 252698 w 515278"/>
                <a:gd name="connsiteY53" fmla="*/ 206186 h 583756"/>
                <a:gd name="connsiteX54" fmla="*/ 399288 w 515278"/>
                <a:gd name="connsiteY54" fmla="*/ 204090 h 583756"/>
                <a:gd name="connsiteX55" fmla="*/ 418148 w 515278"/>
                <a:gd name="connsiteY55" fmla="*/ 190470 h 583756"/>
                <a:gd name="connsiteX56" fmla="*/ 418243 w 515278"/>
                <a:gd name="connsiteY56" fmla="*/ 129224 h 583756"/>
                <a:gd name="connsiteX57" fmla="*/ 399288 w 515278"/>
                <a:gd name="connsiteY57" fmla="*/ 115032 h 583756"/>
                <a:gd name="connsiteX58" fmla="*/ 362522 w 515278"/>
                <a:gd name="connsiteY58" fmla="*/ 96172 h 583756"/>
                <a:gd name="connsiteX59" fmla="*/ 364522 w 515278"/>
                <a:gd name="connsiteY59" fmla="*/ 54929 h 583756"/>
                <a:gd name="connsiteX60" fmla="*/ 361760 w 515278"/>
                <a:gd name="connsiteY60" fmla="*/ 31402 h 583756"/>
                <a:gd name="connsiteX61" fmla="*/ 336899 w 515278"/>
                <a:gd name="connsiteY61" fmla="*/ 13686 h 583756"/>
                <a:gd name="connsiteX62" fmla="*/ 309086 w 515278"/>
                <a:gd name="connsiteY62" fmla="*/ 1017 h 583756"/>
                <a:gd name="connsiteX63" fmla="*/ 309086 w 515278"/>
                <a:gd name="connsiteY63" fmla="*/ 1017 h 583756"/>
                <a:gd name="connsiteX64" fmla="*/ 287369 w 515278"/>
                <a:gd name="connsiteY64" fmla="*/ 10352 h 583756"/>
                <a:gd name="connsiteX65" fmla="*/ 252698 w 515278"/>
                <a:gd name="connsiteY65" fmla="*/ 32736 h 583756"/>
                <a:gd name="connsiteX66" fmla="*/ 217932 w 515278"/>
                <a:gd name="connsiteY66" fmla="*/ 10352 h 583756"/>
                <a:gd name="connsiteX67" fmla="*/ 196120 w 515278"/>
                <a:gd name="connsiteY67" fmla="*/ 1017 h 583756"/>
                <a:gd name="connsiteX68" fmla="*/ 143161 w 515278"/>
                <a:gd name="connsiteY68" fmla="*/ 31783 h 583756"/>
                <a:gd name="connsiteX69" fmla="*/ 140780 w 515278"/>
                <a:gd name="connsiteY69" fmla="*/ 54929 h 583756"/>
                <a:gd name="connsiteX70" fmla="*/ 142780 w 515278"/>
                <a:gd name="connsiteY70" fmla="*/ 96172 h 583756"/>
                <a:gd name="connsiteX71" fmla="*/ 106013 w 515278"/>
                <a:gd name="connsiteY71" fmla="*/ 115032 h 583756"/>
                <a:gd name="connsiteX72" fmla="*/ 87154 w 515278"/>
                <a:gd name="connsiteY72" fmla="*/ 128652 h 583756"/>
                <a:gd name="connsiteX73" fmla="*/ 87059 w 515278"/>
                <a:gd name="connsiteY73" fmla="*/ 189898 h 583756"/>
                <a:gd name="connsiteX74" fmla="*/ 106013 w 515278"/>
                <a:gd name="connsiteY74" fmla="*/ 204090 h 583756"/>
                <a:gd name="connsiteX75" fmla="*/ 142780 w 515278"/>
                <a:gd name="connsiteY75" fmla="*/ 222950 h 583756"/>
                <a:gd name="connsiteX76" fmla="*/ 140780 w 515278"/>
                <a:gd name="connsiteY76" fmla="*/ 264193 h 583756"/>
                <a:gd name="connsiteX77" fmla="*/ 143542 w 515278"/>
                <a:gd name="connsiteY77" fmla="*/ 287720 h 583756"/>
                <a:gd name="connsiteX78" fmla="*/ 168402 w 515278"/>
                <a:gd name="connsiteY78" fmla="*/ 305436 h 583756"/>
                <a:gd name="connsiteX79" fmla="*/ 196215 w 515278"/>
                <a:gd name="connsiteY79" fmla="*/ 318105 h 583756"/>
                <a:gd name="connsiteX80" fmla="*/ 217932 w 515278"/>
                <a:gd name="connsiteY80" fmla="*/ 308770 h 583756"/>
                <a:gd name="connsiteX81" fmla="*/ 252603 w 515278"/>
                <a:gd name="connsiteY81" fmla="*/ 286386 h 583756"/>
                <a:gd name="connsiteX82" fmla="*/ 287369 w 515278"/>
                <a:gd name="connsiteY82" fmla="*/ 308770 h 583756"/>
                <a:gd name="connsiteX83" fmla="*/ 303276 w 515278"/>
                <a:gd name="connsiteY83" fmla="*/ 319152 h 583756"/>
                <a:gd name="connsiteX84" fmla="*/ 309182 w 515278"/>
                <a:gd name="connsiteY84" fmla="*/ 318105 h 583756"/>
                <a:gd name="connsiteX85" fmla="*/ 362141 w 515278"/>
                <a:gd name="connsiteY85" fmla="*/ 287339 h 583756"/>
                <a:gd name="connsiteX86" fmla="*/ 364522 w 515278"/>
                <a:gd name="connsiteY86" fmla="*/ 264193 h 583756"/>
                <a:gd name="connsiteX87" fmla="*/ 362522 w 515278"/>
                <a:gd name="connsiteY87" fmla="*/ 222950 h 583756"/>
                <a:gd name="connsiteX88" fmla="*/ 399288 w 515278"/>
                <a:gd name="connsiteY88" fmla="*/ 204090 h 583756"/>
                <a:gd name="connsiteX89" fmla="*/ 350139 w 515278"/>
                <a:gd name="connsiteY89" fmla="*/ 215806 h 583756"/>
                <a:gd name="connsiteX90" fmla="*/ 352901 w 515278"/>
                <a:gd name="connsiteY90" fmla="*/ 272480 h 583756"/>
                <a:gd name="connsiteX91" fmla="*/ 352901 w 515278"/>
                <a:gd name="connsiteY91" fmla="*/ 276480 h 583756"/>
                <a:gd name="connsiteX92" fmla="*/ 304419 w 515278"/>
                <a:gd name="connsiteY92" fmla="*/ 304579 h 583756"/>
                <a:gd name="connsiteX93" fmla="*/ 300418 w 515278"/>
                <a:gd name="connsiteY93" fmla="*/ 302769 h 583756"/>
                <a:gd name="connsiteX94" fmla="*/ 252698 w 515278"/>
                <a:gd name="connsiteY94" fmla="*/ 272004 h 583756"/>
                <a:gd name="connsiteX95" fmla="*/ 204978 w 515278"/>
                <a:gd name="connsiteY95" fmla="*/ 302674 h 583756"/>
                <a:gd name="connsiteX96" fmla="*/ 200978 w 515278"/>
                <a:gd name="connsiteY96" fmla="*/ 304484 h 583756"/>
                <a:gd name="connsiteX97" fmla="*/ 175641 w 515278"/>
                <a:gd name="connsiteY97" fmla="*/ 292863 h 583756"/>
                <a:gd name="connsiteX98" fmla="*/ 152972 w 515278"/>
                <a:gd name="connsiteY98" fmla="*/ 276671 h 583756"/>
                <a:gd name="connsiteX99" fmla="*/ 152591 w 515278"/>
                <a:gd name="connsiteY99" fmla="*/ 272289 h 583756"/>
                <a:gd name="connsiteX100" fmla="*/ 155353 w 515278"/>
                <a:gd name="connsiteY100" fmla="*/ 215616 h 583756"/>
                <a:gd name="connsiteX101" fmla="*/ 104870 w 515278"/>
                <a:gd name="connsiteY101" fmla="*/ 189612 h 583756"/>
                <a:gd name="connsiteX102" fmla="*/ 101251 w 515278"/>
                <a:gd name="connsiteY102" fmla="*/ 187041 h 583756"/>
                <a:gd name="connsiteX103" fmla="*/ 101346 w 515278"/>
                <a:gd name="connsiteY103" fmla="*/ 131034 h 583756"/>
                <a:gd name="connsiteX104" fmla="*/ 104775 w 515278"/>
                <a:gd name="connsiteY104" fmla="*/ 129033 h 583756"/>
                <a:gd name="connsiteX105" fmla="*/ 155258 w 515278"/>
                <a:gd name="connsiteY105" fmla="*/ 103030 h 583756"/>
                <a:gd name="connsiteX106" fmla="*/ 152495 w 515278"/>
                <a:gd name="connsiteY106" fmla="*/ 46356 h 583756"/>
                <a:gd name="connsiteX107" fmla="*/ 152495 w 515278"/>
                <a:gd name="connsiteY107" fmla="*/ 42356 h 583756"/>
                <a:gd name="connsiteX108" fmla="*/ 200978 w 515278"/>
                <a:gd name="connsiteY108" fmla="*/ 14257 h 583756"/>
                <a:gd name="connsiteX109" fmla="*/ 204978 w 515278"/>
                <a:gd name="connsiteY109" fmla="*/ 16067 h 583756"/>
                <a:gd name="connsiteX110" fmla="*/ 252698 w 515278"/>
                <a:gd name="connsiteY110" fmla="*/ 46833 h 583756"/>
                <a:gd name="connsiteX111" fmla="*/ 300418 w 515278"/>
                <a:gd name="connsiteY111" fmla="*/ 16162 h 583756"/>
                <a:gd name="connsiteX112" fmla="*/ 304419 w 515278"/>
                <a:gd name="connsiteY112" fmla="*/ 14352 h 583756"/>
                <a:gd name="connsiteX113" fmla="*/ 329756 w 515278"/>
                <a:gd name="connsiteY113" fmla="*/ 25973 h 583756"/>
                <a:gd name="connsiteX114" fmla="*/ 352425 w 515278"/>
                <a:gd name="connsiteY114" fmla="*/ 42165 h 583756"/>
                <a:gd name="connsiteX115" fmla="*/ 352806 w 515278"/>
                <a:gd name="connsiteY115" fmla="*/ 46547 h 583756"/>
                <a:gd name="connsiteX116" fmla="*/ 350044 w 515278"/>
                <a:gd name="connsiteY116" fmla="*/ 103221 h 583756"/>
                <a:gd name="connsiteX117" fmla="*/ 400526 w 515278"/>
                <a:gd name="connsiteY117" fmla="*/ 129224 h 583756"/>
                <a:gd name="connsiteX118" fmla="*/ 404146 w 515278"/>
                <a:gd name="connsiteY118" fmla="*/ 131796 h 583756"/>
                <a:gd name="connsiteX119" fmla="*/ 404051 w 515278"/>
                <a:gd name="connsiteY119" fmla="*/ 187803 h 583756"/>
                <a:gd name="connsiteX120" fmla="*/ 400622 w 515278"/>
                <a:gd name="connsiteY120" fmla="*/ 189803 h 583756"/>
                <a:gd name="connsiteX121" fmla="*/ 350139 w 515278"/>
                <a:gd name="connsiteY121" fmla="*/ 215806 h 583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515278" h="583756">
                  <a:moveTo>
                    <a:pt x="359664" y="518796"/>
                  </a:moveTo>
                  <a:cubicBezTo>
                    <a:pt x="350234" y="528226"/>
                    <a:pt x="337661" y="533465"/>
                    <a:pt x="324326" y="533465"/>
                  </a:cubicBezTo>
                  <a:lnTo>
                    <a:pt x="184404" y="533465"/>
                  </a:lnTo>
                  <a:cubicBezTo>
                    <a:pt x="177451" y="533465"/>
                    <a:pt x="170783" y="536227"/>
                    <a:pt x="165925" y="541180"/>
                  </a:cubicBezTo>
                  <a:lnTo>
                    <a:pt x="133445" y="573660"/>
                  </a:lnTo>
                  <a:lnTo>
                    <a:pt x="143542" y="583757"/>
                  </a:lnTo>
                  <a:lnTo>
                    <a:pt x="176022" y="551277"/>
                  </a:lnTo>
                  <a:cubicBezTo>
                    <a:pt x="178308" y="548991"/>
                    <a:pt x="181261" y="547752"/>
                    <a:pt x="184404" y="547752"/>
                  </a:cubicBezTo>
                  <a:lnTo>
                    <a:pt x="324326" y="547752"/>
                  </a:lnTo>
                  <a:cubicBezTo>
                    <a:pt x="341471" y="547752"/>
                    <a:pt x="357664" y="541085"/>
                    <a:pt x="369761" y="528893"/>
                  </a:cubicBezTo>
                  <a:lnTo>
                    <a:pt x="505206" y="393447"/>
                  </a:lnTo>
                  <a:cubicBezTo>
                    <a:pt x="518636" y="380017"/>
                    <a:pt x="518636" y="358300"/>
                    <a:pt x="505206" y="344870"/>
                  </a:cubicBezTo>
                  <a:cubicBezTo>
                    <a:pt x="491776" y="331440"/>
                    <a:pt x="470535" y="331725"/>
                    <a:pt x="457391" y="344870"/>
                  </a:cubicBezTo>
                  <a:lnTo>
                    <a:pt x="443865" y="358395"/>
                  </a:lnTo>
                  <a:lnTo>
                    <a:pt x="438150" y="352966"/>
                  </a:lnTo>
                  <a:cubicBezTo>
                    <a:pt x="424910" y="340393"/>
                    <a:pt x="404336" y="340584"/>
                    <a:pt x="391192" y="353442"/>
                  </a:cubicBezTo>
                  <a:lnTo>
                    <a:pt x="325279" y="419736"/>
                  </a:lnTo>
                  <a:cubicBezTo>
                    <a:pt x="323374" y="419451"/>
                    <a:pt x="321374" y="419165"/>
                    <a:pt x="319278" y="419165"/>
                  </a:cubicBezTo>
                  <a:lnTo>
                    <a:pt x="181070" y="419165"/>
                  </a:lnTo>
                  <a:cubicBezTo>
                    <a:pt x="163925" y="419165"/>
                    <a:pt x="147733" y="425832"/>
                    <a:pt x="135636" y="438024"/>
                  </a:cubicBezTo>
                  <a:lnTo>
                    <a:pt x="0" y="573660"/>
                  </a:lnTo>
                  <a:lnTo>
                    <a:pt x="10096" y="583757"/>
                  </a:lnTo>
                  <a:lnTo>
                    <a:pt x="145733" y="448121"/>
                  </a:lnTo>
                  <a:cubicBezTo>
                    <a:pt x="155162" y="438691"/>
                    <a:pt x="167735" y="433452"/>
                    <a:pt x="181070" y="433452"/>
                  </a:cubicBezTo>
                  <a:lnTo>
                    <a:pt x="319278" y="433452"/>
                  </a:lnTo>
                  <a:cubicBezTo>
                    <a:pt x="331089" y="433452"/>
                    <a:pt x="340709" y="443073"/>
                    <a:pt x="340709" y="454884"/>
                  </a:cubicBezTo>
                  <a:cubicBezTo>
                    <a:pt x="340709" y="459456"/>
                    <a:pt x="337947" y="464599"/>
                    <a:pt x="334042" y="468790"/>
                  </a:cubicBezTo>
                  <a:lnTo>
                    <a:pt x="333566" y="469266"/>
                  </a:lnTo>
                  <a:lnTo>
                    <a:pt x="333566" y="469266"/>
                  </a:lnTo>
                  <a:cubicBezTo>
                    <a:pt x="329565" y="473362"/>
                    <a:pt x="324422" y="476220"/>
                    <a:pt x="319945" y="476220"/>
                  </a:cubicBezTo>
                  <a:lnTo>
                    <a:pt x="214503" y="476220"/>
                  </a:lnTo>
                  <a:cubicBezTo>
                    <a:pt x="214503" y="476220"/>
                    <a:pt x="214503" y="490602"/>
                    <a:pt x="214503" y="490602"/>
                  </a:cubicBezTo>
                  <a:lnTo>
                    <a:pt x="319945" y="490602"/>
                  </a:lnTo>
                  <a:cubicBezTo>
                    <a:pt x="328708" y="490602"/>
                    <a:pt x="337566" y="485745"/>
                    <a:pt x="344329" y="478696"/>
                  </a:cubicBezTo>
                  <a:lnTo>
                    <a:pt x="467487" y="354966"/>
                  </a:lnTo>
                  <a:cubicBezTo>
                    <a:pt x="475107" y="347346"/>
                    <a:pt x="487490" y="347346"/>
                    <a:pt x="495109" y="354966"/>
                  </a:cubicBezTo>
                  <a:cubicBezTo>
                    <a:pt x="502920" y="362777"/>
                    <a:pt x="502920" y="375540"/>
                    <a:pt x="495109" y="383351"/>
                  </a:cubicBezTo>
                  <a:lnTo>
                    <a:pt x="359664" y="518796"/>
                  </a:lnTo>
                  <a:close/>
                  <a:moveTo>
                    <a:pt x="354425" y="448311"/>
                  </a:moveTo>
                  <a:cubicBezTo>
                    <a:pt x="352711" y="438882"/>
                    <a:pt x="347282" y="430785"/>
                    <a:pt x="339662" y="425547"/>
                  </a:cubicBezTo>
                  <a:lnTo>
                    <a:pt x="401193" y="363634"/>
                  </a:lnTo>
                  <a:cubicBezTo>
                    <a:pt x="408718" y="356300"/>
                    <a:pt x="420624" y="356205"/>
                    <a:pt x="428244" y="363444"/>
                  </a:cubicBezTo>
                  <a:lnTo>
                    <a:pt x="433673" y="368587"/>
                  </a:lnTo>
                  <a:lnTo>
                    <a:pt x="354330" y="448311"/>
                  </a:lnTo>
                  <a:close/>
                  <a:moveTo>
                    <a:pt x="252698" y="98744"/>
                  </a:moveTo>
                  <a:cubicBezTo>
                    <a:pt x="219170" y="98744"/>
                    <a:pt x="191834" y="126081"/>
                    <a:pt x="191834" y="159609"/>
                  </a:cubicBezTo>
                  <a:cubicBezTo>
                    <a:pt x="191834" y="193137"/>
                    <a:pt x="219170" y="220473"/>
                    <a:pt x="252698" y="220473"/>
                  </a:cubicBezTo>
                  <a:cubicBezTo>
                    <a:pt x="286226" y="220473"/>
                    <a:pt x="313563" y="193137"/>
                    <a:pt x="313563" y="159609"/>
                  </a:cubicBezTo>
                  <a:cubicBezTo>
                    <a:pt x="313563" y="126081"/>
                    <a:pt x="286226" y="98744"/>
                    <a:pt x="252698" y="98744"/>
                  </a:cubicBezTo>
                  <a:close/>
                  <a:moveTo>
                    <a:pt x="252698" y="206186"/>
                  </a:moveTo>
                  <a:cubicBezTo>
                    <a:pt x="226981" y="206186"/>
                    <a:pt x="206121" y="185326"/>
                    <a:pt x="206121" y="159609"/>
                  </a:cubicBezTo>
                  <a:cubicBezTo>
                    <a:pt x="206121" y="133891"/>
                    <a:pt x="226981" y="113031"/>
                    <a:pt x="252698" y="113031"/>
                  </a:cubicBezTo>
                  <a:cubicBezTo>
                    <a:pt x="278416" y="113031"/>
                    <a:pt x="299276" y="133891"/>
                    <a:pt x="299276" y="159609"/>
                  </a:cubicBezTo>
                  <a:cubicBezTo>
                    <a:pt x="299276" y="185326"/>
                    <a:pt x="278416" y="206186"/>
                    <a:pt x="252698" y="206186"/>
                  </a:cubicBezTo>
                  <a:close/>
                  <a:moveTo>
                    <a:pt x="399288" y="204090"/>
                  </a:moveTo>
                  <a:cubicBezTo>
                    <a:pt x="408432" y="205043"/>
                    <a:pt x="416528" y="199137"/>
                    <a:pt x="418148" y="190470"/>
                  </a:cubicBezTo>
                  <a:cubicBezTo>
                    <a:pt x="421958" y="170181"/>
                    <a:pt x="421958" y="149607"/>
                    <a:pt x="418243" y="129224"/>
                  </a:cubicBezTo>
                  <a:cubicBezTo>
                    <a:pt x="416624" y="120270"/>
                    <a:pt x="408432" y="114174"/>
                    <a:pt x="399288" y="115032"/>
                  </a:cubicBezTo>
                  <a:cubicBezTo>
                    <a:pt x="384429" y="116365"/>
                    <a:pt x="369951" y="109031"/>
                    <a:pt x="362522" y="96172"/>
                  </a:cubicBezTo>
                  <a:cubicBezTo>
                    <a:pt x="355092" y="83313"/>
                    <a:pt x="355854" y="67121"/>
                    <a:pt x="364522" y="54929"/>
                  </a:cubicBezTo>
                  <a:cubicBezTo>
                    <a:pt x="369856" y="47499"/>
                    <a:pt x="368617" y="37403"/>
                    <a:pt x="361760" y="31402"/>
                  </a:cubicBezTo>
                  <a:cubicBezTo>
                    <a:pt x="353854" y="24639"/>
                    <a:pt x="345472" y="18639"/>
                    <a:pt x="336899" y="13686"/>
                  </a:cubicBezTo>
                  <a:cubicBezTo>
                    <a:pt x="328232" y="8733"/>
                    <a:pt x="318897" y="4446"/>
                    <a:pt x="309086" y="1017"/>
                  </a:cubicBezTo>
                  <a:lnTo>
                    <a:pt x="309086" y="1017"/>
                  </a:lnTo>
                  <a:cubicBezTo>
                    <a:pt x="300514" y="-2031"/>
                    <a:pt x="291179" y="2065"/>
                    <a:pt x="287369" y="10352"/>
                  </a:cubicBezTo>
                  <a:cubicBezTo>
                    <a:pt x="281178" y="23973"/>
                    <a:pt x="267557" y="32736"/>
                    <a:pt x="252698" y="32736"/>
                  </a:cubicBezTo>
                  <a:cubicBezTo>
                    <a:pt x="237839" y="32736"/>
                    <a:pt x="224218" y="23973"/>
                    <a:pt x="217932" y="10352"/>
                  </a:cubicBezTo>
                  <a:cubicBezTo>
                    <a:pt x="214122" y="1970"/>
                    <a:pt x="204692" y="-2031"/>
                    <a:pt x="196120" y="1017"/>
                  </a:cubicBezTo>
                  <a:cubicBezTo>
                    <a:pt x="176689" y="7971"/>
                    <a:pt x="158877" y="18258"/>
                    <a:pt x="143161" y="31783"/>
                  </a:cubicBezTo>
                  <a:cubicBezTo>
                    <a:pt x="136493" y="37498"/>
                    <a:pt x="135541" y="47404"/>
                    <a:pt x="140780" y="54929"/>
                  </a:cubicBezTo>
                  <a:cubicBezTo>
                    <a:pt x="149447" y="67121"/>
                    <a:pt x="150209" y="83313"/>
                    <a:pt x="142780" y="96172"/>
                  </a:cubicBezTo>
                  <a:cubicBezTo>
                    <a:pt x="135350" y="109031"/>
                    <a:pt x="120968" y="116460"/>
                    <a:pt x="106013" y="115032"/>
                  </a:cubicBezTo>
                  <a:cubicBezTo>
                    <a:pt x="96869" y="114079"/>
                    <a:pt x="88773" y="119985"/>
                    <a:pt x="87154" y="128652"/>
                  </a:cubicBezTo>
                  <a:cubicBezTo>
                    <a:pt x="83344" y="148941"/>
                    <a:pt x="83344" y="169515"/>
                    <a:pt x="87059" y="189898"/>
                  </a:cubicBezTo>
                  <a:cubicBezTo>
                    <a:pt x="88678" y="198852"/>
                    <a:pt x="96869" y="204948"/>
                    <a:pt x="106013" y="204090"/>
                  </a:cubicBezTo>
                  <a:cubicBezTo>
                    <a:pt x="120872" y="202662"/>
                    <a:pt x="135255" y="210091"/>
                    <a:pt x="142780" y="222950"/>
                  </a:cubicBezTo>
                  <a:cubicBezTo>
                    <a:pt x="150209" y="235809"/>
                    <a:pt x="149447" y="252001"/>
                    <a:pt x="140780" y="264193"/>
                  </a:cubicBezTo>
                  <a:cubicBezTo>
                    <a:pt x="135446" y="271623"/>
                    <a:pt x="136684" y="281719"/>
                    <a:pt x="143542" y="287720"/>
                  </a:cubicBezTo>
                  <a:cubicBezTo>
                    <a:pt x="151448" y="294483"/>
                    <a:pt x="159830" y="300483"/>
                    <a:pt x="168402" y="305436"/>
                  </a:cubicBezTo>
                  <a:cubicBezTo>
                    <a:pt x="177070" y="310389"/>
                    <a:pt x="186404" y="314676"/>
                    <a:pt x="196215" y="318105"/>
                  </a:cubicBezTo>
                  <a:cubicBezTo>
                    <a:pt x="204788" y="321153"/>
                    <a:pt x="214122" y="317057"/>
                    <a:pt x="217932" y="308770"/>
                  </a:cubicBezTo>
                  <a:cubicBezTo>
                    <a:pt x="224123" y="295149"/>
                    <a:pt x="237744" y="286386"/>
                    <a:pt x="252603" y="286386"/>
                  </a:cubicBezTo>
                  <a:cubicBezTo>
                    <a:pt x="267462" y="286386"/>
                    <a:pt x="281083" y="295149"/>
                    <a:pt x="287369" y="308770"/>
                  </a:cubicBezTo>
                  <a:cubicBezTo>
                    <a:pt x="290322" y="315247"/>
                    <a:pt x="296609" y="319152"/>
                    <a:pt x="303276" y="319152"/>
                  </a:cubicBezTo>
                  <a:cubicBezTo>
                    <a:pt x="305276" y="319152"/>
                    <a:pt x="307181" y="318867"/>
                    <a:pt x="309182" y="318105"/>
                  </a:cubicBezTo>
                  <a:cubicBezTo>
                    <a:pt x="328613" y="311151"/>
                    <a:pt x="346424" y="300864"/>
                    <a:pt x="362141" y="287339"/>
                  </a:cubicBezTo>
                  <a:cubicBezTo>
                    <a:pt x="368808" y="281624"/>
                    <a:pt x="369761" y="271718"/>
                    <a:pt x="364522" y="264193"/>
                  </a:cubicBezTo>
                  <a:cubicBezTo>
                    <a:pt x="355854" y="252001"/>
                    <a:pt x="355092" y="235809"/>
                    <a:pt x="362522" y="222950"/>
                  </a:cubicBezTo>
                  <a:cubicBezTo>
                    <a:pt x="369951" y="210091"/>
                    <a:pt x="384334" y="202662"/>
                    <a:pt x="399288" y="204090"/>
                  </a:cubicBezTo>
                  <a:close/>
                  <a:moveTo>
                    <a:pt x="350139" y="215806"/>
                  </a:moveTo>
                  <a:cubicBezTo>
                    <a:pt x="339852" y="233523"/>
                    <a:pt x="340995" y="255811"/>
                    <a:pt x="352901" y="272480"/>
                  </a:cubicBezTo>
                  <a:cubicBezTo>
                    <a:pt x="353759" y="273718"/>
                    <a:pt x="354044" y="275528"/>
                    <a:pt x="352901" y="276480"/>
                  </a:cubicBezTo>
                  <a:cubicBezTo>
                    <a:pt x="338518" y="288768"/>
                    <a:pt x="322231" y="298197"/>
                    <a:pt x="304419" y="304579"/>
                  </a:cubicBezTo>
                  <a:cubicBezTo>
                    <a:pt x="302800" y="305151"/>
                    <a:pt x="301181" y="304389"/>
                    <a:pt x="300418" y="302769"/>
                  </a:cubicBezTo>
                  <a:cubicBezTo>
                    <a:pt x="291941" y="284100"/>
                    <a:pt x="273177" y="272004"/>
                    <a:pt x="252698" y="272004"/>
                  </a:cubicBezTo>
                  <a:cubicBezTo>
                    <a:pt x="232219" y="272004"/>
                    <a:pt x="213550" y="284100"/>
                    <a:pt x="204978" y="302674"/>
                  </a:cubicBezTo>
                  <a:cubicBezTo>
                    <a:pt x="204216" y="304293"/>
                    <a:pt x="202597" y="305055"/>
                    <a:pt x="200978" y="304484"/>
                  </a:cubicBezTo>
                  <a:cubicBezTo>
                    <a:pt x="192024" y="301341"/>
                    <a:pt x="183452" y="297435"/>
                    <a:pt x="175641" y="292863"/>
                  </a:cubicBezTo>
                  <a:cubicBezTo>
                    <a:pt x="167831" y="288291"/>
                    <a:pt x="160115" y="282862"/>
                    <a:pt x="152972" y="276671"/>
                  </a:cubicBezTo>
                  <a:cubicBezTo>
                    <a:pt x="151638" y="275528"/>
                    <a:pt x="151543" y="273813"/>
                    <a:pt x="152591" y="272289"/>
                  </a:cubicBezTo>
                  <a:cubicBezTo>
                    <a:pt x="164497" y="255621"/>
                    <a:pt x="165545" y="233332"/>
                    <a:pt x="155353" y="215616"/>
                  </a:cubicBezTo>
                  <a:cubicBezTo>
                    <a:pt x="145161" y="197899"/>
                    <a:pt x="125349" y="187707"/>
                    <a:pt x="104870" y="189612"/>
                  </a:cubicBezTo>
                  <a:cubicBezTo>
                    <a:pt x="103061" y="189803"/>
                    <a:pt x="101632" y="188755"/>
                    <a:pt x="101251" y="187041"/>
                  </a:cubicBezTo>
                  <a:cubicBezTo>
                    <a:pt x="97822" y="168467"/>
                    <a:pt x="97917" y="149607"/>
                    <a:pt x="101346" y="131034"/>
                  </a:cubicBezTo>
                  <a:cubicBezTo>
                    <a:pt x="101632" y="129605"/>
                    <a:pt x="103346" y="128843"/>
                    <a:pt x="104775" y="129033"/>
                  </a:cubicBezTo>
                  <a:cubicBezTo>
                    <a:pt x="125159" y="131034"/>
                    <a:pt x="145066" y="120842"/>
                    <a:pt x="155258" y="103030"/>
                  </a:cubicBezTo>
                  <a:cubicBezTo>
                    <a:pt x="165545" y="85314"/>
                    <a:pt x="164402" y="63025"/>
                    <a:pt x="152495" y="46356"/>
                  </a:cubicBezTo>
                  <a:cubicBezTo>
                    <a:pt x="151638" y="45118"/>
                    <a:pt x="151352" y="43308"/>
                    <a:pt x="152495" y="42356"/>
                  </a:cubicBezTo>
                  <a:cubicBezTo>
                    <a:pt x="166878" y="30069"/>
                    <a:pt x="183166" y="20639"/>
                    <a:pt x="200978" y="14257"/>
                  </a:cubicBezTo>
                  <a:cubicBezTo>
                    <a:pt x="202597" y="13686"/>
                    <a:pt x="204216" y="14448"/>
                    <a:pt x="204978" y="16067"/>
                  </a:cubicBezTo>
                  <a:cubicBezTo>
                    <a:pt x="213455" y="34736"/>
                    <a:pt x="232219" y="46833"/>
                    <a:pt x="252698" y="46833"/>
                  </a:cubicBezTo>
                  <a:cubicBezTo>
                    <a:pt x="273177" y="46833"/>
                    <a:pt x="291846" y="34736"/>
                    <a:pt x="300418" y="16162"/>
                  </a:cubicBezTo>
                  <a:cubicBezTo>
                    <a:pt x="301181" y="14543"/>
                    <a:pt x="302800" y="13781"/>
                    <a:pt x="304419" y="14352"/>
                  </a:cubicBezTo>
                  <a:cubicBezTo>
                    <a:pt x="313373" y="17496"/>
                    <a:pt x="321945" y="21401"/>
                    <a:pt x="329756" y="25973"/>
                  </a:cubicBezTo>
                  <a:cubicBezTo>
                    <a:pt x="337566" y="30545"/>
                    <a:pt x="345281" y="35974"/>
                    <a:pt x="352425" y="42165"/>
                  </a:cubicBezTo>
                  <a:cubicBezTo>
                    <a:pt x="353759" y="43308"/>
                    <a:pt x="353854" y="45023"/>
                    <a:pt x="352806" y="46547"/>
                  </a:cubicBezTo>
                  <a:cubicBezTo>
                    <a:pt x="340900" y="63216"/>
                    <a:pt x="339852" y="85504"/>
                    <a:pt x="350044" y="103221"/>
                  </a:cubicBezTo>
                  <a:cubicBezTo>
                    <a:pt x="360236" y="120937"/>
                    <a:pt x="380143" y="131129"/>
                    <a:pt x="400526" y="129224"/>
                  </a:cubicBezTo>
                  <a:cubicBezTo>
                    <a:pt x="402336" y="129033"/>
                    <a:pt x="403765" y="130081"/>
                    <a:pt x="404146" y="131796"/>
                  </a:cubicBezTo>
                  <a:cubicBezTo>
                    <a:pt x="407575" y="150369"/>
                    <a:pt x="407480" y="169229"/>
                    <a:pt x="404051" y="187803"/>
                  </a:cubicBezTo>
                  <a:cubicBezTo>
                    <a:pt x="403765" y="189231"/>
                    <a:pt x="402050" y="189993"/>
                    <a:pt x="400622" y="189803"/>
                  </a:cubicBezTo>
                  <a:cubicBezTo>
                    <a:pt x="380143" y="187803"/>
                    <a:pt x="360331" y="197994"/>
                    <a:pt x="350139" y="215806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14244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49561F51-95DF-F960-41E0-95374B8567FD}"/>
              </a:ext>
            </a:extLst>
          </p:cNvPr>
          <p:cNvSpPr txBox="1"/>
          <p:nvPr/>
        </p:nvSpPr>
        <p:spPr>
          <a:xfrm>
            <a:off x="5350839" y="2686661"/>
            <a:ext cx="1737826" cy="523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6095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ＭＳ Ｐゴシック" charset="0"/>
                <a:cs typeface="+mn-cs"/>
              </a:rPr>
              <a:t>Cybersecurity</a:t>
            </a:r>
          </a:p>
          <a:p>
            <a:pPr marL="0" marR="0" lvl="0" indent="0" algn="l" defTabSz="6095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ＭＳ Ｐゴシック" charset="0"/>
                <a:cs typeface="+mn-cs"/>
              </a:rPr>
              <a:t>Technician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2EFB86D-ED18-5C72-CF98-761D1A532DE3}"/>
              </a:ext>
            </a:extLst>
          </p:cNvPr>
          <p:cNvSpPr txBox="1"/>
          <p:nvPr/>
        </p:nvSpPr>
        <p:spPr>
          <a:xfrm>
            <a:off x="5350840" y="3471007"/>
            <a:ext cx="2044958" cy="523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6095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ＭＳ Ｐゴシック" charset="0"/>
                <a:cs typeface="+mn-cs"/>
              </a:rPr>
              <a:t>Junior Cybersecurity Analyst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17C2566-792F-0F81-757A-BF1706B1A29C}"/>
              </a:ext>
            </a:extLst>
          </p:cNvPr>
          <p:cNvSpPr txBox="1"/>
          <p:nvPr/>
        </p:nvSpPr>
        <p:spPr>
          <a:xfrm>
            <a:off x="5350839" y="4277398"/>
            <a:ext cx="1467238" cy="523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6095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ＭＳ Ｐゴシック" charset="0"/>
                <a:cs typeface="+mn-cs"/>
              </a:rPr>
              <a:t>Help Desk</a:t>
            </a:r>
          </a:p>
          <a:p>
            <a:pPr marL="0" marR="0" lvl="0" indent="0" algn="l" defTabSz="6095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ＭＳ Ｐゴシック" charset="0"/>
                <a:cs typeface="+mn-cs"/>
              </a:rPr>
              <a:t>Support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E67887C-4B77-215F-C6F0-D83A067F92B0}"/>
              </a:ext>
            </a:extLst>
          </p:cNvPr>
          <p:cNvSpPr txBox="1"/>
          <p:nvPr/>
        </p:nvSpPr>
        <p:spPr>
          <a:xfrm>
            <a:off x="5350839" y="5061743"/>
            <a:ext cx="1812471" cy="523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6095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ＭＳ Ｐゴシック" charset="0"/>
                <a:cs typeface="+mn-cs"/>
              </a:rPr>
              <a:t>Security Operations</a:t>
            </a:r>
          </a:p>
          <a:p>
            <a:pPr marL="0" marR="0" lvl="0" indent="0" algn="l" defTabSz="6095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ＭＳ Ｐゴシック" charset="0"/>
                <a:cs typeface="+mn-cs"/>
              </a:rPr>
              <a:t>Analyst</a:t>
            </a:r>
          </a:p>
        </p:txBody>
      </p:sp>
      <p:sp>
        <p:nvSpPr>
          <p:cNvPr id="58" name="Freeform 57">
            <a:extLst>
              <a:ext uri="{FF2B5EF4-FFF2-40B4-BE49-F238E27FC236}">
                <a16:creationId xmlns:a16="http://schemas.microsoft.com/office/drawing/2014/main" id="{A56A712A-6104-97E0-C8F2-05B56CA6030F}"/>
              </a:ext>
            </a:extLst>
          </p:cNvPr>
          <p:cNvSpPr/>
          <p:nvPr/>
        </p:nvSpPr>
        <p:spPr>
          <a:xfrm>
            <a:off x="4796203" y="3523154"/>
            <a:ext cx="481647" cy="419271"/>
          </a:xfrm>
          <a:custGeom>
            <a:avLst/>
            <a:gdLst>
              <a:gd name="connsiteX0" fmla="*/ 430911 w 585787"/>
              <a:gd name="connsiteY0" fmla="*/ 171926 h 509587"/>
              <a:gd name="connsiteX1" fmla="*/ 292894 w 585787"/>
              <a:gd name="connsiteY1" fmla="*/ 57150 h 509587"/>
              <a:gd name="connsiteX2" fmla="*/ 154877 w 585787"/>
              <a:gd name="connsiteY2" fmla="*/ 171926 h 509587"/>
              <a:gd name="connsiteX3" fmla="*/ 133350 w 585787"/>
              <a:gd name="connsiteY3" fmla="*/ 197644 h 509587"/>
              <a:gd name="connsiteX4" fmla="*/ 133350 w 585787"/>
              <a:gd name="connsiteY4" fmla="*/ 235744 h 509587"/>
              <a:gd name="connsiteX5" fmla="*/ 159544 w 585787"/>
              <a:gd name="connsiteY5" fmla="*/ 261938 h 509587"/>
              <a:gd name="connsiteX6" fmla="*/ 178594 w 585787"/>
              <a:gd name="connsiteY6" fmla="*/ 261938 h 509587"/>
              <a:gd name="connsiteX7" fmla="*/ 185738 w 585787"/>
              <a:gd name="connsiteY7" fmla="*/ 254794 h 509587"/>
              <a:gd name="connsiteX8" fmla="*/ 185738 w 585787"/>
              <a:gd name="connsiteY8" fmla="*/ 178594 h 509587"/>
              <a:gd name="connsiteX9" fmla="*/ 178594 w 585787"/>
              <a:gd name="connsiteY9" fmla="*/ 171450 h 509587"/>
              <a:gd name="connsiteX10" fmla="*/ 169545 w 585787"/>
              <a:gd name="connsiteY10" fmla="*/ 171450 h 509587"/>
              <a:gd name="connsiteX11" fmla="*/ 292894 w 585787"/>
              <a:gd name="connsiteY11" fmla="*/ 71438 h 509587"/>
              <a:gd name="connsiteX12" fmla="*/ 416243 w 585787"/>
              <a:gd name="connsiteY12" fmla="*/ 171450 h 509587"/>
              <a:gd name="connsiteX13" fmla="*/ 407194 w 585787"/>
              <a:gd name="connsiteY13" fmla="*/ 171450 h 509587"/>
              <a:gd name="connsiteX14" fmla="*/ 400050 w 585787"/>
              <a:gd name="connsiteY14" fmla="*/ 178594 h 509587"/>
              <a:gd name="connsiteX15" fmla="*/ 400050 w 585787"/>
              <a:gd name="connsiteY15" fmla="*/ 254794 h 509587"/>
              <a:gd name="connsiteX16" fmla="*/ 407194 w 585787"/>
              <a:gd name="connsiteY16" fmla="*/ 261938 h 509587"/>
              <a:gd name="connsiteX17" fmla="*/ 418719 w 585787"/>
              <a:gd name="connsiteY17" fmla="*/ 261938 h 509587"/>
              <a:gd name="connsiteX18" fmla="*/ 355949 w 585787"/>
              <a:gd name="connsiteY18" fmla="*/ 323564 h 509587"/>
              <a:gd name="connsiteX19" fmla="*/ 330994 w 585787"/>
              <a:gd name="connsiteY19" fmla="*/ 304800 h 509587"/>
              <a:gd name="connsiteX20" fmla="*/ 304800 w 585787"/>
              <a:gd name="connsiteY20" fmla="*/ 330994 h 509587"/>
              <a:gd name="connsiteX21" fmla="*/ 330994 w 585787"/>
              <a:gd name="connsiteY21" fmla="*/ 357188 h 509587"/>
              <a:gd name="connsiteX22" fmla="*/ 356140 w 585787"/>
              <a:gd name="connsiteY22" fmla="*/ 337852 h 509587"/>
              <a:gd name="connsiteX23" fmla="*/ 433007 w 585787"/>
              <a:gd name="connsiteY23" fmla="*/ 260985 h 509587"/>
              <a:gd name="connsiteX24" fmla="*/ 452342 w 585787"/>
              <a:gd name="connsiteY24" fmla="*/ 235839 h 509587"/>
              <a:gd name="connsiteX25" fmla="*/ 452342 w 585787"/>
              <a:gd name="connsiteY25" fmla="*/ 197739 h 509587"/>
              <a:gd name="connsiteX26" fmla="*/ 430816 w 585787"/>
              <a:gd name="connsiteY26" fmla="*/ 172022 h 509587"/>
              <a:gd name="connsiteX27" fmla="*/ 171450 w 585787"/>
              <a:gd name="connsiteY27" fmla="*/ 185738 h 509587"/>
              <a:gd name="connsiteX28" fmla="*/ 171450 w 585787"/>
              <a:gd name="connsiteY28" fmla="*/ 247650 h 509587"/>
              <a:gd name="connsiteX29" fmla="*/ 159544 w 585787"/>
              <a:gd name="connsiteY29" fmla="*/ 247650 h 509587"/>
              <a:gd name="connsiteX30" fmla="*/ 147638 w 585787"/>
              <a:gd name="connsiteY30" fmla="*/ 235744 h 509587"/>
              <a:gd name="connsiteX31" fmla="*/ 147638 w 585787"/>
              <a:gd name="connsiteY31" fmla="*/ 197644 h 509587"/>
              <a:gd name="connsiteX32" fmla="*/ 159544 w 585787"/>
              <a:gd name="connsiteY32" fmla="*/ 185738 h 509587"/>
              <a:gd name="connsiteX33" fmla="*/ 171450 w 585787"/>
              <a:gd name="connsiteY33" fmla="*/ 185738 h 509587"/>
              <a:gd name="connsiteX34" fmla="*/ 330994 w 585787"/>
              <a:gd name="connsiteY34" fmla="*/ 342900 h 509587"/>
              <a:gd name="connsiteX35" fmla="*/ 319088 w 585787"/>
              <a:gd name="connsiteY35" fmla="*/ 330994 h 509587"/>
              <a:gd name="connsiteX36" fmla="*/ 330994 w 585787"/>
              <a:gd name="connsiteY36" fmla="*/ 319088 h 509587"/>
              <a:gd name="connsiteX37" fmla="*/ 342900 w 585787"/>
              <a:gd name="connsiteY37" fmla="*/ 330994 h 509587"/>
              <a:gd name="connsiteX38" fmla="*/ 330994 w 585787"/>
              <a:gd name="connsiteY38" fmla="*/ 342900 h 509587"/>
              <a:gd name="connsiteX39" fmla="*/ 438150 w 585787"/>
              <a:gd name="connsiteY39" fmla="*/ 235744 h 509587"/>
              <a:gd name="connsiteX40" fmla="*/ 426244 w 585787"/>
              <a:gd name="connsiteY40" fmla="*/ 247650 h 509587"/>
              <a:gd name="connsiteX41" fmla="*/ 414338 w 585787"/>
              <a:gd name="connsiteY41" fmla="*/ 247650 h 509587"/>
              <a:gd name="connsiteX42" fmla="*/ 414338 w 585787"/>
              <a:gd name="connsiteY42" fmla="*/ 185738 h 509587"/>
              <a:gd name="connsiteX43" fmla="*/ 426244 w 585787"/>
              <a:gd name="connsiteY43" fmla="*/ 185738 h 509587"/>
              <a:gd name="connsiteX44" fmla="*/ 438150 w 585787"/>
              <a:gd name="connsiteY44" fmla="*/ 197644 h 509587"/>
              <a:gd name="connsiteX45" fmla="*/ 438150 w 585787"/>
              <a:gd name="connsiteY45" fmla="*/ 235744 h 509587"/>
              <a:gd name="connsiteX46" fmla="*/ 585788 w 585787"/>
              <a:gd name="connsiteY46" fmla="*/ 64294 h 509587"/>
              <a:gd name="connsiteX47" fmla="*/ 521494 w 585787"/>
              <a:gd name="connsiteY47" fmla="*/ 0 h 509587"/>
              <a:gd name="connsiteX48" fmla="*/ 64294 w 585787"/>
              <a:gd name="connsiteY48" fmla="*/ 0 h 509587"/>
              <a:gd name="connsiteX49" fmla="*/ 0 w 585787"/>
              <a:gd name="connsiteY49" fmla="*/ 64294 h 509587"/>
              <a:gd name="connsiteX50" fmla="*/ 0 w 585787"/>
              <a:gd name="connsiteY50" fmla="*/ 369094 h 509587"/>
              <a:gd name="connsiteX51" fmla="*/ 64294 w 585787"/>
              <a:gd name="connsiteY51" fmla="*/ 433388 h 509587"/>
              <a:gd name="connsiteX52" fmla="*/ 442341 w 585787"/>
              <a:gd name="connsiteY52" fmla="*/ 433388 h 509587"/>
              <a:gd name="connsiteX53" fmla="*/ 516446 w 585787"/>
              <a:gd name="connsiteY53" fmla="*/ 507492 h 509587"/>
              <a:gd name="connsiteX54" fmla="*/ 521494 w 585787"/>
              <a:gd name="connsiteY54" fmla="*/ 509588 h 509587"/>
              <a:gd name="connsiteX55" fmla="*/ 524256 w 585787"/>
              <a:gd name="connsiteY55" fmla="*/ 509016 h 509587"/>
              <a:gd name="connsiteX56" fmla="*/ 528638 w 585787"/>
              <a:gd name="connsiteY56" fmla="*/ 502444 h 509587"/>
              <a:gd name="connsiteX57" fmla="*/ 528638 w 585787"/>
              <a:gd name="connsiteY57" fmla="*/ 433007 h 509587"/>
              <a:gd name="connsiteX58" fmla="*/ 585788 w 585787"/>
              <a:gd name="connsiteY58" fmla="*/ 369094 h 509587"/>
              <a:gd name="connsiteX59" fmla="*/ 585788 w 585787"/>
              <a:gd name="connsiteY59" fmla="*/ 64294 h 509587"/>
              <a:gd name="connsiteX60" fmla="*/ 571500 w 585787"/>
              <a:gd name="connsiteY60" fmla="*/ 369094 h 509587"/>
              <a:gd name="connsiteX61" fmla="*/ 521494 w 585787"/>
              <a:gd name="connsiteY61" fmla="*/ 419100 h 509587"/>
              <a:gd name="connsiteX62" fmla="*/ 514350 w 585787"/>
              <a:gd name="connsiteY62" fmla="*/ 426244 h 509587"/>
              <a:gd name="connsiteX63" fmla="*/ 514350 w 585787"/>
              <a:gd name="connsiteY63" fmla="*/ 485204 h 509587"/>
              <a:gd name="connsiteX64" fmla="*/ 450342 w 585787"/>
              <a:gd name="connsiteY64" fmla="*/ 421196 h 509587"/>
              <a:gd name="connsiteX65" fmla="*/ 445294 w 585787"/>
              <a:gd name="connsiteY65" fmla="*/ 419100 h 509587"/>
              <a:gd name="connsiteX66" fmla="*/ 64294 w 585787"/>
              <a:gd name="connsiteY66" fmla="*/ 419100 h 509587"/>
              <a:gd name="connsiteX67" fmla="*/ 14288 w 585787"/>
              <a:gd name="connsiteY67" fmla="*/ 369094 h 509587"/>
              <a:gd name="connsiteX68" fmla="*/ 14288 w 585787"/>
              <a:gd name="connsiteY68" fmla="*/ 64294 h 509587"/>
              <a:gd name="connsiteX69" fmla="*/ 64294 w 585787"/>
              <a:gd name="connsiteY69" fmla="*/ 14288 h 509587"/>
              <a:gd name="connsiteX70" fmla="*/ 521494 w 585787"/>
              <a:gd name="connsiteY70" fmla="*/ 14288 h 509587"/>
              <a:gd name="connsiteX71" fmla="*/ 571500 w 585787"/>
              <a:gd name="connsiteY71" fmla="*/ 64294 h 509587"/>
              <a:gd name="connsiteX72" fmla="*/ 571500 w 585787"/>
              <a:gd name="connsiteY72" fmla="*/ 369094 h 509587"/>
              <a:gd name="connsiteX73" fmla="*/ 264319 w 585787"/>
              <a:gd name="connsiteY73" fmla="*/ 216694 h 509587"/>
              <a:gd name="connsiteX74" fmla="*/ 254794 w 585787"/>
              <a:gd name="connsiteY74" fmla="*/ 226219 h 509587"/>
              <a:gd name="connsiteX75" fmla="*/ 245269 w 585787"/>
              <a:gd name="connsiteY75" fmla="*/ 216694 h 509587"/>
              <a:gd name="connsiteX76" fmla="*/ 254794 w 585787"/>
              <a:gd name="connsiteY76" fmla="*/ 207169 h 509587"/>
              <a:gd name="connsiteX77" fmla="*/ 264319 w 585787"/>
              <a:gd name="connsiteY77" fmla="*/ 216694 h 509587"/>
              <a:gd name="connsiteX78" fmla="*/ 302419 w 585787"/>
              <a:gd name="connsiteY78" fmla="*/ 216694 h 509587"/>
              <a:gd name="connsiteX79" fmla="*/ 292894 w 585787"/>
              <a:gd name="connsiteY79" fmla="*/ 226219 h 509587"/>
              <a:gd name="connsiteX80" fmla="*/ 283369 w 585787"/>
              <a:gd name="connsiteY80" fmla="*/ 216694 h 509587"/>
              <a:gd name="connsiteX81" fmla="*/ 292894 w 585787"/>
              <a:gd name="connsiteY81" fmla="*/ 207169 h 509587"/>
              <a:gd name="connsiteX82" fmla="*/ 302419 w 585787"/>
              <a:gd name="connsiteY82" fmla="*/ 216694 h 509587"/>
              <a:gd name="connsiteX83" fmla="*/ 330994 w 585787"/>
              <a:gd name="connsiteY83" fmla="*/ 226219 h 509587"/>
              <a:gd name="connsiteX84" fmla="*/ 321469 w 585787"/>
              <a:gd name="connsiteY84" fmla="*/ 216694 h 509587"/>
              <a:gd name="connsiteX85" fmla="*/ 330994 w 585787"/>
              <a:gd name="connsiteY85" fmla="*/ 207169 h 509587"/>
              <a:gd name="connsiteX86" fmla="*/ 340519 w 585787"/>
              <a:gd name="connsiteY86" fmla="*/ 216694 h 509587"/>
              <a:gd name="connsiteX87" fmla="*/ 330994 w 585787"/>
              <a:gd name="connsiteY87" fmla="*/ 226219 h 509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</a:cxnLst>
            <a:rect l="l" t="t" r="r" b="b"/>
            <a:pathLst>
              <a:path w="585787" h="509587">
                <a:moveTo>
                  <a:pt x="430911" y="171926"/>
                </a:moveTo>
                <a:cubicBezTo>
                  <a:pt x="418719" y="106108"/>
                  <a:pt x="360426" y="57150"/>
                  <a:pt x="292894" y="57150"/>
                </a:cubicBezTo>
                <a:cubicBezTo>
                  <a:pt x="225362" y="57150"/>
                  <a:pt x="167164" y="106108"/>
                  <a:pt x="154877" y="171926"/>
                </a:cubicBezTo>
                <a:cubicBezTo>
                  <a:pt x="142685" y="174117"/>
                  <a:pt x="133350" y="184785"/>
                  <a:pt x="133350" y="197644"/>
                </a:cubicBezTo>
                <a:lnTo>
                  <a:pt x="133350" y="235744"/>
                </a:lnTo>
                <a:cubicBezTo>
                  <a:pt x="133350" y="250222"/>
                  <a:pt x="145066" y="261938"/>
                  <a:pt x="159544" y="261938"/>
                </a:cubicBezTo>
                <a:lnTo>
                  <a:pt x="178594" y="261938"/>
                </a:lnTo>
                <a:cubicBezTo>
                  <a:pt x="182499" y="261938"/>
                  <a:pt x="185738" y="258699"/>
                  <a:pt x="185738" y="254794"/>
                </a:cubicBezTo>
                <a:lnTo>
                  <a:pt x="185738" y="178594"/>
                </a:lnTo>
                <a:cubicBezTo>
                  <a:pt x="185738" y="174689"/>
                  <a:pt x="182499" y="171450"/>
                  <a:pt x="178594" y="171450"/>
                </a:cubicBezTo>
                <a:lnTo>
                  <a:pt x="169545" y="171450"/>
                </a:lnTo>
                <a:cubicBezTo>
                  <a:pt x="181737" y="113919"/>
                  <a:pt x="233363" y="71438"/>
                  <a:pt x="292894" y="71438"/>
                </a:cubicBezTo>
                <a:cubicBezTo>
                  <a:pt x="352425" y="71438"/>
                  <a:pt x="404050" y="113919"/>
                  <a:pt x="416243" y="171450"/>
                </a:cubicBezTo>
                <a:lnTo>
                  <a:pt x="407194" y="171450"/>
                </a:lnTo>
                <a:cubicBezTo>
                  <a:pt x="403289" y="171450"/>
                  <a:pt x="400050" y="174689"/>
                  <a:pt x="400050" y="178594"/>
                </a:cubicBezTo>
                <a:lnTo>
                  <a:pt x="400050" y="254794"/>
                </a:lnTo>
                <a:cubicBezTo>
                  <a:pt x="400050" y="258699"/>
                  <a:pt x="403289" y="261938"/>
                  <a:pt x="407194" y="261938"/>
                </a:cubicBezTo>
                <a:lnTo>
                  <a:pt x="418719" y="261938"/>
                </a:lnTo>
                <a:cubicBezTo>
                  <a:pt x="415290" y="294704"/>
                  <a:pt x="388906" y="320707"/>
                  <a:pt x="355949" y="323564"/>
                </a:cubicBezTo>
                <a:cubicBezTo>
                  <a:pt x="352711" y="312801"/>
                  <a:pt x="342805" y="304800"/>
                  <a:pt x="330994" y="304800"/>
                </a:cubicBezTo>
                <a:cubicBezTo>
                  <a:pt x="316516" y="304800"/>
                  <a:pt x="304800" y="316516"/>
                  <a:pt x="304800" y="330994"/>
                </a:cubicBezTo>
                <a:cubicBezTo>
                  <a:pt x="304800" y="345472"/>
                  <a:pt x="316516" y="357188"/>
                  <a:pt x="330994" y="357188"/>
                </a:cubicBezTo>
                <a:cubicBezTo>
                  <a:pt x="343091" y="357188"/>
                  <a:pt x="353187" y="348901"/>
                  <a:pt x="356140" y="337852"/>
                </a:cubicBezTo>
                <a:cubicBezTo>
                  <a:pt x="397193" y="334804"/>
                  <a:pt x="430054" y="302038"/>
                  <a:pt x="433007" y="260985"/>
                </a:cubicBezTo>
                <a:cubicBezTo>
                  <a:pt x="444151" y="257937"/>
                  <a:pt x="452342" y="247841"/>
                  <a:pt x="452342" y="235839"/>
                </a:cubicBezTo>
                <a:lnTo>
                  <a:pt x="452342" y="197739"/>
                </a:lnTo>
                <a:cubicBezTo>
                  <a:pt x="452342" y="184880"/>
                  <a:pt x="443008" y="174212"/>
                  <a:pt x="430816" y="172022"/>
                </a:cubicBezTo>
                <a:close/>
                <a:moveTo>
                  <a:pt x="171450" y="185738"/>
                </a:moveTo>
                <a:lnTo>
                  <a:pt x="171450" y="247650"/>
                </a:lnTo>
                <a:lnTo>
                  <a:pt x="159544" y="247650"/>
                </a:lnTo>
                <a:cubicBezTo>
                  <a:pt x="152972" y="247650"/>
                  <a:pt x="147638" y="242316"/>
                  <a:pt x="147638" y="235744"/>
                </a:cubicBezTo>
                <a:lnTo>
                  <a:pt x="147638" y="197644"/>
                </a:lnTo>
                <a:cubicBezTo>
                  <a:pt x="147638" y="191072"/>
                  <a:pt x="152972" y="185738"/>
                  <a:pt x="159544" y="185738"/>
                </a:cubicBezTo>
                <a:lnTo>
                  <a:pt x="171450" y="185738"/>
                </a:lnTo>
                <a:close/>
                <a:moveTo>
                  <a:pt x="330994" y="342900"/>
                </a:moveTo>
                <a:cubicBezTo>
                  <a:pt x="324422" y="342900"/>
                  <a:pt x="319088" y="337566"/>
                  <a:pt x="319088" y="330994"/>
                </a:cubicBezTo>
                <a:cubicBezTo>
                  <a:pt x="319088" y="324422"/>
                  <a:pt x="324422" y="319088"/>
                  <a:pt x="330994" y="319088"/>
                </a:cubicBezTo>
                <a:cubicBezTo>
                  <a:pt x="337566" y="319088"/>
                  <a:pt x="342900" y="324422"/>
                  <a:pt x="342900" y="330994"/>
                </a:cubicBezTo>
                <a:cubicBezTo>
                  <a:pt x="342900" y="337566"/>
                  <a:pt x="337566" y="342900"/>
                  <a:pt x="330994" y="342900"/>
                </a:cubicBezTo>
                <a:close/>
                <a:moveTo>
                  <a:pt x="438150" y="235744"/>
                </a:moveTo>
                <a:cubicBezTo>
                  <a:pt x="438150" y="242316"/>
                  <a:pt x="432816" y="247650"/>
                  <a:pt x="426244" y="247650"/>
                </a:cubicBezTo>
                <a:lnTo>
                  <a:pt x="414338" y="247650"/>
                </a:lnTo>
                <a:lnTo>
                  <a:pt x="414338" y="185738"/>
                </a:lnTo>
                <a:lnTo>
                  <a:pt x="426244" y="185738"/>
                </a:lnTo>
                <a:cubicBezTo>
                  <a:pt x="432816" y="185738"/>
                  <a:pt x="438150" y="191072"/>
                  <a:pt x="438150" y="197644"/>
                </a:cubicBezTo>
                <a:lnTo>
                  <a:pt x="438150" y="235744"/>
                </a:lnTo>
                <a:close/>
                <a:moveTo>
                  <a:pt x="585788" y="64294"/>
                </a:moveTo>
                <a:cubicBezTo>
                  <a:pt x="585788" y="28861"/>
                  <a:pt x="556927" y="0"/>
                  <a:pt x="521494" y="0"/>
                </a:cubicBezTo>
                <a:lnTo>
                  <a:pt x="64294" y="0"/>
                </a:lnTo>
                <a:cubicBezTo>
                  <a:pt x="28861" y="0"/>
                  <a:pt x="0" y="28861"/>
                  <a:pt x="0" y="64294"/>
                </a:cubicBezTo>
                <a:lnTo>
                  <a:pt x="0" y="369094"/>
                </a:lnTo>
                <a:cubicBezTo>
                  <a:pt x="0" y="404527"/>
                  <a:pt x="28861" y="433388"/>
                  <a:pt x="64294" y="433388"/>
                </a:cubicBezTo>
                <a:lnTo>
                  <a:pt x="442341" y="433388"/>
                </a:lnTo>
                <a:lnTo>
                  <a:pt x="516446" y="507492"/>
                </a:lnTo>
                <a:cubicBezTo>
                  <a:pt x="517779" y="508825"/>
                  <a:pt x="519589" y="509588"/>
                  <a:pt x="521494" y="509588"/>
                </a:cubicBezTo>
                <a:cubicBezTo>
                  <a:pt x="522446" y="509588"/>
                  <a:pt x="523304" y="509397"/>
                  <a:pt x="524256" y="509016"/>
                </a:cubicBezTo>
                <a:cubicBezTo>
                  <a:pt x="526923" y="507873"/>
                  <a:pt x="528638" y="505301"/>
                  <a:pt x="528638" y="502444"/>
                </a:cubicBezTo>
                <a:lnTo>
                  <a:pt x="528638" y="433007"/>
                </a:lnTo>
                <a:cubicBezTo>
                  <a:pt x="560737" y="429482"/>
                  <a:pt x="585788" y="402146"/>
                  <a:pt x="585788" y="369094"/>
                </a:cubicBezTo>
                <a:lnTo>
                  <a:pt x="585788" y="64294"/>
                </a:lnTo>
                <a:close/>
                <a:moveTo>
                  <a:pt x="571500" y="369094"/>
                </a:moveTo>
                <a:cubicBezTo>
                  <a:pt x="571500" y="396716"/>
                  <a:pt x="549021" y="419100"/>
                  <a:pt x="521494" y="419100"/>
                </a:cubicBezTo>
                <a:cubicBezTo>
                  <a:pt x="517589" y="419100"/>
                  <a:pt x="514350" y="422339"/>
                  <a:pt x="514350" y="426244"/>
                </a:cubicBezTo>
                <a:lnTo>
                  <a:pt x="514350" y="485204"/>
                </a:lnTo>
                <a:lnTo>
                  <a:pt x="450342" y="421196"/>
                </a:lnTo>
                <a:cubicBezTo>
                  <a:pt x="449009" y="419862"/>
                  <a:pt x="447199" y="419100"/>
                  <a:pt x="445294" y="419100"/>
                </a:cubicBezTo>
                <a:lnTo>
                  <a:pt x="64294" y="419100"/>
                </a:lnTo>
                <a:cubicBezTo>
                  <a:pt x="36766" y="419100"/>
                  <a:pt x="14288" y="396716"/>
                  <a:pt x="14288" y="369094"/>
                </a:cubicBezTo>
                <a:lnTo>
                  <a:pt x="14288" y="64294"/>
                </a:lnTo>
                <a:cubicBezTo>
                  <a:pt x="14288" y="36671"/>
                  <a:pt x="36766" y="14288"/>
                  <a:pt x="64294" y="14288"/>
                </a:cubicBezTo>
                <a:lnTo>
                  <a:pt x="521494" y="14288"/>
                </a:lnTo>
                <a:cubicBezTo>
                  <a:pt x="549021" y="14288"/>
                  <a:pt x="571500" y="36671"/>
                  <a:pt x="571500" y="64294"/>
                </a:cubicBezTo>
                <a:lnTo>
                  <a:pt x="571500" y="369094"/>
                </a:lnTo>
                <a:close/>
                <a:moveTo>
                  <a:pt x="264319" y="216694"/>
                </a:moveTo>
                <a:cubicBezTo>
                  <a:pt x="264319" y="221933"/>
                  <a:pt x="260033" y="226219"/>
                  <a:pt x="254794" y="226219"/>
                </a:cubicBezTo>
                <a:cubicBezTo>
                  <a:pt x="249555" y="226219"/>
                  <a:pt x="245269" y="221933"/>
                  <a:pt x="245269" y="216694"/>
                </a:cubicBezTo>
                <a:cubicBezTo>
                  <a:pt x="245269" y="211455"/>
                  <a:pt x="249555" y="207169"/>
                  <a:pt x="254794" y="207169"/>
                </a:cubicBezTo>
                <a:cubicBezTo>
                  <a:pt x="260033" y="207169"/>
                  <a:pt x="264319" y="211455"/>
                  <a:pt x="264319" y="216694"/>
                </a:cubicBezTo>
                <a:close/>
                <a:moveTo>
                  <a:pt x="302419" y="216694"/>
                </a:moveTo>
                <a:cubicBezTo>
                  <a:pt x="302419" y="221933"/>
                  <a:pt x="298133" y="226219"/>
                  <a:pt x="292894" y="226219"/>
                </a:cubicBezTo>
                <a:cubicBezTo>
                  <a:pt x="287655" y="226219"/>
                  <a:pt x="283369" y="221933"/>
                  <a:pt x="283369" y="216694"/>
                </a:cubicBezTo>
                <a:cubicBezTo>
                  <a:pt x="283369" y="211455"/>
                  <a:pt x="287655" y="207169"/>
                  <a:pt x="292894" y="207169"/>
                </a:cubicBezTo>
                <a:cubicBezTo>
                  <a:pt x="298133" y="207169"/>
                  <a:pt x="302419" y="211455"/>
                  <a:pt x="302419" y="216694"/>
                </a:cubicBezTo>
                <a:close/>
                <a:moveTo>
                  <a:pt x="330994" y="226219"/>
                </a:moveTo>
                <a:cubicBezTo>
                  <a:pt x="325755" y="226219"/>
                  <a:pt x="321469" y="221933"/>
                  <a:pt x="321469" y="216694"/>
                </a:cubicBezTo>
                <a:cubicBezTo>
                  <a:pt x="321469" y="211455"/>
                  <a:pt x="325755" y="207169"/>
                  <a:pt x="330994" y="207169"/>
                </a:cubicBezTo>
                <a:cubicBezTo>
                  <a:pt x="336233" y="207169"/>
                  <a:pt x="340519" y="211455"/>
                  <a:pt x="340519" y="216694"/>
                </a:cubicBezTo>
                <a:cubicBezTo>
                  <a:pt x="340519" y="221933"/>
                  <a:pt x="336233" y="226219"/>
                  <a:pt x="330994" y="226219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6095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14244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59" name="Freeform 58">
            <a:extLst>
              <a:ext uri="{FF2B5EF4-FFF2-40B4-BE49-F238E27FC236}">
                <a16:creationId xmlns:a16="http://schemas.microsoft.com/office/drawing/2014/main" id="{921DEADC-CB40-19B6-2DC7-CE842248D573}"/>
              </a:ext>
            </a:extLst>
          </p:cNvPr>
          <p:cNvSpPr/>
          <p:nvPr/>
        </p:nvSpPr>
        <p:spPr>
          <a:xfrm>
            <a:off x="4813604" y="5098830"/>
            <a:ext cx="446844" cy="449394"/>
          </a:xfrm>
          <a:custGeom>
            <a:avLst/>
            <a:gdLst>
              <a:gd name="connsiteX0" fmla="*/ 319183 w 585787"/>
              <a:gd name="connsiteY0" fmla="*/ 275368 h 588740"/>
              <a:gd name="connsiteX1" fmla="*/ 338138 w 585787"/>
              <a:gd name="connsiteY1" fmla="*/ 238697 h 588740"/>
              <a:gd name="connsiteX2" fmla="*/ 292894 w 585787"/>
              <a:gd name="connsiteY2" fmla="*/ 193453 h 588740"/>
              <a:gd name="connsiteX3" fmla="*/ 247650 w 585787"/>
              <a:gd name="connsiteY3" fmla="*/ 238697 h 588740"/>
              <a:gd name="connsiteX4" fmla="*/ 266605 w 585787"/>
              <a:gd name="connsiteY4" fmla="*/ 275368 h 588740"/>
              <a:gd name="connsiteX5" fmla="*/ 228600 w 585787"/>
              <a:gd name="connsiteY5" fmla="*/ 333947 h 588740"/>
              <a:gd name="connsiteX6" fmla="*/ 242888 w 585787"/>
              <a:gd name="connsiteY6" fmla="*/ 333947 h 588740"/>
              <a:gd name="connsiteX7" fmla="*/ 292894 w 585787"/>
              <a:gd name="connsiteY7" fmla="*/ 283940 h 588740"/>
              <a:gd name="connsiteX8" fmla="*/ 342900 w 585787"/>
              <a:gd name="connsiteY8" fmla="*/ 333947 h 588740"/>
              <a:gd name="connsiteX9" fmla="*/ 357188 w 585787"/>
              <a:gd name="connsiteY9" fmla="*/ 333947 h 588740"/>
              <a:gd name="connsiteX10" fmla="*/ 319183 w 585787"/>
              <a:gd name="connsiteY10" fmla="*/ 275368 h 588740"/>
              <a:gd name="connsiteX11" fmla="*/ 292894 w 585787"/>
              <a:gd name="connsiteY11" fmla="*/ 269653 h 588740"/>
              <a:gd name="connsiteX12" fmla="*/ 261938 w 585787"/>
              <a:gd name="connsiteY12" fmla="*/ 238697 h 588740"/>
              <a:gd name="connsiteX13" fmla="*/ 292894 w 585787"/>
              <a:gd name="connsiteY13" fmla="*/ 207740 h 588740"/>
              <a:gd name="connsiteX14" fmla="*/ 323850 w 585787"/>
              <a:gd name="connsiteY14" fmla="*/ 238697 h 588740"/>
              <a:gd name="connsiteX15" fmla="*/ 292894 w 585787"/>
              <a:gd name="connsiteY15" fmla="*/ 269653 h 588740"/>
              <a:gd name="connsiteX16" fmla="*/ 340519 w 585787"/>
              <a:gd name="connsiteY16" fmla="*/ 429197 h 588740"/>
              <a:gd name="connsiteX17" fmla="*/ 383858 w 585787"/>
              <a:gd name="connsiteY17" fmla="*/ 357569 h 588740"/>
              <a:gd name="connsiteX18" fmla="*/ 416052 w 585787"/>
              <a:gd name="connsiteY18" fmla="*/ 302990 h 588740"/>
              <a:gd name="connsiteX19" fmla="*/ 464344 w 585787"/>
              <a:gd name="connsiteY19" fmla="*/ 302990 h 588740"/>
              <a:gd name="connsiteX20" fmla="*/ 585788 w 585787"/>
              <a:gd name="connsiteY20" fmla="*/ 181547 h 588740"/>
              <a:gd name="connsiteX21" fmla="*/ 464344 w 585787"/>
              <a:gd name="connsiteY21" fmla="*/ 60103 h 588740"/>
              <a:gd name="connsiteX22" fmla="*/ 128206 w 585787"/>
              <a:gd name="connsiteY22" fmla="*/ 60103 h 588740"/>
              <a:gd name="connsiteX23" fmla="*/ 121920 w 585787"/>
              <a:gd name="connsiteY23" fmla="*/ 38862 h 588740"/>
              <a:gd name="connsiteX24" fmla="*/ 150686 w 585787"/>
              <a:gd name="connsiteY24" fmla="*/ 10097 h 588740"/>
              <a:gd name="connsiteX25" fmla="*/ 140589 w 585787"/>
              <a:gd name="connsiteY25" fmla="*/ 0 h 588740"/>
              <a:gd name="connsiteX26" fmla="*/ 114109 w 585787"/>
              <a:gd name="connsiteY26" fmla="*/ 26480 h 588740"/>
              <a:gd name="connsiteX27" fmla="*/ 64389 w 585787"/>
              <a:gd name="connsiteY27" fmla="*/ 2953 h 588740"/>
              <a:gd name="connsiteX28" fmla="*/ 95 w 585787"/>
              <a:gd name="connsiteY28" fmla="*/ 67247 h 588740"/>
              <a:gd name="connsiteX29" fmla="*/ 64389 w 585787"/>
              <a:gd name="connsiteY29" fmla="*/ 131540 h 588740"/>
              <a:gd name="connsiteX30" fmla="*/ 128302 w 585787"/>
              <a:gd name="connsiteY30" fmla="*/ 74390 h 588740"/>
              <a:gd name="connsiteX31" fmla="*/ 464439 w 585787"/>
              <a:gd name="connsiteY31" fmla="*/ 74390 h 588740"/>
              <a:gd name="connsiteX32" fmla="*/ 571595 w 585787"/>
              <a:gd name="connsiteY32" fmla="*/ 181547 h 588740"/>
              <a:gd name="connsiteX33" fmla="*/ 464439 w 585787"/>
              <a:gd name="connsiteY33" fmla="*/ 288703 h 588740"/>
              <a:gd name="connsiteX34" fmla="*/ 419481 w 585787"/>
              <a:gd name="connsiteY34" fmla="*/ 288703 h 588740"/>
              <a:gd name="connsiteX35" fmla="*/ 383953 w 585787"/>
              <a:gd name="connsiteY35" fmla="*/ 174308 h 588740"/>
              <a:gd name="connsiteX36" fmla="*/ 292989 w 585787"/>
              <a:gd name="connsiteY36" fmla="*/ 136303 h 588740"/>
              <a:gd name="connsiteX37" fmla="*/ 202025 w 585787"/>
              <a:gd name="connsiteY37" fmla="*/ 174308 h 588740"/>
              <a:gd name="connsiteX38" fmla="*/ 166592 w 585787"/>
              <a:gd name="connsiteY38" fmla="*/ 288703 h 588740"/>
              <a:gd name="connsiteX39" fmla="*/ 121444 w 585787"/>
              <a:gd name="connsiteY39" fmla="*/ 288703 h 588740"/>
              <a:gd name="connsiteX40" fmla="*/ 0 w 585787"/>
              <a:gd name="connsiteY40" fmla="*/ 410147 h 588740"/>
              <a:gd name="connsiteX41" fmla="*/ 121444 w 585787"/>
              <a:gd name="connsiteY41" fmla="*/ 531590 h 588740"/>
              <a:gd name="connsiteX42" fmla="*/ 457581 w 585787"/>
              <a:gd name="connsiteY42" fmla="*/ 531590 h 588740"/>
              <a:gd name="connsiteX43" fmla="*/ 521494 w 585787"/>
              <a:gd name="connsiteY43" fmla="*/ 588740 h 588740"/>
              <a:gd name="connsiteX44" fmla="*/ 585788 w 585787"/>
              <a:gd name="connsiteY44" fmla="*/ 524447 h 588740"/>
              <a:gd name="connsiteX45" fmla="*/ 521494 w 585787"/>
              <a:gd name="connsiteY45" fmla="*/ 460153 h 588740"/>
              <a:gd name="connsiteX46" fmla="*/ 457581 w 585787"/>
              <a:gd name="connsiteY46" fmla="*/ 517303 h 588740"/>
              <a:gd name="connsiteX47" fmla="*/ 121444 w 585787"/>
              <a:gd name="connsiteY47" fmla="*/ 517303 h 588740"/>
              <a:gd name="connsiteX48" fmla="*/ 14288 w 585787"/>
              <a:gd name="connsiteY48" fmla="*/ 410147 h 588740"/>
              <a:gd name="connsiteX49" fmla="*/ 121444 w 585787"/>
              <a:gd name="connsiteY49" fmla="*/ 302990 h 588740"/>
              <a:gd name="connsiteX50" fmla="*/ 169831 w 585787"/>
              <a:gd name="connsiteY50" fmla="*/ 302990 h 588740"/>
              <a:gd name="connsiteX51" fmla="*/ 202597 w 585787"/>
              <a:gd name="connsiteY51" fmla="*/ 358140 h 588740"/>
              <a:gd name="connsiteX52" fmla="*/ 245269 w 585787"/>
              <a:gd name="connsiteY52" fmla="*/ 429197 h 588740"/>
              <a:gd name="connsiteX53" fmla="*/ 252413 w 585787"/>
              <a:gd name="connsiteY53" fmla="*/ 436340 h 588740"/>
              <a:gd name="connsiteX54" fmla="*/ 333375 w 585787"/>
              <a:gd name="connsiteY54" fmla="*/ 436340 h 588740"/>
              <a:gd name="connsiteX55" fmla="*/ 340519 w 585787"/>
              <a:gd name="connsiteY55" fmla="*/ 429197 h 588740"/>
              <a:gd name="connsiteX56" fmla="*/ 64294 w 585787"/>
              <a:gd name="connsiteY56" fmla="*/ 117253 h 588740"/>
              <a:gd name="connsiteX57" fmla="*/ 14288 w 585787"/>
              <a:gd name="connsiteY57" fmla="*/ 67247 h 588740"/>
              <a:gd name="connsiteX58" fmla="*/ 64294 w 585787"/>
              <a:gd name="connsiteY58" fmla="*/ 17240 h 588740"/>
              <a:gd name="connsiteX59" fmla="*/ 103727 w 585787"/>
              <a:gd name="connsiteY59" fmla="*/ 36767 h 588740"/>
              <a:gd name="connsiteX60" fmla="*/ 64294 w 585787"/>
              <a:gd name="connsiteY60" fmla="*/ 76200 h 588740"/>
              <a:gd name="connsiteX61" fmla="*/ 45244 w 585787"/>
              <a:gd name="connsiteY61" fmla="*/ 57150 h 588740"/>
              <a:gd name="connsiteX62" fmla="*/ 35147 w 585787"/>
              <a:gd name="connsiteY62" fmla="*/ 67247 h 588740"/>
              <a:gd name="connsiteX63" fmla="*/ 59246 w 585787"/>
              <a:gd name="connsiteY63" fmla="*/ 91345 h 588740"/>
              <a:gd name="connsiteX64" fmla="*/ 64294 w 585787"/>
              <a:gd name="connsiteY64" fmla="*/ 93440 h 588740"/>
              <a:gd name="connsiteX65" fmla="*/ 69342 w 585787"/>
              <a:gd name="connsiteY65" fmla="*/ 91345 h 588740"/>
              <a:gd name="connsiteX66" fmla="*/ 110966 w 585787"/>
              <a:gd name="connsiteY66" fmla="*/ 49721 h 588740"/>
              <a:gd name="connsiteX67" fmla="*/ 114300 w 585787"/>
              <a:gd name="connsiteY67" fmla="*/ 67247 h 588740"/>
              <a:gd name="connsiteX68" fmla="*/ 64294 w 585787"/>
              <a:gd name="connsiteY68" fmla="*/ 117253 h 588740"/>
              <a:gd name="connsiteX69" fmla="*/ 521494 w 585787"/>
              <a:gd name="connsiteY69" fmla="*/ 474440 h 588740"/>
              <a:gd name="connsiteX70" fmla="*/ 571500 w 585787"/>
              <a:gd name="connsiteY70" fmla="*/ 524447 h 588740"/>
              <a:gd name="connsiteX71" fmla="*/ 521494 w 585787"/>
              <a:gd name="connsiteY71" fmla="*/ 574453 h 588740"/>
              <a:gd name="connsiteX72" fmla="*/ 471488 w 585787"/>
              <a:gd name="connsiteY72" fmla="*/ 524447 h 588740"/>
              <a:gd name="connsiteX73" fmla="*/ 521494 w 585787"/>
              <a:gd name="connsiteY73" fmla="*/ 474440 h 588740"/>
              <a:gd name="connsiteX74" fmla="*/ 259175 w 585787"/>
              <a:gd name="connsiteY74" fmla="*/ 422053 h 588740"/>
              <a:gd name="connsiteX75" fmla="*/ 212122 w 585787"/>
              <a:gd name="connsiteY75" fmla="*/ 347472 h 588740"/>
              <a:gd name="connsiteX76" fmla="*/ 212122 w 585787"/>
              <a:gd name="connsiteY76" fmla="*/ 184309 h 588740"/>
              <a:gd name="connsiteX77" fmla="*/ 292894 w 585787"/>
              <a:gd name="connsiteY77" fmla="*/ 150590 h 588740"/>
              <a:gd name="connsiteX78" fmla="*/ 373666 w 585787"/>
              <a:gd name="connsiteY78" fmla="*/ 184309 h 588740"/>
              <a:gd name="connsiteX79" fmla="*/ 374333 w 585787"/>
              <a:gd name="connsiteY79" fmla="*/ 346901 h 588740"/>
              <a:gd name="connsiteX80" fmla="*/ 326612 w 585787"/>
              <a:gd name="connsiteY80" fmla="*/ 422053 h 588740"/>
              <a:gd name="connsiteX81" fmla="*/ 259175 w 585787"/>
              <a:gd name="connsiteY81" fmla="*/ 422053 h 588740"/>
              <a:gd name="connsiteX82" fmla="*/ 252413 w 585787"/>
              <a:gd name="connsiteY82" fmla="*/ 460153 h 588740"/>
              <a:gd name="connsiteX83" fmla="*/ 333375 w 585787"/>
              <a:gd name="connsiteY83" fmla="*/ 460153 h 588740"/>
              <a:gd name="connsiteX84" fmla="*/ 333375 w 585787"/>
              <a:gd name="connsiteY84" fmla="*/ 474440 h 588740"/>
              <a:gd name="connsiteX85" fmla="*/ 252413 w 585787"/>
              <a:gd name="connsiteY85" fmla="*/ 474440 h 588740"/>
              <a:gd name="connsiteX86" fmla="*/ 252413 w 585787"/>
              <a:gd name="connsiteY86" fmla="*/ 460153 h 588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585787" h="588740">
                <a:moveTo>
                  <a:pt x="319183" y="275368"/>
                </a:moveTo>
                <a:cubicBezTo>
                  <a:pt x="330613" y="267176"/>
                  <a:pt x="338138" y="253841"/>
                  <a:pt x="338138" y="238697"/>
                </a:cubicBezTo>
                <a:cubicBezTo>
                  <a:pt x="338138" y="213741"/>
                  <a:pt x="317849" y="193453"/>
                  <a:pt x="292894" y="193453"/>
                </a:cubicBezTo>
                <a:cubicBezTo>
                  <a:pt x="267938" y="193453"/>
                  <a:pt x="247650" y="213741"/>
                  <a:pt x="247650" y="238697"/>
                </a:cubicBezTo>
                <a:cubicBezTo>
                  <a:pt x="247650" y="253841"/>
                  <a:pt x="255175" y="267081"/>
                  <a:pt x="266605" y="275368"/>
                </a:cubicBezTo>
                <a:cubicBezTo>
                  <a:pt x="244221" y="285464"/>
                  <a:pt x="228600" y="307848"/>
                  <a:pt x="228600" y="333947"/>
                </a:cubicBezTo>
                <a:lnTo>
                  <a:pt x="242888" y="333947"/>
                </a:lnTo>
                <a:cubicBezTo>
                  <a:pt x="242888" y="306324"/>
                  <a:pt x="265367" y="283940"/>
                  <a:pt x="292894" y="283940"/>
                </a:cubicBezTo>
                <a:cubicBezTo>
                  <a:pt x="320421" y="283940"/>
                  <a:pt x="342900" y="306324"/>
                  <a:pt x="342900" y="333947"/>
                </a:cubicBezTo>
                <a:lnTo>
                  <a:pt x="357188" y="333947"/>
                </a:lnTo>
                <a:cubicBezTo>
                  <a:pt x="357188" y="307848"/>
                  <a:pt x="341567" y="285464"/>
                  <a:pt x="319183" y="275368"/>
                </a:cubicBezTo>
                <a:close/>
                <a:moveTo>
                  <a:pt x="292894" y="269653"/>
                </a:moveTo>
                <a:cubicBezTo>
                  <a:pt x="275844" y="269653"/>
                  <a:pt x="261938" y="255746"/>
                  <a:pt x="261938" y="238697"/>
                </a:cubicBezTo>
                <a:cubicBezTo>
                  <a:pt x="261938" y="221647"/>
                  <a:pt x="275844" y="207740"/>
                  <a:pt x="292894" y="207740"/>
                </a:cubicBezTo>
                <a:cubicBezTo>
                  <a:pt x="309944" y="207740"/>
                  <a:pt x="323850" y="221647"/>
                  <a:pt x="323850" y="238697"/>
                </a:cubicBezTo>
                <a:cubicBezTo>
                  <a:pt x="323850" y="255746"/>
                  <a:pt x="309944" y="269653"/>
                  <a:pt x="292894" y="269653"/>
                </a:cubicBezTo>
                <a:close/>
                <a:moveTo>
                  <a:pt x="340519" y="429197"/>
                </a:moveTo>
                <a:cubicBezTo>
                  <a:pt x="340519" y="392335"/>
                  <a:pt x="382810" y="358426"/>
                  <a:pt x="383858" y="357569"/>
                </a:cubicBezTo>
                <a:cubicBezTo>
                  <a:pt x="399479" y="341852"/>
                  <a:pt x="410242" y="322993"/>
                  <a:pt x="416052" y="302990"/>
                </a:cubicBezTo>
                <a:lnTo>
                  <a:pt x="464344" y="302990"/>
                </a:lnTo>
                <a:cubicBezTo>
                  <a:pt x="531305" y="302990"/>
                  <a:pt x="585788" y="248507"/>
                  <a:pt x="585788" y="181547"/>
                </a:cubicBezTo>
                <a:cubicBezTo>
                  <a:pt x="585788" y="114586"/>
                  <a:pt x="531305" y="60103"/>
                  <a:pt x="464344" y="60103"/>
                </a:cubicBezTo>
                <a:lnTo>
                  <a:pt x="128206" y="60103"/>
                </a:lnTo>
                <a:cubicBezTo>
                  <a:pt x="127349" y="52483"/>
                  <a:pt x="125158" y="45339"/>
                  <a:pt x="121920" y="38862"/>
                </a:cubicBezTo>
                <a:lnTo>
                  <a:pt x="150686" y="10097"/>
                </a:lnTo>
                <a:lnTo>
                  <a:pt x="140589" y="0"/>
                </a:lnTo>
                <a:lnTo>
                  <a:pt x="114109" y="26480"/>
                </a:lnTo>
                <a:cubicBezTo>
                  <a:pt x="102299" y="12097"/>
                  <a:pt x="84392" y="2953"/>
                  <a:pt x="64389" y="2953"/>
                </a:cubicBezTo>
                <a:cubicBezTo>
                  <a:pt x="28956" y="2953"/>
                  <a:pt x="95" y="31814"/>
                  <a:pt x="95" y="67247"/>
                </a:cubicBezTo>
                <a:cubicBezTo>
                  <a:pt x="95" y="102680"/>
                  <a:pt x="28956" y="131540"/>
                  <a:pt x="64389" y="131540"/>
                </a:cubicBezTo>
                <a:cubicBezTo>
                  <a:pt x="97441" y="131540"/>
                  <a:pt x="124682" y="106490"/>
                  <a:pt x="128302" y="74390"/>
                </a:cubicBezTo>
                <a:lnTo>
                  <a:pt x="464439" y="74390"/>
                </a:lnTo>
                <a:cubicBezTo>
                  <a:pt x="523494" y="74390"/>
                  <a:pt x="571595" y="122492"/>
                  <a:pt x="571595" y="181547"/>
                </a:cubicBezTo>
                <a:cubicBezTo>
                  <a:pt x="571595" y="240602"/>
                  <a:pt x="523494" y="288703"/>
                  <a:pt x="464439" y="288703"/>
                </a:cubicBezTo>
                <a:lnTo>
                  <a:pt x="419481" y="288703"/>
                </a:lnTo>
                <a:cubicBezTo>
                  <a:pt x="426530" y="248412"/>
                  <a:pt x="414814" y="205359"/>
                  <a:pt x="383953" y="174308"/>
                </a:cubicBezTo>
                <a:cubicBezTo>
                  <a:pt x="359664" y="149828"/>
                  <a:pt x="327374" y="136303"/>
                  <a:pt x="292989" y="136303"/>
                </a:cubicBezTo>
                <a:cubicBezTo>
                  <a:pt x="258604" y="136303"/>
                  <a:pt x="226314" y="149828"/>
                  <a:pt x="202025" y="174308"/>
                </a:cubicBezTo>
                <a:cubicBezTo>
                  <a:pt x="171260" y="205359"/>
                  <a:pt x="159449" y="248317"/>
                  <a:pt x="166592" y="288703"/>
                </a:cubicBezTo>
                <a:lnTo>
                  <a:pt x="121444" y="288703"/>
                </a:lnTo>
                <a:cubicBezTo>
                  <a:pt x="54483" y="288703"/>
                  <a:pt x="0" y="343186"/>
                  <a:pt x="0" y="410147"/>
                </a:cubicBezTo>
                <a:cubicBezTo>
                  <a:pt x="0" y="477107"/>
                  <a:pt x="54483" y="531590"/>
                  <a:pt x="121444" y="531590"/>
                </a:cubicBezTo>
                <a:lnTo>
                  <a:pt x="457581" y="531590"/>
                </a:lnTo>
                <a:cubicBezTo>
                  <a:pt x="461105" y="563690"/>
                  <a:pt x="488442" y="588740"/>
                  <a:pt x="521494" y="588740"/>
                </a:cubicBezTo>
                <a:cubicBezTo>
                  <a:pt x="556927" y="588740"/>
                  <a:pt x="585788" y="559880"/>
                  <a:pt x="585788" y="524447"/>
                </a:cubicBezTo>
                <a:cubicBezTo>
                  <a:pt x="585788" y="489014"/>
                  <a:pt x="556927" y="460153"/>
                  <a:pt x="521494" y="460153"/>
                </a:cubicBezTo>
                <a:cubicBezTo>
                  <a:pt x="488442" y="460153"/>
                  <a:pt x="461200" y="485204"/>
                  <a:pt x="457581" y="517303"/>
                </a:cubicBezTo>
                <a:lnTo>
                  <a:pt x="121444" y="517303"/>
                </a:lnTo>
                <a:cubicBezTo>
                  <a:pt x="62389" y="517303"/>
                  <a:pt x="14288" y="469202"/>
                  <a:pt x="14288" y="410147"/>
                </a:cubicBezTo>
                <a:cubicBezTo>
                  <a:pt x="14288" y="351092"/>
                  <a:pt x="62389" y="302990"/>
                  <a:pt x="121444" y="302990"/>
                </a:cubicBezTo>
                <a:lnTo>
                  <a:pt x="169831" y="302990"/>
                </a:lnTo>
                <a:cubicBezTo>
                  <a:pt x="175831" y="323088"/>
                  <a:pt x="186690" y="342138"/>
                  <a:pt x="202597" y="358140"/>
                </a:cubicBezTo>
                <a:cubicBezTo>
                  <a:pt x="202978" y="358521"/>
                  <a:pt x="245269" y="392430"/>
                  <a:pt x="245269" y="429197"/>
                </a:cubicBezTo>
                <a:cubicBezTo>
                  <a:pt x="245269" y="433102"/>
                  <a:pt x="248507" y="436340"/>
                  <a:pt x="252413" y="436340"/>
                </a:cubicBezTo>
                <a:lnTo>
                  <a:pt x="333375" y="436340"/>
                </a:lnTo>
                <a:cubicBezTo>
                  <a:pt x="337280" y="436340"/>
                  <a:pt x="340519" y="433102"/>
                  <a:pt x="340519" y="429197"/>
                </a:cubicBezTo>
                <a:close/>
                <a:moveTo>
                  <a:pt x="64294" y="117253"/>
                </a:moveTo>
                <a:cubicBezTo>
                  <a:pt x="36766" y="117253"/>
                  <a:pt x="14288" y="94869"/>
                  <a:pt x="14288" y="67247"/>
                </a:cubicBezTo>
                <a:cubicBezTo>
                  <a:pt x="14288" y="39624"/>
                  <a:pt x="36766" y="17240"/>
                  <a:pt x="64294" y="17240"/>
                </a:cubicBezTo>
                <a:cubicBezTo>
                  <a:pt x="80391" y="17240"/>
                  <a:pt x="94488" y="24956"/>
                  <a:pt x="103727" y="36767"/>
                </a:cubicBezTo>
                <a:lnTo>
                  <a:pt x="64294" y="76200"/>
                </a:lnTo>
                <a:lnTo>
                  <a:pt x="45244" y="57150"/>
                </a:lnTo>
                <a:lnTo>
                  <a:pt x="35147" y="67247"/>
                </a:lnTo>
                <a:lnTo>
                  <a:pt x="59246" y="91345"/>
                </a:lnTo>
                <a:cubicBezTo>
                  <a:pt x="60674" y="92774"/>
                  <a:pt x="62484" y="93440"/>
                  <a:pt x="64294" y="93440"/>
                </a:cubicBezTo>
                <a:cubicBezTo>
                  <a:pt x="66104" y="93440"/>
                  <a:pt x="67913" y="92774"/>
                  <a:pt x="69342" y="91345"/>
                </a:cubicBezTo>
                <a:lnTo>
                  <a:pt x="110966" y="49721"/>
                </a:lnTo>
                <a:cubicBezTo>
                  <a:pt x="113062" y="55150"/>
                  <a:pt x="114300" y="61055"/>
                  <a:pt x="114300" y="67247"/>
                </a:cubicBezTo>
                <a:cubicBezTo>
                  <a:pt x="114300" y="94869"/>
                  <a:pt x="91821" y="117253"/>
                  <a:pt x="64294" y="117253"/>
                </a:cubicBezTo>
                <a:close/>
                <a:moveTo>
                  <a:pt x="521494" y="474440"/>
                </a:moveTo>
                <a:cubicBezTo>
                  <a:pt x="549021" y="474440"/>
                  <a:pt x="571500" y="496824"/>
                  <a:pt x="571500" y="524447"/>
                </a:cubicBezTo>
                <a:cubicBezTo>
                  <a:pt x="571500" y="552069"/>
                  <a:pt x="549021" y="574453"/>
                  <a:pt x="521494" y="574453"/>
                </a:cubicBezTo>
                <a:cubicBezTo>
                  <a:pt x="493967" y="574453"/>
                  <a:pt x="471488" y="552069"/>
                  <a:pt x="471488" y="524447"/>
                </a:cubicBezTo>
                <a:cubicBezTo>
                  <a:pt x="471488" y="496824"/>
                  <a:pt x="493967" y="474440"/>
                  <a:pt x="521494" y="474440"/>
                </a:cubicBezTo>
                <a:close/>
                <a:moveTo>
                  <a:pt x="259175" y="422053"/>
                </a:moveTo>
                <a:cubicBezTo>
                  <a:pt x="254603" y="381476"/>
                  <a:pt x="213360" y="348425"/>
                  <a:pt x="212122" y="347472"/>
                </a:cubicBezTo>
                <a:cubicBezTo>
                  <a:pt x="167545" y="302514"/>
                  <a:pt x="167545" y="229362"/>
                  <a:pt x="212122" y="184309"/>
                </a:cubicBezTo>
                <a:cubicBezTo>
                  <a:pt x="233744" y="162497"/>
                  <a:pt x="262414" y="150590"/>
                  <a:pt x="292894" y="150590"/>
                </a:cubicBezTo>
                <a:cubicBezTo>
                  <a:pt x="323374" y="150590"/>
                  <a:pt x="352139" y="162592"/>
                  <a:pt x="373666" y="184309"/>
                </a:cubicBezTo>
                <a:cubicBezTo>
                  <a:pt x="418243" y="229267"/>
                  <a:pt x="418243" y="302419"/>
                  <a:pt x="374333" y="346901"/>
                </a:cubicBezTo>
                <a:cubicBezTo>
                  <a:pt x="372428" y="348329"/>
                  <a:pt x="331184" y="381476"/>
                  <a:pt x="326612" y="422053"/>
                </a:cubicBezTo>
                <a:lnTo>
                  <a:pt x="259175" y="422053"/>
                </a:lnTo>
                <a:close/>
                <a:moveTo>
                  <a:pt x="252413" y="460153"/>
                </a:moveTo>
                <a:lnTo>
                  <a:pt x="333375" y="460153"/>
                </a:lnTo>
                <a:lnTo>
                  <a:pt x="333375" y="474440"/>
                </a:lnTo>
                <a:lnTo>
                  <a:pt x="252413" y="474440"/>
                </a:lnTo>
                <a:lnTo>
                  <a:pt x="252413" y="460153"/>
                </a:ln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6095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14244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60" name="Freeform 59">
            <a:extLst>
              <a:ext uri="{FF2B5EF4-FFF2-40B4-BE49-F238E27FC236}">
                <a16:creationId xmlns:a16="http://schemas.microsoft.com/office/drawing/2014/main" id="{C7F16EE7-E234-23B2-7C15-ABF9274AE7DA}"/>
              </a:ext>
            </a:extLst>
          </p:cNvPr>
          <p:cNvSpPr/>
          <p:nvPr/>
        </p:nvSpPr>
        <p:spPr>
          <a:xfrm>
            <a:off x="4796202" y="2732148"/>
            <a:ext cx="481648" cy="451794"/>
          </a:xfrm>
          <a:custGeom>
            <a:avLst/>
            <a:gdLst>
              <a:gd name="connsiteX0" fmla="*/ 277559 w 585787"/>
              <a:gd name="connsiteY0" fmla="*/ 441769 h 549116"/>
              <a:gd name="connsiteX1" fmla="*/ 277559 w 585787"/>
              <a:gd name="connsiteY1" fmla="*/ 441769 h 549116"/>
              <a:gd name="connsiteX2" fmla="*/ 286131 w 585787"/>
              <a:gd name="connsiteY2" fmla="*/ 424720 h 549116"/>
              <a:gd name="connsiteX3" fmla="*/ 298895 w 585787"/>
              <a:gd name="connsiteY3" fmla="*/ 431102 h 549116"/>
              <a:gd name="connsiteX4" fmla="*/ 290322 w 585787"/>
              <a:gd name="connsiteY4" fmla="*/ 448151 h 549116"/>
              <a:gd name="connsiteX5" fmla="*/ 283940 w 585787"/>
              <a:gd name="connsiteY5" fmla="*/ 444913 h 549116"/>
              <a:gd name="connsiteX6" fmla="*/ 290322 w 585787"/>
              <a:gd name="connsiteY6" fmla="*/ 448151 h 549116"/>
              <a:gd name="connsiteX7" fmla="*/ 197644 w 585787"/>
              <a:gd name="connsiteY7" fmla="*/ 511397 h 549116"/>
              <a:gd name="connsiteX8" fmla="*/ 197644 w 585787"/>
              <a:gd name="connsiteY8" fmla="*/ 497110 h 549116"/>
              <a:gd name="connsiteX9" fmla="*/ 277559 w 585787"/>
              <a:gd name="connsiteY9" fmla="*/ 441769 h 549116"/>
              <a:gd name="connsiteX10" fmla="*/ 178594 w 585787"/>
              <a:gd name="connsiteY10" fmla="*/ 435197 h 549116"/>
              <a:gd name="connsiteX11" fmla="*/ 230791 w 585787"/>
              <a:gd name="connsiteY11" fmla="*/ 397002 h 549116"/>
              <a:gd name="connsiteX12" fmla="*/ 323469 w 585787"/>
              <a:gd name="connsiteY12" fmla="*/ 366236 h 549116"/>
              <a:gd name="connsiteX13" fmla="*/ 361950 w 585787"/>
              <a:gd name="connsiteY13" fmla="*/ 428054 h 549116"/>
              <a:gd name="connsiteX14" fmla="*/ 369094 w 585787"/>
              <a:gd name="connsiteY14" fmla="*/ 428054 h 549116"/>
              <a:gd name="connsiteX15" fmla="*/ 361950 w 585787"/>
              <a:gd name="connsiteY15" fmla="*/ 428054 h 549116"/>
              <a:gd name="connsiteX16" fmla="*/ 325946 w 585787"/>
              <a:gd name="connsiteY16" fmla="*/ 518255 h 549116"/>
              <a:gd name="connsiteX17" fmla="*/ 306896 w 585787"/>
              <a:gd name="connsiteY17" fmla="*/ 537305 h 549116"/>
              <a:gd name="connsiteX18" fmla="*/ 316992 w 585787"/>
              <a:gd name="connsiteY18" fmla="*/ 547402 h 549116"/>
              <a:gd name="connsiteX19" fmla="*/ 336423 w 585787"/>
              <a:gd name="connsiteY19" fmla="*/ 527876 h 549116"/>
              <a:gd name="connsiteX20" fmla="*/ 376142 w 585787"/>
              <a:gd name="connsiteY20" fmla="*/ 428054 h 549116"/>
              <a:gd name="connsiteX21" fmla="*/ 376142 w 585787"/>
              <a:gd name="connsiteY21" fmla="*/ 428054 h 549116"/>
              <a:gd name="connsiteX22" fmla="*/ 329756 w 585787"/>
              <a:gd name="connsiteY22" fmla="*/ 353473 h 549116"/>
              <a:gd name="connsiteX23" fmla="*/ 217837 w 585787"/>
              <a:gd name="connsiteY23" fmla="*/ 390620 h 549116"/>
              <a:gd name="connsiteX24" fmla="*/ 178403 w 585787"/>
              <a:gd name="connsiteY24" fmla="*/ 420910 h 549116"/>
              <a:gd name="connsiteX25" fmla="*/ 178403 w 585787"/>
              <a:gd name="connsiteY25" fmla="*/ 435197 h 549116"/>
              <a:gd name="connsiteX26" fmla="*/ 178594 w 585787"/>
              <a:gd name="connsiteY26" fmla="*/ 473297 h 549116"/>
              <a:gd name="connsiteX27" fmla="*/ 260795 w 585787"/>
              <a:gd name="connsiteY27" fmla="*/ 422243 h 549116"/>
              <a:gd name="connsiteX28" fmla="*/ 264795 w 585787"/>
              <a:gd name="connsiteY28" fmla="*/ 414052 h 549116"/>
              <a:gd name="connsiteX29" fmla="*/ 306324 w 585787"/>
              <a:gd name="connsiteY29" fmla="*/ 400241 h 549116"/>
              <a:gd name="connsiteX30" fmla="*/ 323374 w 585787"/>
              <a:gd name="connsiteY30" fmla="*/ 428054 h 549116"/>
              <a:gd name="connsiteX31" fmla="*/ 269748 w 585787"/>
              <a:gd name="connsiteY31" fmla="*/ 518541 h 549116"/>
              <a:gd name="connsiteX32" fmla="*/ 233648 w 585787"/>
              <a:gd name="connsiteY32" fmla="*/ 535400 h 549116"/>
              <a:gd name="connsiteX33" fmla="*/ 237744 w 585787"/>
              <a:gd name="connsiteY33" fmla="*/ 549116 h 549116"/>
              <a:gd name="connsiteX34" fmla="*/ 277844 w 585787"/>
              <a:gd name="connsiteY34" fmla="*/ 530352 h 549116"/>
              <a:gd name="connsiteX35" fmla="*/ 337757 w 585787"/>
              <a:gd name="connsiteY35" fmla="*/ 427958 h 549116"/>
              <a:gd name="connsiteX36" fmla="*/ 312801 w 585787"/>
              <a:gd name="connsiteY36" fmla="*/ 387382 h 549116"/>
              <a:gd name="connsiteX37" fmla="*/ 252031 w 585787"/>
              <a:gd name="connsiteY37" fmla="*/ 407575 h 549116"/>
              <a:gd name="connsiteX38" fmla="*/ 247936 w 585787"/>
              <a:gd name="connsiteY38" fmla="*/ 415862 h 549116"/>
              <a:gd name="connsiteX39" fmla="*/ 178594 w 585787"/>
              <a:gd name="connsiteY39" fmla="*/ 458915 h 549116"/>
              <a:gd name="connsiteX40" fmla="*/ 178594 w 585787"/>
              <a:gd name="connsiteY40" fmla="*/ 473202 h 549116"/>
              <a:gd name="connsiteX41" fmla="*/ 554355 w 585787"/>
              <a:gd name="connsiteY41" fmla="*/ 280226 h 549116"/>
              <a:gd name="connsiteX42" fmla="*/ 585788 w 585787"/>
              <a:gd name="connsiteY42" fmla="*/ 346901 h 549116"/>
              <a:gd name="connsiteX43" fmla="*/ 499300 w 585787"/>
              <a:gd name="connsiteY43" fmla="*/ 433388 h 549116"/>
              <a:gd name="connsiteX44" fmla="*/ 445294 w 585787"/>
              <a:gd name="connsiteY44" fmla="*/ 433388 h 549116"/>
              <a:gd name="connsiteX45" fmla="*/ 445294 w 585787"/>
              <a:gd name="connsiteY45" fmla="*/ 419100 h 549116"/>
              <a:gd name="connsiteX46" fmla="*/ 499300 w 585787"/>
              <a:gd name="connsiteY46" fmla="*/ 419100 h 549116"/>
              <a:gd name="connsiteX47" fmla="*/ 571500 w 585787"/>
              <a:gd name="connsiteY47" fmla="*/ 346901 h 549116"/>
              <a:gd name="connsiteX48" fmla="*/ 499300 w 585787"/>
              <a:gd name="connsiteY48" fmla="*/ 274701 h 549116"/>
              <a:gd name="connsiteX49" fmla="*/ 455295 w 585787"/>
              <a:gd name="connsiteY49" fmla="*/ 290036 h 549116"/>
              <a:gd name="connsiteX50" fmla="*/ 448056 w 585787"/>
              <a:gd name="connsiteY50" fmla="*/ 290989 h 549116"/>
              <a:gd name="connsiteX51" fmla="*/ 443770 w 585787"/>
              <a:gd name="connsiteY51" fmla="*/ 285083 h 549116"/>
              <a:gd name="connsiteX52" fmla="*/ 292894 w 585787"/>
              <a:gd name="connsiteY52" fmla="*/ 147733 h 549116"/>
              <a:gd name="connsiteX53" fmla="*/ 150495 w 585787"/>
              <a:gd name="connsiteY53" fmla="*/ 247841 h 549116"/>
              <a:gd name="connsiteX54" fmla="*/ 146494 w 585787"/>
              <a:gd name="connsiteY54" fmla="*/ 252032 h 549116"/>
              <a:gd name="connsiteX55" fmla="*/ 140684 w 585787"/>
              <a:gd name="connsiteY55" fmla="*/ 251841 h 549116"/>
              <a:gd name="connsiteX56" fmla="*/ 102394 w 585787"/>
              <a:gd name="connsiteY56" fmla="*/ 242983 h 549116"/>
              <a:gd name="connsiteX57" fmla="*/ 14288 w 585787"/>
              <a:gd name="connsiteY57" fmla="*/ 331089 h 549116"/>
              <a:gd name="connsiteX58" fmla="*/ 102394 w 585787"/>
              <a:gd name="connsiteY58" fmla="*/ 419195 h 549116"/>
              <a:gd name="connsiteX59" fmla="*/ 140494 w 585787"/>
              <a:gd name="connsiteY59" fmla="*/ 419195 h 549116"/>
              <a:gd name="connsiteX60" fmla="*/ 140494 w 585787"/>
              <a:gd name="connsiteY60" fmla="*/ 433483 h 549116"/>
              <a:gd name="connsiteX61" fmla="*/ 102394 w 585787"/>
              <a:gd name="connsiteY61" fmla="*/ 433483 h 549116"/>
              <a:gd name="connsiteX62" fmla="*/ 0 w 585787"/>
              <a:gd name="connsiteY62" fmla="*/ 331089 h 549116"/>
              <a:gd name="connsiteX63" fmla="*/ 24955 w 585787"/>
              <a:gd name="connsiteY63" fmla="*/ 264319 h 549116"/>
              <a:gd name="connsiteX64" fmla="*/ 0 w 585787"/>
              <a:gd name="connsiteY64" fmla="*/ 197644 h 549116"/>
              <a:gd name="connsiteX65" fmla="*/ 102394 w 585787"/>
              <a:gd name="connsiteY65" fmla="*/ 95250 h 549116"/>
              <a:gd name="connsiteX66" fmla="*/ 139827 w 585787"/>
              <a:gd name="connsiteY66" fmla="*/ 102394 h 549116"/>
              <a:gd name="connsiteX67" fmla="*/ 292894 w 585787"/>
              <a:gd name="connsiteY67" fmla="*/ 0 h 549116"/>
              <a:gd name="connsiteX68" fmla="*/ 456629 w 585787"/>
              <a:gd name="connsiteY68" fmla="*/ 138494 h 549116"/>
              <a:gd name="connsiteX69" fmla="*/ 499396 w 585787"/>
              <a:gd name="connsiteY69" fmla="*/ 126968 h 549116"/>
              <a:gd name="connsiteX70" fmla="*/ 585788 w 585787"/>
              <a:gd name="connsiteY70" fmla="*/ 213646 h 549116"/>
              <a:gd name="connsiteX71" fmla="*/ 554355 w 585787"/>
              <a:gd name="connsiteY71" fmla="*/ 280226 h 549116"/>
              <a:gd name="connsiteX72" fmla="*/ 571500 w 585787"/>
              <a:gd name="connsiteY72" fmla="*/ 213646 h 549116"/>
              <a:gd name="connsiteX73" fmla="*/ 499396 w 585787"/>
              <a:gd name="connsiteY73" fmla="*/ 141256 h 549116"/>
              <a:gd name="connsiteX74" fmla="*/ 455390 w 585787"/>
              <a:gd name="connsiteY74" fmla="*/ 156591 h 549116"/>
              <a:gd name="connsiteX75" fmla="*/ 448151 w 585787"/>
              <a:gd name="connsiteY75" fmla="*/ 157544 h 549116"/>
              <a:gd name="connsiteX76" fmla="*/ 443865 w 585787"/>
              <a:gd name="connsiteY76" fmla="*/ 151638 h 549116"/>
              <a:gd name="connsiteX77" fmla="*/ 292894 w 585787"/>
              <a:gd name="connsiteY77" fmla="*/ 14288 h 549116"/>
              <a:gd name="connsiteX78" fmla="*/ 150495 w 585787"/>
              <a:gd name="connsiteY78" fmla="*/ 114395 h 549116"/>
              <a:gd name="connsiteX79" fmla="*/ 146494 w 585787"/>
              <a:gd name="connsiteY79" fmla="*/ 118586 h 549116"/>
              <a:gd name="connsiteX80" fmla="*/ 140684 w 585787"/>
              <a:gd name="connsiteY80" fmla="*/ 118491 h 549116"/>
              <a:gd name="connsiteX81" fmla="*/ 102299 w 585787"/>
              <a:gd name="connsiteY81" fmla="*/ 109633 h 549116"/>
              <a:gd name="connsiteX82" fmla="*/ 14192 w 585787"/>
              <a:gd name="connsiteY82" fmla="*/ 197739 h 549116"/>
              <a:gd name="connsiteX83" fmla="*/ 34862 w 585787"/>
              <a:gd name="connsiteY83" fmla="*/ 254222 h 549116"/>
              <a:gd name="connsiteX84" fmla="*/ 102299 w 585787"/>
              <a:gd name="connsiteY84" fmla="*/ 228695 h 549116"/>
              <a:gd name="connsiteX85" fmla="*/ 139732 w 585787"/>
              <a:gd name="connsiteY85" fmla="*/ 235839 h 549116"/>
              <a:gd name="connsiteX86" fmla="*/ 292799 w 585787"/>
              <a:gd name="connsiteY86" fmla="*/ 133445 h 549116"/>
              <a:gd name="connsiteX87" fmla="*/ 456438 w 585787"/>
              <a:gd name="connsiteY87" fmla="*/ 272034 h 549116"/>
              <a:gd name="connsiteX88" fmla="*/ 499205 w 585787"/>
              <a:gd name="connsiteY88" fmla="*/ 260414 h 549116"/>
              <a:gd name="connsiteX89" fmla="*/ 541877 w 585787"/>
              <a:gd name="connsiteY89" fmla="*/ 271748 h 549116"/>
              <a:gd name="connsiteX90" fmla="*/ 571500 w 585787"/>
              <a:gd name="connsiteY90" fmla="*/ 213646 h 549116"/>
              <a:gd name="connsiteX91" fmla="*/ 395192 w 585787"/>
              <a:gd name="connsiteY91" fmla="*/ 507397 h 549116"/>
              <a:gd name="connsiteX92" fmla="*/ 414242 w 585787"/>
              <a:gd name="connsiteY92" fmla="*/ 428054 h 549116"/>
              <a:gd name="connsiteX93" fmla="*/ 348425 w 585787"/>
              <a:gd name="connsiteY93" fmla="*/ 319373 h 549116"/>
              <a:gd name="connsiteX94" fmla="*/ 191357 w 585787"/>
              <a:gd name="connsiteY94" fmla="*/ 367379 h 549116"/>
              <a:gd name="connsiteX95" fmla="*/ 203835 w 585787"/>
              <a:gd name="connsiteY95" fmla="*/ 374428 h 549116"/>
              <a:gd name="connsiteX96" fmla="*/ 341948 w 585787"/>
              <a:gd name="connsiteY96" fmla="*/ 332137 h 549116"/>
              <a:gd name="connsiteX97" fmla="*/ 399955 w 585787"/>
              <a:gd name="connsiteY97" fmla="*/ 428244 h 549116"/>
              <a:gd name="connsiteX98" fmla="*/ 382334 w 585787"/>
              <a:gd name="connsiteY98" fmla="*/ 501110 h 549116"/>
              <a:gd name="connsiteX99" fmla="*/ 395192 w 585787"/>
              <a:gd name="connsiteY99" fmla="*/ 507397 h 549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585787" h="549116">
                <a:moveTo>
                  <a:pt x="277559" y="441769"/>
                </a:moveTo>
                <a:lnTo>
                  <a:pt x="277559" y="441769"/>
                </a:lnTo>
                <a:cubicBezTo>
                  <a:pt x="277559" y="441769"/>
                  <a:pt x="286131" y="424720"/>
                  <a:pt x="286131" y="424720"/>
                </a:cubicBezTo>
                <a:lnTo>
                  <a:pt x="298895" y="431102"/>
                </a:lnTo>
                <a:lnTo>
                  <a:pt x="290322" y="448151"/>
                </a:lnTo>
                <a:lnTo>
                  <a:pt x="283940" y="444913"/>
                </a:lnTo>
                <a:lnTo>
                  <a:pt x="290322" y="448151"/>
                </a:lnTo>
                <a:cubicBezTo>
                  <a:pt x="268986" y="490728"/>
                  <a:pt x="238697" y="511397"/>
                  <a:pt x="197644" y="511397"/>
                </a:cubicBezTo>
                <a:lnTo>
                  <a:pt x="197644" y="497110"/>
                </a:lnTo>
                <a:cubicBezTo>
                  <a:pt x="232791" y="497110"/>
                  <a:pt x="258890" y="479012"/>
                  <a:pt x="277559" y="441769"/>
                </a:cubicBezTo>
                <a:close/>
                <a:moveTo>
                  <a:pt x="178594" y="435197"/>
                </a:moveTo>
                <a:cubicBezTo>
                  <a:pt x="202978" y="435197"/>
                  <a:pt x="216599" y="425196"/>
                  <a:pt x="230791" y="397002"/>
                </a:cubicBezTo>
                <a:cubicBezTo>
                  <a:pt x="247841" y="362998"/>
                  <a:pt x="289465" y="349187"/>
                  <a:pt x="323469" y="366236"/>
                </a:cubicBezTo>
                <a:cubicBezTo>
                  <a:pt x="346900" y="377952"/>
                  <a:pt x="361950" y="402241"/>
                  <a:pt x="361950" y="428054"/>
                </a:cubicBezTo>
                <a:lnTo>
                  <a:pt x="369094" y="428054"/>
                </a:lnTo>
                <a:cubicBezTo>
                  <a:pt x="369094" y="428054"/>
                  <a:pt x="361950" y="428054"/>
                  <a:pt x="361950" y="428054"/>
                </a:cubicBezTo>
                <a:cubicBezTo>
                  <a:pt x="361950" y="458438"/>
                  <a:pt x="348996" y="490633"/>
                  <a:pt x="325946" y="518255"/>
                </a:cubicBezTo>
                <a:lnTo>
                  <a:pt x="306896" y="537305"/>
                </a:lnTo>
                <a:lnTo>
                  <a:pt x="316992" y="547402"/>
                </a:lnTo>
                <a:lnTo>
                  <a:pt x="336423" y="527876"/>
                </a:lnTo>
                <a:cubicBezTo>
                  <a:pt x="369284" y="488537"/>
                  <a:pt x="376142" y="451866"/>
                  <a:pt x="376142" y="428054"/>
                </a:cubicBezTo>
                <a:lnTo>
                  <a:pt x="376142" y="428054"/>
                </a:lnTo>
                <a:cubicBezTo>
                  <a:pt x="376142" y="396907"/>
                  <a:pt x="357950" y="367570"/>
                  <a:pt x="329756" y="353473"/>
                </a:cubicBezTo>
                <a:cubicBezTo>
                  <a:pt x="288703" y="332899"/>
                  <a:pt x="238506" y="349472"/>
                  <a:pt x="217837" y="390620"/>
                </a:cubicBezTo>
                <a:cubicBezTo>
                  <a:pt x="204883" y="416433"/>
                  <a:pt x="194786" y="420910"/>
                  <a:pt x="178403" y="420910"/>
                </a:cubicBezTo>
                <a:lnTo>
                  <a:pt x="178403" y="435197"/>
                </a:lnTo>
                <a:close/>
                <a:moveTo>
                  <a:pt x="178594" y="473297"/>
                </a:moveTo>
                <a:cubicBezTo>
                  <a:pt x="235744" y="473297"/>
                  <a:pt x="245174" y="454057"/>
                  <a:pt x="260795" y="422243"/>
                </a:cubicBezTo>
                <a:lnTo>
                  <a:pt x="264795" y="414052"/>
                </a:lnTo>
                <a:cubicBezTo>
                  <a:pt x="272415" y="398812"/>
                  <a:pt x="291084" y="392621"/>
                  <a:pt x="306324" y="400241"/>
                </a:cubicBezTo>
                <a:cubicBezTo>
                  <a:pt x="316897" y="405575"/>
                  <a:pt x="323469" y="416147"/>
                  <a:pt x="323374" y="428054"/>
                </a:cubicBezTo>
                <a:cubicBezTo>
                  <a:pt x="323660" y="454152"/>
                  <a:pt x="306991" y="493586"/>
                  <a:pt x="269748" y="518541"/>
                </a:cubicBezTo>
                <a:cubicBezTo>
                  <a:pt x="258794" y="525875"/>
                  <a:pt x="246602" y="531590"/>
                  <a:pt x="233648" y="535400"/>
                </a:cubicBezTo>
                <a:lnTo>
                  <a:pt x="237744" y="549116"/>
                </a:lnTo>
                <a:cubicBezTo>
                  <a:pt x="252127" y="544830"/>
                  <a:pt x="265652" y="538544"/>
                  <a:pt x="277844" y="530352"/>
                </a:cubicBezTo>
                <a:cubicBezTo>
                  <a:pt x="319659" y="502253"/>
                  <a:pt x="338042" y="458629"/>
                  <a:pt x="337757" y="427958"/>
                </a:cubicBezTo>
                <a:cubicBezTo>
                  <a:pt x="337757" y="410718"/>
                  <a:pt x="328232" y="395192"/>
                  <a:pt x="312801" y="387382"/>
                </a:cubicBezTo>
                <a:cubicBezTo>
                  <a:pt x="290513" y="376238"/>
                  <a:pt x="263271" y="385191"/>
                  <a:pt x="252031" y="407575"/>
                </a:cubicBezTo>
                <a:lnTo>
                  <a:pt x="247936" y="415862"/>
                </a:lnTo>
                <a:cubicBezTo>
                  <a:pt x="232981" y="446246"/>
                  <a:pt x="226790" y="458915"/>
                  <a:pt x="178594" y="458915"/>
                </a:cubicBezTo>
                <a:lnTo>
                  <a:pt x="178594" y="473202"/>
                </a:lnTo>
                <a:close/>
                <a:moveTo>
                  <a:pt x="554355" y="280226"/>
                </a:moveTo>
                <a:cubicBezTo>
                  <a:pt x="573500" y="296132"/>
                  <a:pt x="585788" y="320135"/>
                  <a:pt x="585788" y="346901"/>
                </a:cubicBezTo>
                <a:cubicBezTo>
                  <a:pt x="585788" y="394621"/>
                  <a:pt x="547021" y="433388"/>
                  <a:pt x="499300" y="433388"/>
                </a:cubicBezTo>
                <a:lnTo>
                  <a:pt x="445294" y="433388"/>
                </a:lnTo>
                <a:lnTo>
                  <a:pt x="445294" y="419100"/>
                </a:lnTo>
                <a:lnTo>
                  <a:pt x="499300" y="419100"/>
                </a:lnTo>
                <a:cubicBezTo>
                  <a:pt x="539115" y="419100"/>
                  <a:pt x="571500" y="386715"/>
                  <a:pt x="571500" y="346901"/>
                </a:cubicBezTo>
                <a:cubicBezTo>
                  <a:pt x="571500" y="307086"/>
                  <a:pt x="539115" y="274701"/>
                  <a:pt x="499300" y="274701"/>
                </a:cubicBezTo>
                <a:cubicBezTo>
                  <a:pt x="483489" y="274701"/>
                  <a:pt x="468249" y="280035"/>
                  <a:pt x="455295" y="290036"/>
                </a:cubicBezTo>
                <a:cubicBezTo>
                  <a:pt x="453200" y="291656"/>
                  <a:pt x="450533" y="291941"/>
                  <a:pt x="448056" y="290989"/>
                </a:cubicBezTo>
                <a:cubicBezTo>
                  <a:pt x="445675" y="289941"/>
                  <a:pt x="444056" y="287655"/>
                  <a:pt x="443770" y="285083"/>
                </a:cubicBezTo>
                <a:cubicBezTo>
                  <a:pt x="436436" y="206788"/>
                  <a:pt x="371570" y="147733"/>
                  <a:pt x="292894" y="147733"/>
                </a:cubicBezTo>
                <a:cubicBezTo>
                  <a:pt x="229362" y="147733"/>
                  <a:pt x="172117" y="187928"/>
                  <a:pt x="150495" y="247841"/>
                </a:cubicBezTo>
                <a:cubicBezTo>
                  <a:pt x="149828" y="249745"/>
                  <a:pt x="148304" y="251269"/>
                  <a:pt x="146494" y="252032"/>
                </a:cubicBezTo>
                <a:cubicBezTo>
                  <a:pt x="144590" y="252793"/>
                  <a:pt x="142494" y="252698"/>
                  <a:pt x="140684" y="251841"/>
                </a:cubicBezTo>
                <a:cubicBezTo>
                  <a:pt x="128588" y="245936"/>
                  <a:pt x="115729" y="242983"/>
                  <a:pt x="102394" y="242983"/>
                </a:cubicBezTo>
                <a:cubicBezTo>
                  <a:pt x="53816" y="242983"/>
                  <a:pt x="14288" y="282512"/>
                  <a:pt x="14288" y="331089"/>
                </a:cubicBezTo>
                <a:cubicBezTo>
                  <a:pt x="14288" y="379666"/>
                  <a:pt x="53816" y="419195"/>
                  <a:pt x="102394" y="419195"/>
                </a:cubicBezTo>
                <a:lnTo>
                  <a:pt x="140494" y="419195"/>
                </a:lnTo>
                <a:lnTo>
                  <a:pt x="140494" y="433483"/>
                </a:lnTo>
                <a:lnTo>
                  <a:pt x="102394" y="433483"/>
                </a:lnTo>
                <a:cubicBezTo>
                  <a:pt x="45910" y="433483"/>
                  <a:pt x="0" y="387572"/>
                  <a:pt x="0" y="331089"/>
                </a:cubicBezTo>
                <a:cubicBezTo>
                  <a:pt x="0" y="305562"/>
                  <a:pt x="9430" y="282321"/>
                  <a:pt x="24955" y="264319"/>
                </a:cubicBezTo>
                <a:cubicBezTo>
                  <a:pt x="8858" y="245936"/>
                  <a:pt x="0" y="222504"/>
                  <a:pt x="0" y="197644"/>
                </a:cubicBezTo>
                <a:cubicBezTo>
                  <a:pt x="0" y="141160"/>
                  <a:pt x="45910" y="95250"/>
                  <a:pt x="102394" y="95250"/>
                </a:cubicBezTo>
                <a:cubicBezTo>
                  <a:pt x="115062" y="95250"/>
                  <a:pt x="127635" y="97631"/>
                  <a:pt x="139827" y="102394"/>
                </a:cubicBezTo>
                <a:cubicBezTo>
                  <a:pt x="165449" y="40862"/>
                  <a:pt x="226028" y="0"/>
                  <a:pt x="292894" y="0"/>
                </a:cubicBezTo>
                <a:cubicBezTo>
                  <a:pt x="374999" y="0"/>
                  <a:pt x="443389" y="58769"/>
                  <a:pt x="456629" y="138494"/>
                </a:cubicBezTo>
                <a:cubicBezTo>
                  <a:pt x="469678" y="130873"/>
                  <a:pt x="484251" y="126968"/>
                  <a:pt x="499396" y="126968"/>
                </a:cubicBezTo>
                <a:cubicBezTo>
                  <a:pt x="547021" y="126968"/>
                  <a:pt x="585788" y="165830"/>
                  <a:pt x="585788" y="213646"/>
                </a:cubicBezTo>
                <a:cubicBezTo>
                  <a:pt x="585788" y="239649"/>
                  <a:pt x="574167" y="263842"/>
                  <a:pt x="554355" y="280226"/>
                </a:cubicBezTo>
                <a:close/>
                <a:moveTo>
                  <a:pt x="571500" y="213646"/>
                </a:moveTo>
                <a:cubicBezTo>
                  <a:pt x="571500" y="173736"/>
                  <a:pt x="539115" y="141256"/>
                  <a:pt x="499396" y="141256"/>
                </a:cubicBezTo>
                <a:cubicBezTo>
                  <a:pt x="483394" y="141256"/>
                  <a:pt x="468154" y="146590"/>
                  <a:pt x="455390" y="156591"/>
                </a:cubicBezTo>
                <a:cubicBezTo>
                  <a:pt x="453295" y="158210"/>
                  <a:pt x="450533" y="158591"/>
                  <a:pt x="448151" y="157544"/>
                </a:cubicBezTo>
                <a:cubicBezTo>
                  <a:pt x="445770" y="156496"/>
                  <a:pt x="444151" y="154210"/>
                  <a:pt x="443865" y="151638"/>
                </a:cubicBezTo>
                <a:cubicBezTo>
                  <a:pt x="436436" y="73343"/>
                  <a:pt x="371570" y="14288"/>
                  <a:pt x="292894" y="14288"/>
                </a:cubicBezTo>
                <a:cubicBezTo>
                  <a:pt x="229552" y="14288"/>
                  <a:pt x="172307" y="54483"/>
                  <a:pt x="150495" y="114395"/>
                </a:cubicBezTo>
                <a:cubicBezTo>
                  <a:pt x="149828" y="116300"/>
                  <a:pt x="148400" y="117824"/>
                  <a:pt x="146494" y="118586"/>
                </a:cubicBezTo>
                <a:cubicBezTo>
                  <a:pt x="144590" y="119348"/>
                  <a:pt x="142589" y="119253"/>
                  <a:pt x="140684" y="118491"/>
                </a:cubicBezTo>
                <a:cubicBezTo>
                  <a:pt x="128206" y="112585"/>
                  <a:pt x="115253" y="109633"/>
                  <a:pt x="102299" y="109633"/>
                </a:cubicBezTo>
                <a:cubicBezTo>
                  <a:pt x="53721" y="109633"/>
                  <a:pt x="14192" y="149161"/>
                  <a:pt x="14192" y="197739"/>
                </a:cubicBezTo>
                <a:cubicBezTo>
                  <a:pt x="14192" y="218789"/>
                  <a:pt x="21527" y="238506"/>
                  <a:pt x="34862" y="254222"/>
                </a:cubicBezTo>
                <a:cubicBezTo>
                  <a:pt x="52864" y="238411"/>
                  <a:pt x="76391" y="228695"/>
                  <a:pt x="102299" y="228695"/>
                </a:cubicBezTo>
                <a:cubicBezTo>
                  <a:pt x="115157" y="228695"/>
                  <a:pt x="127730" y="231077"/>
                  <a:pt x="139732" y="235839"/>
                </a:cubicBezTo>
                <a:cubicBezTo>
                  <a:pt x="165259" y="174308"/>
                  <a:pt x="225838" y="133445"/>
                  <a:pt x="292799" y="133445"/>
                </a:cubicBezTo>
                <a:cubicBezTo>
                  <a:pt x="374999" y="133445"/>
                  <a:pt x="443389" y="192215"/>
                  <a:pt x="456438" y="272034"/>
                </a:cubicBezTo>
                <a:cubicBezTo>
                  <a:pt x="469583" y="264414"/>
                  <a:pt x="484156" y="260414"/>
                  <a:pt x="499205" y="260414"/>
                </a:cubicBezTo>
                <a:cubicBezTo>
                  <a:pt x="514255" y="260414"/>
                  <a:pt x="529209" y="264605"/>
                  <a:pt x="541877" y="271748"/>
                </a:cubicBezTo>
                <a:cubicBezTo>
                  <a:pt x="560451" y="258032"/>
                  <a:pt x="571500" y="236696"/>
                  <a:pt x="571500" y="213646"/>
                </a:cubicBezTo>
                <a:close/>
                <a:moveTo>
                  <a:pt x="395192" y="507397"/>
                </a:moveTo>
                <a:cubicBezTo>
                  <a:pt x="415004" y="467011"/>
                  <a:pt x="414623" y="446246"/>
                  <a:pt x="414242" y="428054"/>
                </a:cubicBezTo>
                <a:cubicBezTo>
                  <a:pt x="414242" y="381762"/>
                  <a:pt x="389001" y="340138"/>
                  <a:pt x="348425" y="319373"/>
                </a:cubicBezTo>
                <a:cubicBezTo>
                  <a:pt x="291846" y="290417"/>
                  <a:pt x="222885" y="311563"/>
                  <a:pt x="191357" y="367379"/>
                </a:cubicBezTo>
                <a:lnTo>
                  <a:pt x="203835" y="374428"/>
                </a:lnTo>
                <a:cubicBezTo>
                  <a:pt x="231553" y="325279"/>
                  <a:pt x="292132" y="306705"/>
                  <a:pt x="341948" y="332137"/>
                </a:cubicBezTo>
                <a:cubicBezTo>
                  <a:pt x="377762" y="350425"/>
                  <a:pt x="399955" y="387191"/>
                  <a:pt x="399955" y="428244"/>
                </a:cubicBezTo>
                <a:cubicBezTo>
                  <a:pt x="400336" y="445770"/>
                  <a:pt x="400622" y="463867"/>
                  <a:pt x="382334" y="501110"/>
                </a:cubicBezTo>
                <a:lnTo>
                  <a:pt x="395192" y="507397"/>
                </a:ln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6095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14244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61" name="Freeform 60">
            <a:extLst>
              <a:ext uri="{FF2B5EF4-FFF2-40B4-BE49-F238E27FC236}">
                <a16:creationId xmlns:a16="http://schemas.microsoft.com/office/drawing/2014/main" id="{7325FC20-AEAF-2832-9DF7-BCBDAD808D60}"/>
              </a:ext>
            </a:extLst>
          </p:cNvPr>
          <p:cNvSpPr/>
          <p:nvPr/>
        </p:nvSpPr>
        <p:spPr>
          <a:xfrm>
            <a:off x="4796202" y="4368729"/>
            <a:ext cx="481648" cy="340903"/>
          </a:xfrm>
          <a:custGeom>
            <a:avLst/>
            <a:gdLst>
              <a:gd name="connsiteX0" fmla="*/ 559594 w 585787"/>
              <a:gd name="connsiteY0" fmla="*/ 0 h 414337"/>
              <a:gd name="connsiteX1" fmla="*/ 26194 w 585787"/>
              <a:gd name="connsiteY1" fmla="*/ 0 h 414337"/>
              <a:gd name="connsiteX2" fmla="*/ 0 w 585787"/>
              <a:gd name="connsiteY2" fmla="*/ 26194 h 414337"/>
              <a:gd name="connsiteX3" fmla="*/ 0 w 585787"/>
              <a:gd name="connsiteY3" fmla="*/ 350044 h 414337"/>
              <a:gd name="connsiteX4" fmla="*/ 26194 w 585787"/>
              <a:gd name="connsiteY4" fmla="*/ 376238 h 414337"/>
              <a:gd name="connsiteX5" fmla="*/ 285750 w 585787"/>
              <a:gd name="connsiteY5" fmla="*/ 376238 h 414337"/>
              <a:gd name="connsiteX6" fmla="*/ 285750 w 585787"/>
              <a:gd name="connsiteY6" fmla="*/ 400050 h 414337"/>
              <a:gd name="connsiteX7" fmla="*/ 159544 w 585787"/>
              <a:gd name="connsiteY7" fmla="*/ 400050 h 414337"/>
              <a:gd name="connsiteX8" fmla="*/ 159544 w 585787"/>
              <a:gd name="connsiteY8" fmla="*/ 414338 h 414337"/>
              <a:gd name="connsiteX9" fmla="*/ 426244 w 585787"/>
              <a:gd name="connsiteY9" fmla="*/ 414338 h 414337"/>
              <a:gd name="connsiteX10" fmla="*/ 426244 w 585787"/>
              <a:gd name="connsiteY10" fmla="*/ 400050 h 414337"/>
              <a:gd name="connsiteX11" fmla="*/ 300038 w 585787"/>
              <a:gd name="connsiteY11" fmla="*/ 400050 h 414337"/>
              <a:gd name="connsiteX12" fmla="*/ 300038 w 585787"/>
              <a:gd name="connsiteY12" fmla="*/ 376238 h 414337"/>
              <a:gd name="connsiteX13" fmla="*/ 559594 w 585787"/>
              <a:gd name="connsiteY13" fmla="*/ 376238 h 414337"/>
              <a:gd name="connsiteX14" fmla="*/ 585788 w 585787"/>
              <a:gd name="connsiteY14" fmla="*/ 350044 h 414337"/>
              <a:gd name="connsiteX15" fmla="*/ 585788 w 585787"/>
              <a:gd name="connsiteY15" fmla="*/ 26194 h 414337"/>
              <a:gd name="connsiteX16" fmla="*/ 559594 w 585787"/>
              <a:gd name="connsiteY16" fmla="*/ 0 h 414337"/>
              <a:gd name="connsiteX17" fmla="*/ 26194 w 585787"/>
              <a:gd name="connsiteY17" fmla="*/ 14288 h 414337"/>
              <a:gd name="connsiteX18" fmla="*/ 559594 w 585787"/>
              <a:gd name="connsiteY18" fmla="*/ 14288 h 414337"/>
              <a:gd name="connsiteX19" fmla="*/ 571500 w 585787"/>
              <a:gd name="connsiteY19" fmla="*/ 26194 h 414337"/>
              <a:gd name="connsiteX20" fmla="*/ 571500 w 585787"/>
              <a:gd name="connsiteY20" fmla="*/ 304800 h 414337"/>
              <a:gd name="connsiteX21" fmla="*/ 14288 w 585787"/>
              <a:gd name="connsiteY21" fmla="*/ 304800 h 414337"/>
              <a:gd name="connsiteX22" fmla="*/ 14288 w 585787"/>
              <a:gd name="connsiteY22" fmla="*/ 26194 h 414337"/>
              <a:gd name="connsiteX23" fmla="*/ 26194 w 585787"/>
              <a:gd name="connsiteY23" fmla="*/ 14288 h 414337"/>
              <a:gd name="connsiteX24" fmla="*/ 559594 w 585787"/>
              <a:gd name="connsiteY24" fmla="*/ 361950 h 414337"/>
              <a:gd name="connsiteX25" fmla="*/ 26194 w 585787"/>
              <a:gd name="connsiteY25" fmla="*/ 361950 h 414337"/>
              <a:gd name="connsiteX26" fmla="*/ 14288 w 585787"/>
              <a:gd name="connsiteY26" fmla="*/ 350044 h 414337"/>
              <a:gd name="connsiteX27" fmla="*/ 14288 w 585787"/>
              <a:gd name="connsiteY27" fmla="*/ 319088 h 414337"/>
              <a:gd name="connsiteX28" fmla="*/ 571500 w 585787"/>
              <a:gd name="connsiteY28" fmla="*/ 319088 h 414337"/>
              <a:gd name="connsiteX29" fmla="*/ 571500 w 585787"/>
              <a:gd name="connsiteY29" fmla="*/ 350044 h 414337"/>
              <a:gd name="connsiteX30" fmla="*/ 559594 w 585787"/>
              <a:gd name="connsiteY30" fmla="*/ 361950 h 414337"/>
              <a:gd name="connsiteX31" fmla="*/ 292894 w 585787"/>
              <a:gd name="connsiteY31" fmla="*/ 176213 h 414337"/>
              <a:gd name="connsiteX32" fmla="*/ 342900 w 585787"/>
              <a:gd name="connsiteY32" fmla="*/ 226219 h 414337"/>
              <a:gd name="connsiteX33" fmla="*/ 357188 w 585787"/>
              <a:gd name="connsiteY33" fmla="*/ 226219 h 414337"/>
              <a:gd name="connsiteX34" fmla="*/ 319183 w 585787"/>
              <a:gd name="connsiteY34" fmla="*/ 167640 h 414337"/>
              <a:gd name="connsiteX35" fmla="*/ 338138 w 585787"/>
              <a:gd name="connsiteY35" fmla="*/ 130969 h 414337"/>
              <a:gd name="connsiteX36" fmla="*/ 292894 w 585787"/>
              <a:gd name="connsiteY36" fmla="*/ 85725 h 414337"/>
              <a:gd name="connsiteX37" fmla="*/ 247650 w 585787"/>
              <a:gd name="connsiteY37" fmla="*/ 130969 h 414337"/>
              <a:gd name="connsiteX38" fmla="*/ 266605 w 585787"/>
              <a:gd name="connsiteY38" fmla="*/ 167640 h 414337"/>
              <a:gd name="connsiteX39" fmla="*/ 228600 w 585787"/>
              <a:gd name="connsiteY39" fmla="*/ 226219 h 414337"/>
              <a:gd name="connsiteX40" fmla="*/ 242888 w 585787"/>
              <a:gd name="connsiteY40" fmla="*/ 226219 h 414337"/>
              <a:gd name="connsiteX41" fmla="*/ 292894 w 585787"/>
              <a:gd name="connsiteY41" fmla="*/ 176213 h 414337"/>
              <a:gd name="connsiteX42" fmla="*/ 261938 w 585787"/>
              <a:gd name="connsiteY42" fmla="*/ 130969 h 414337"/>
              <a:gd name="connsiteX43" fmla="*/ 292894 w 585787"/>
              <a:gd name="connsiteY43" fmla="*/ 100013 h 414337"/>
              <a:gd name="connsiteX44" fmla="*/ 323850 w 585787"/>
              <a:gd name="connsiteY44" fmla="*/ 130969 h 414337"/>
              <a:gd name="connsiteX45" fmla="*/ 292894 w 585787"/>
              <a:gd name="connsiteY45" fmla="*/ 161925 h 414337"/>
              <a:gd name="connsiteX46" fmla="*/ 261938 w 585787"/>
              <a:gd name="connsiteY46" fmla="*/ 130969 h 414337"/>
              <a:gd name="connsiteX47" fmla="*/ 454819 w 585787"/>
              <a:gd name="connsiteY47" fmla="*/ 176213 h 414337"/>
              <a:gd name="connsiteX48" fmla="*/ 504825 w 585787"/>
              <a:gd name="connsiteY48" fmla="*/ 226219 h 414337"/>
              <a:gd name="connsiteX49" fmla="*/ 519113 w 585787"/>
              <a:gd name="connsiteY49" fmla="*/ 226219 h 414337"/>
              <a:gd name="connsiteX50" fmla="*/ 481108 w 585787"/>
              <a:gd name="connsiteY50" fmla="*/ 167640 h 414337"/>
              <a:gd name="connsiteX51" fmla="*/ 500063 w 585787"/>
              <a:gd name="connsiteY51" fmla="*/ 130969 h 414337"/>
              <a:gd name="connsiteX52" fmla="*/ 454819 w 585787"/>
              <a:gd name="connsiteY52" fmla="*/ 85725 h 414337"/>
              <a:gd name="connsiteX53" fmla="*/ 409575 w 585787"/>
              <a:gd name="connsiteY53" fmla="*/ 130969 h 414337"/>
              <a:gd name="connsiteX54" fmla="*/ 428530 w 585787"/>
              <a:gd name="connsiteY54" fmla="*/ 167640 h 414337"/>
              <a:gd name="connsiteX55" fmla="*/ 390525 w 585787"/>
              <a:gd name="connsiteY55" fmla="*/ 226219 h 414337"/>
              <a:gd name="connsiteX56" fmla="*/ 404813 w 585787"/>
              <a:gd name="connsiteY56" fmla="*/ 226219 h 414337"/>
              <a:gd name="connsiteX57" fmla="*/ 454819 w 585787"/>
              <a:gd name="connsiteY57" fmla="*/ 176213 h 414337"/>
              <a:gd name="connsiteX58" fmla="*/ 423863 w 585787"/>
              <a:gd name="connsiteY58" fmla="*/ 130969 h 414337"/>
              <a:gd name="connsiteX59" fmla="*/ 454819 w 585787"/>
              <a:gd name="connsiteY59" fmla="*/ 100013 h 414337"/>
              <a:gd name="connsiteX60" fmla="*/ 485775 w 585787"/>
              <a:gd name="connsiteY60" fmla="*/ 130969 h 414337"/>
              <a:gd name="connsiteX61" fmla="*/ 454819 w 585787"/>
              <a:gd name="connsiteY61" fmla="*/ 161925 h 414337"/>
              <a:gd name="connsiteX62" fmla="*/ 423863 w 585787"/>
              <a:gd name="connsiteY62" fmla="*/ 130969 h 414337"/>
              <a:gd name="connsiteX63" fmla="*/ 130969 w 585787"/>
              <a:gd name="connsiteY63" fmla="*/ 176213 h 414337"/>
              <a:gd name="connsiteX64" fmla="*/ 180975 w 585787"/>
              <a:gd name="connsiteY64" fmla="*/ 226219 h 414337"/>
              <a:gd name="connsiteX65" fmla="*/ 195263 w 585787"/>
              <a:gd name="connsiteY65" fmla="*/ 226219 h 414337"/>
              <a:gd name="connsiteX66" fmla="*/ 157258 w 585787"/>
              <a:gd name="connsiteY66" fmla="*/ 167640 h 414337"/>
              <a:gd name="connsiteX67" fmla="*/ 176213 w 585787"/>
              <a:gd name="connsiteY67" fmla="*/ 130969 h 414337"/>
              <a:gd name="connsiteX68" fmla="*/ 130969 w 585787"/>
              <a:gd name="connsiteY68" fmla="*/ 85725 h 414337"/>
              <a:gd name="connsiteX69" fmla="*/ 85725 w 585787"/>
              <a:gd name="connsiteY69" fmla="*/ 130969 h 414337"/>
              <a:gd name="connsiteX70" fmla="*/ 104680 w 585787"/>
              <a:gd name="connsiteY70" fmla="*/ 167640 h 414337"/>
              <a:gd name="connsiteX71" fmla="*/ 66675 w 585787"/>
              <a:gd name="connsiteY71" fmla="*/ 226219 h 414337"/>
              <a:gd name="connsiteX72" fmla="*/ 80963 w 585787"/>
              <a:gd name="connsiteY72" fmla="*/ 226219 h 414337"/>
              <a:gd name="connsiteX73" fmla="*/ 130969 w 585787"/>
              <a:gd name="connsiteY73" fmla="*/ 176213 h 414337"/>
              <a:gd name="connsiteX74" fmla="*/ 100013 w 585787"/>
              <a:gd name="connsiteY74" fmla="*/ 130969 h 414337"/>
              <a:gd name="connsiteX75" fmla="*/ 130969 w 585787"/>
              <a:gd name="connsiteY75" fmla="*/ 100013 h 414337"/>
              <a:gd name="connsiteX76" fmla="*/ 161925 w 585787"/>
              <a:gd name="connsiteY76" fmla="*/ 130969 h 414337"/>
              <a:gd name="connsiteX77" fmla="*/ 130969 w 585787"/>
              <a:gd name="connsiteY77" fmla="*/ 161925 h 414337"/>
              <a:gd name="connsiteX78" fmla="*/ 100013 w 585787"/>
              <a:gd name="connsiteY78" fmla="*/ 130969 h 414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</a:cxnLst>
            <a:rect l="l" t="t" r="r" b="b"/>
            <a:pathLst>
              <a:path w="585787" h="414337">
                <a:moveTo>
                  <a:pt x="559594" y="0"/>
                </a:moveTo>
                <a:lnTo>
                  <a:pt x="26194" y="0"/>
                </a:lnTo>
                <a:cubicBezTo>
                  <a:pt x="11716" y="0"/>
                  <a:pt x="0" y="11716"/>
                  <a:pt x="0" y="26194"/>
                </a:cubicBezTo>
                <a:lnTo>
                  <a:pt x="0" y="350044"/>
                </a:lnTo>
                <a:cubicBezTo>
                  <a:pt x="0" y="364522"/>
                  <a:pt x="11716" y="376238"/>
                  <a:pt x="26194" y="376238"/>
                </a:cubicBezTo>
                <a:lnTo>
                  <a:pt x="285750" y="376238"/>
                </a:lnTo>
                <a:lnTo>
                  <a:pt x="285750" y="400050"/>
                </a:lnTo>
                <a:lnTo>
                  <a:pt x="159544" y="400050"/>
                </a:lnTo>
                <a:lnTo>
                  <a:pt x="159544" y="414338"/>
                </a:lnTo>
                <a:lnTo>
                  <a:pt x="426244" y="414338"/>
                </a:lnTo>
                <a:lnTo>
                  <a:pt x="426244" y="400050"/>
                </a:lnTo>
                <a:lnTo>
                  <a:pt x="300038" y="400050"/>
                </a:lnTo>
                <a:lnTo>
                  <a:pt x="300038" y="376238"/>
                </a:lnTo>
                <a:lnTo>
                  <a:pt x="559594" y="376238"/>
                </a:lnTo>
                <a:cubicBezTo>
                  <a:pt x="574072" y="376238"/>
                  <a:pt x="585788" y="364522"/>
                  <a:pt x="585788" y="350044"/>
                </a:cubicBezTo>
                <a:lnTo>
                  <a:pt x="585788" y="26194"/>
                </a:lnTo>
                <a:cubicBezTo>
                  <a:pt x="585788" y="11716"/>
                  <a:pt x="574072" y="0"/>
                  <a:pt x="559594" y="0"/>
                </a:cubicBezTo>
                <a:close/>
                <a:moveTo>
                  <a:pt x="26194" y="14288"/>
                </a:moveTo>
                <a:lnTo>
                  <a:pt x="559594" y="14288"/>
                </a:lnTo>
                <a:cubicBezTo>
                  <a:pt x="566166" y="14288"/>
                  <a:pt x="571500" y="19621"/>
                  <a:pt x="571500" y="26194"/>
                </a:cubicBezTo>
                <a:lnTo>
                  <a:pt x="571500" y="304800"/>
                </a:lnTo>
                <a:lnTo>
                  <a:pt x="14288" y="304800"/>
                </a:lnTo>
                <a:lnTo>
                  <a:pt x="14288" y="26194"/>
                </a:lnTo>
                <a:cubicBezTo>
                  <a:pt x="14288" y="19621"/>
                  <a:pt x="19622" y="14288"/>
                  <a:pt x="26194" y="14288"/>
                </a:cubicBezTo>
                <a:close/>
                <a:moveTo>
                  <a:pt x="559594" y="361950"/>
                </a:moveTo>
                <a:lnTo>
                  <a:pt x="26194" y="361950"/>
                </a:lnTo>
                <a:cubicBezTo>
                  <a:pt x="19622" y="361950"/>
                  <a:pt x="14288" y="356616"/>
                  <a:pt x="14288" y="350044"/>
                </a:cubicBezTo>
                <a:lnTo>
                  <a:pt x="14288" y="319088"/>
                </a:lnTo>
                <a:lnTo>
                  <a:pt x="571500" y="319088"/>
                </a:lnTo>
                <a:lnTo>
                  <a:pt x="571500" y="350044"/>
                </a:lnTo>
                <a:cubicBezTo>
                  <a:pt x="571500" y="356616"/>
                  <a:pt x="566166" y="361950"/>
                  <a:pt x="559594" y="361950"/>
                </a:cubicBezTo>
                <a:close/>
                <a:moveTo>
                  <a:pt x="292894" y="176213"/>
                </a:moveTo>
                <a:cubicBezTo>
                  <a:pt x="320421" y="176213"/>
                  <a:pt x="342900" y="198596"/>
                  <a:pt x="342900" y="226219"/>
                </a:cubicBezTo>
                <a:lnTo>
                  <a:pt x="357188" y="226219"/>
                </a:lnTo>
                <a:cubicBezTo>
                  <a:pt x="357188" y="200120"/>
                  <a:pt x="341567" y="177737"/>
                  <a:pt x="319183" y="167640"/>
                </a:cubicBezTo>
                <a:cubicBezTo>
                  <a:pt x="330613" y="159449"/>
                  <a:pt x="338138" y="146114"/>
                  <a:pt x="338138" y="130969"/>
                </a:cubicBezTo>
                <a:cubicBezTo>
                  <a:pt x="338138" y="106013"/>
                  <a:pt x="317849" y="85725"/>
                  <a:pt x="292894" y="85725"/>
                </a:cubicBezTo>
                <a:cubicBezTo>
                  <a:pt x="267938" y="85725"/>
                  <a:pt x="247650" y="106013"/>
                  <a:pt x="247650" y="130969"/>
                </a:cubicBezTo>
                <a:cubicBezTo>
                  <a:pt x="247650" y="146114"/>
                  <a:pt x="255175" y="159353"/>
                  <a:pt x="266605" y="167640"/>
                </a:cubicBezTo>
                <a:cubicBezTo>
                  <a:pt x="244221" y="177737"/>
                  <a:pt x="228600" y="200120"/>
                  <a:pt x="228600" y="226219"/>
                </a:cubicBezTo>
                <a:lnTo>
                  <a:pt x="242888" y="226219"/>
                </a:lnTo>
                <a:cubicBezTo>
                  <a:pt x="242888" y="198596"/>
                  <a:pt x="265367" y="176213"/>
                  <a:pt x="292894" y="176213"/>
                </a:cubicBezTo>
                <a:close/>
                <a:moveTo>
                  <a:pt x="261938" y="130969"/>
                </a:moveTo>
                <a:cubicBezTo>
                  <a:pt x="261938" y="113919"/>
                  <a:pt x="275844" y="100013"/>
                  <a:pt x="292894" y="100013"/>
                </a:cubicBezTo>
                <a:cubicBezTo>
                  <a:pt x="309944" y="100013"/>
                  <a:pt x="323850" y="113919"/>
                  <a:pt x="323850" y="130969"/>
                </a:cubicBezTo>
                <a:cubicBezTo>
                  <a:pt x="323850" y="148019"/>
                  <a:pt x="309944" y="161925"/>
                  <a:pt x="292894" y="161925"/>
                </a:cubicBezTo>
                <a:cubicBezTo>
                  <a:pt x="275844" y="161925"/>
                  <a:pt x="261938" y="148019"/>
                  <a:pt x="261938" y="130969"/>
                </a:cubicBezTo>
                <a:close/>
                <a:moveTo>
                  <a:pt x="454819" y="176213"/>
                </a:moveTo>
                <a:cubicBezTo>
                  <a:pt x="482346" y="176213"/>
                  <a:pt x="504825" y="198596"/>
                  <a:pt x="504825" y="226219"/>
                </a:cubicBezTo>
                <a:lnTo>
                  <a:pt x="519113" y="226219"/>
                </a:lnTo>
                <a:cubicBezTo>
                  <a:pt x="519113" y="200120"/>
                  <a:pt x="503492" y="177737"/>
                  <a:pt x="481108" y="167640"/>
                </a:cubicBezTo>
                <a:cubicBezTo>
                  <a:pt x="492538" y="159449"/>
                  <a:pt x="500063" y="146114"/>
                  <a:pt x="500063" y="130969"/>
                </a:cubicBezTo>
                <a:cubicBezTo>
                  <a:pt x="500063" y="106013"/>
                  <a:pt x="479774" y="85725"/>
                  <a:pt x="454819" y="85725"/>
                </a:cubicBezTo>
                <a:cubicBezTo>
                  <a:pt x="429863" y="85725"/>
                  <a:pt x="409575" y="106013"/>
                  <a:pt x="409575" y="130969"/>
                </a:cubicBezTo>
                <a:cubicBezTo>
                  <a:pt x="409575" y="146114"/>
                  <a:pt x="417100" y="159353"/>
                  <a:pt x="428530" y="167640"/>
                </a:cubicBezTo>
                <a:cubicBezTo>
                  <a:pt x="406146" y="177737"/>
                  <a:pt x="390525" y="200120"/>
                  <a:pt x="390525" y="226219"/>
                </a:cubicBezTo>
                <a:lnTo>
                  <a:pt x="404813" y="226219"/>
                </a:lnTo>
                <a:cubicBezTo>
                  <a:pt x="404813" y="198596"/>
                  <a:pt x="427292" y="176213"/>
                  <a:pt x="454819" y="176213"/>
                </a:cubicBezTo>
                <a:close/>
                <a:moveTo>
                  <a:pt x="423863" y="130969"/>
                </a:moveTo>
                <a:cubicBezTo>
                  <a:pt x="423863" y="113919"/>
                  <a:pt x="437769" y="100013"/>
                  <a:pt x="454819" y="100013"/>
                </a:cubicBezTo>
                <a:cubicBezTo>
                  <a:pt x="471869" y="100013"/>
                  <a:pt x="485775" y="113919"/>
                  <a:pt x="485775" y="130969"/>
                </a:cubicBezTo>
                <a:cubicBezTo>
                  <a:pt x="485775" y="148019"/>
                  <a:pt x="471869" y="161925"/>
                  <a:pt x="454819" y="161925"/>
                </a:cubicBezTo>
                <a:cubicBezTo>
                  <a:pt x="437769" y="161925"/>
                  <a:pt x="423863" y="148019"/>
                  <a:pt x="423863" y="130969"/>
                </a:cubicBezTo>
                <a:close/>
                <a:moveTo>
                  <a:pt x="130969" y="176213"/>
                </a:moveTo>
                <a:cubicBezTo>
                  <a:pt x="158496" y="176213"/>
                  <a:pt x="180975" y="198596"/>
                  <a:pt x="180975" y="226219"/>
                </a:cubicBezTo>
                <a:lnTo>
                  <a:pt x="195263" y="226219"/>
                </a:lnTo>
                <a:cubicBezTo>
                  <a:pt x="195263" y="200120"/>
                  <a:pt x="179642" y="177737"/>
                  <a:pt x="157258" y="167640"/>
                </a:cubicBezTo>
                <a:cubicBezTo>
                  <a:pt x="168688" y="159449"/>
                  <a:pt x="176213" y="146114"/>
                  <a:pt x="176213" y="130969"/>
                </a:cubicBezTo>
                <a:cubicBezTo>
                  <a:pt x="176213" y="106013"/>
                  <a:pt x="155924" y="85725"/>
                  <a:pt x="130969" y="85725"/>
                </a:cubicBezTo>
                <a:cubicBezTo>
                  <a:pt x="106013" y="85725"/>
                  <a:pt x="85725" y="106013"/>
                  <a:pt x="85725" y="130969"/>
                </a:cubicBezTo>
                <a:cubicBezTo>
                  <a:pt x="85725" y="146114"/>
                  <a:pt x="93250" y="159353"/>
                  <a:pt x="104680" y="167640"/>
                </a:cubicBezTo>
                <a:cubicBezTo>
                  <a:pt x="82296" y="177737"/>
                  <a:pt x="66675" y="200120"/>
                  <a:pt x="66675" y="226219"/>
                </a:cubicBezTo>
                <a:lnTo>
                  <a:pt x="80963" y="226219"/>
                </a:lnTo>
                <a:cubicBezTo>
                  <a:pt x="80963" y="198596"/>
                  <a:pt x="103442" y="176213"/>
                  <a:pt x="130969" y="176213"/>
                </a:cubicBezTo>
                <a:close/>
                <a:moveTo>
                  <a:pt x="100013" y="130969"/>
                </a:moveTo>
                <a:cubicBezTo>
                  <a:pt x="100013" y="113919"/>
                  <a:pt x="113919" y="100013"/>
                  <a:pt x="130969" y="100013"/>
                </a:cubicBezTo>
                <a:cubicBezTo>
                  <a:pt x="148019" y="100013"/>
                  <a:pt x="161925" y="113919"/>
                  <a:pt x="161925" y="130969"/>
                </a:cubicBezTo>
                <a:cubicBezTo>
                  <a:pt x="161925" y="148019"/>
                  <a:pt x="148019" y="161925"/>
                  <a:pt x="130969" y="161925"/>
                </a:cubicBezTo>
                <a:cubicBezTo>
                  <a:pt x="113919" y="161925"/>
                  <a:pt x="100013" y="148019"/>
                  <a:pt x="100013" y="130969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6095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14244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C969733-C2C3-6ABA-53D5-9310242EB669}"/>
              </a:ext>
            </a:extLst>
          </p:cNvPr>
          <p:cNvSpPr/>
          <p:nvPr/>
        </p:nvSpPr>
        <p:spPr>
          <a:xfrm>
            <a:off x="8386917" y="1506576"/>
            <a:ext cx="3195483" cy="807085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18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iscoSansTT ExtraLight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955704A-AB59-4E4F-E019-87D0CCC22011}"/>
              </a:ext>
            </a:extLst>
          </p:cNvPr>
          <p:cNvSpPr/>
          <p:nvPr/>
        </p:nvSpPr>
        <p:spPr>
          <a:xfrm>
            <a:off x="8386918" y="1770409"/>
            <a:ext cx="3195482" cy="279419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rtlCol="0" anchor="ctr"/>
          <a:lstStyle/>
          <a:p>
            <a:pPr marL="0" marR="0" lvl="0" indent="0" algn="ctr" defTabSz="6095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D274D"/>
                </a:solidFill>
                <a:effectLst/>
                <a:uLnTx/>
                <a:uFillTx/>
                <a:latin typeface="CiscoSansTT ExtraLight"/>
                <a:ea typeface="+mn-ea"/>
                <a:cs typeface="+mn-cs"/>
              </a:rPr>
              <a:t>CCST IT Support</a:t>
            </a: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6C650904-ECDB-6B30-3859-74DAD670DD8F}"/>
              </a:ext>
            </a:extLst>
          </p:cNvPr>
          <p:cNvGrpSpPr/>
          <p:nvPr/>
        </p:nvGrpSpPr>
        <p:grpSpPr>
          <a:xfrm>
            <a:off x="8672482" y="2686990"/>
            <a:ext cx="2659485" cy="3012292"/>
            <a:chOff x="8554496" y="2686990"/>
            <a:chExt cx="2659485" cy="3012292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9212843-B599-3A80-45FC-29BE1E40AD91}"/>
                </a:ext>
              </a:extLst>
            </p:cNvPr>
            <p:cNvSpPr txBox="1"/>
            <p:nvPr/>
          </p:nvSpPr>
          <p:spPr>
            <a:xfrm>
              <a:off x="9273183" y="2686990"/>
              <a:ext cx="1812471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iscoSansTT Light"/>
                  <a:ea typeface="ＭＳ Ｐゴシック" charset="0"/>
                  <a:cs typeface="+mn-cs"/>
                </a:rPr>
                <a:t>IT End User Support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EB1696D-95F0-B32D-40EF-475C4BD9850C}"/>
                </a:ext>
              </a:extLst>
            </p:cNvPr>
            <p:cNvSpPr txBox="1"/>
            <p:nvPr/>
          </p:nvSpPr>
          <p:spPr>
            <a:xfrm>
              <a:off x="9273183" y="3470818"/>
              <a:ext cx="1551213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iscoSansTT Light"/>
                  <a:ea typeface="ＭＳ Ｐゴシック" charset="0"/>
                  <a:cs typeface="+mn-cs"/>
                </a:rPr>
                <a:t>IT Help Desk Support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2FB9CE2-E4EF-49F9-D47C-52EBD7849A49}"/>
                </a:ext>
              </a:extLst>
            </p:cNvPr>
            <p:cNvSpPr txBox="1"/>
            <p:nvPr/>
          </p:nvSpPr>
          <p:spPr>
            <a:xfrm>
              <a:off x="9273183" y="4276677"/>
              <a:ext cx="1776578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iscoSansTT Light"/>
                  <a:ea typeface="ＭＳ Ｐゴシック" charset="0"/>
                  <a:cs typeface="+mn-cs"/>
                </a:rPr>
                <a:t>Computer Support Specialist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92C258A-A0E3-0A3C-0763-E5D2CA5CD105}"/>
                </a:ext>
              </a:extLst>
            </p:cNvPr>
            <p:cNvSpPr txBox="1"/>
            <p:nvPr/>
          </p:nvSpPr>
          <p:spPr>
            <a:xfrm>
              <a:off x="9273183" y="5060505"/>
              <a:ext cx="1392593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iscoSansTT Light"/>
                  <a:ea typeface="ＭＳ Ｐゴシック" charset="0"/>
                  <a:cs typeface="+mn-cs"/>
                </a:rPr>
                <a:t>IT Help Desk Analyst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666ABD6-4D5D-45E8-D5E8-7071EB0C5544}"/>
                </a:ext>
              </a:extLst>
            </p:cNvPr>
            <p:cNvCxnSpPr>
              <a:cxnSpLocks/>
            </p:cNvCxnSpPr>
            <p:nvPr/>
          </p:nvCxnSpPr>
          <p:spPr>
            <a:xfrm>
              <a:off x="11213981" y="2686990"/>
              <a:ext cx="0" cy="3012292"/>
            </a:xfrm>
            <a:prstGeom prst="line">
              <a:avLst/>
            </a:prstGeom>
            <a:ln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0" name="Graphic 41">
              <a:extLst>
                <a:ext uri="{FF2B5EF4-FFF2-40B4-BE49-F238E27FC236}">
                  <a16:creationId xmlns:a16="http://schemas.microsoft.com/office/drawing/2014/main" id="{36408754-6C52-A14A-EE7F-E2A7ECEC0FC2}"/>
                </a:ext>
              </a:extLst>
            </p:cNvPr>
            <p:cNvGrpSpPr/>
            <p:nvPr/>
          </p:nvGrpSpPr>
          <p:grpSpPr>
            <a:xfrm>
              <a:off x="8567499" y="5144087"/>
              <a:ext cx="455641" cy="351881"/>
              <a:chOff x="1667628" y="2844690"/>
              <a:chExt cx="585882" cy="452437"/>
            </a:xfrm>
            <a:solidFill>
              <a:schemeClr val="accent5"/>
            </a:solidFill>
          </p:grpSpPr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D973DB8F-0602-78E5-79D7-229C9D485C92}"/>
                  </a:ext>
                </a:extLst>
              </p:cNvPr>
              <p:cNvSpPr/>
              <p:nvPr/>
            </p:nvSpPr>
            <p:spPr>
              <a:xfrm>
                <a:off x="1953473" y="3249121"/>
                <a:ext cx="14287" cy="40957"/>
              </a:xfrm>
              <a:custGeom>
                <a:avLst/>
                <a:gdLst>
                  <a:gd name="connsiteX0" fmla="*/ 0 w 14287"/>
                  <a:gd name="connsiteY0" fmla="*/ 0 h 40957"/>
                  <a:gd name="connsiteX1" fmla="*/ 14287 w 14287"/>
                  <a:gd name="connsiteY1" fmla="*/ 0 h 40957"/>
                  <a:gd name="connsiteX2" fmla="*/ 14287 w 14287"/>
                  <a:gd name="connsiteY2" fmla="*/ 40958 h 40957"/>
                  <a:gd name="connsiteX3" fmla="*/ 0 w 14287"/>
                  <a:gd name="connsiteY3" fmla="*/ 40958 h 40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287" h="40957">
                    <a:moveTo>
                      <a:pt x="0" y="0"/>
                    </a:moveTo>
                    <a:lnTo>
                      <a:pt x="14287" y="0"/>
                    </a:lnTo>
                    <a:lnTo>
                      <a:pt x="14287" y="40958"/>
                    </a:lnTo>
                    <a:lnTo>
                      <a:pt x="0" y="4095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609559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414244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35" name="Graphic 41">
                <a:extLst>
                  <a:ext uri="{FF2B5EF4-FFF2-40B4-BE49-F238E27FC236}">
                    <a16:creationId xmlns:a16="http://schemas.microsoft.com/office/drawing/2014/main" id="{6B511510-000C-ED9C-714A-B870FF2924E1}"/>
                  </a:ext>
                </a:extLst>
              </p:cNvPr>
              <p:cNvGrpSpPr/>
              <p:nvPr/>
            </p:nvGrpSpPr>
            <p:grpSpPr>
              <a:xfrm>
                <a:off x="1667723" y="3187590"/>
                <a:ext cx="585787" cy="109537"/>
                <a:chOff x="1667723" y="3187590"/>
                <a:chExt cx="585787" cy="109537"/>
              </a:xfrm>
              <a:grpFill/>
            </p:grpSpPr>
            <p:sp>
              <p:nvSpPr>
                <p:cNvPr id="69" name="Freeform 68">
                  <a:extLst>
                    <a:ext uri="{FF2B5EF4-FFF2-40B4-BE49-F238E27FC236}">
                      <a16:creationId xmlns:a16="http://schemas.microsoft.com/office/drawing/2014/main" id="{89D540C7-6C46-505F-77E5-EFFA8CAEF001}"/>
                    </a:ext>
                  </a:extLst>
                </p:cNvPr>
                <p:cNvSpPr/>
                <p:nvPr/>
              </p:nvSpPr>
              <p:spPr>
                <a:xfrm>
                  <a:off x="1667723" y="3194734"/>
                  <a:ext cx="585787" cy="64293"/>
                </a:xfrm>
                <a:custGeom>
                  <a:avLst/>
                  <a:gdLst>
                    <a:gd name="connsiteX0" fmla="*/ 559594 w 585787"/>
                    <a:gd name="connsiteY0" fmla="*/ 64294 h 64293"/>
                    <a:gd name="connsiteX1" fmla="*/ 26194 w 585787"/>
                    <a:gd name="connsiteY1" fmla="*/ 64294 h 64293"/>
                    <a:gd name="connsiteX2" fmla="*/ 0 w 585787"/>
                    <a:gd name="connsiteY2" fmla="*/ 38100 h 64293"/>
                    <a:gd name="connsiteX3" fmla="*/ 0 w 585787"/>
                    <a:gd name="connsiteY3" fmla="*/ 0 h 64293"/>
                    <a:gd name="connsiteX4" fmla="*/ 14288 w 585787"/>
                    <a:gd name="connsiteY4" fmla="*/ 0 h 64293"/>
                    <a:gd name="connsiteX5" fmla="*/ 14288 w 585787"/>
                    <a:gd name="connsiteY5" fmla="*/ 38100 h 64293"/>
                    <a:gd name="connsiteX6" fmla="*/ 26194 w 585787"/>
                    <a:gd name="connsiteY6" fmla="*/ 50006 h 64293"/>
                    <a:gd name="connsiteX7" fmla="*/ 559594 w 585787"/>
                    <a:gd name="connsiteY7" fmla="*/ 50006 h 64293"/>
                    <a:gd name="connsiteX8" fmla="*/ 571500 w 585787"/>
                    <a:gd name="connsiteY8" fmla="*/ 38100 h 64293"/>
                    <a:gd name="connsiteX9" fmla="*/ 571500 w 585787"/>
                    <a:gd name="connsiteY9" fmla="*/ 0 h 64293"/>
                    <a:gd name="connsiteX10" fmla="*/ 585788 w 585787"/>
                    <a:gd name="connsiteY10" fmla="*/ 0 h 64293"/>
                    <a:gd name="connsiteX11" fmla="*/ 585788 w 585787"/>
                    <a:gd name="connsiteY11" fmla="*/ 38100 h 64293"/>
                    <a:gd name="connsiteX12" fmla="*/ 559594 w 585787"/>
                    <a:gd name="connsiteY12" fmla="*/ 64294 h 642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585787" h="64293">
                      <a:moveTo>
                        <a:pt x="559594" y="64294"/>
                      </a:moveTo>
                      <a:lnTo>
                        <a:pt x="26194" y="64294"/>
                      </a:lnTo>
                      <a:cubicBezTo>
                        <a:pt x="11716" y="64294"/>
                        <a:pt x="0" y="52578"/>
                        <a:pt x="0" y="38100"/>
                      </a:cubicBezTo>
                      <a:lnTo>
                        <a:pt x="0" y="0"/>
                      </a:lnTo>
                      <a:lnTo>
                        <a:pt x="14288" y="0"/>
                      </a:lnTo>
                      <a:lnTo>
                        <a:pt x="14288" y="38100"/>
                      </a:lnTo>
                      <a:cubicBezTo>
                        <a:pt x="14288" y="44672"/>
                        <a:pt x="19621" y="50006"/>
                        <a:pt x="26194" y="50006"/>
                      </a:cubicBezTo>
                      <a:lnTo>
                        <a:pt x="559594" y="50006"/>
                      </a:lnTo>
                      <a:cubicBezTo>
                        <a:pt x="566166" y="50006"/>
                        <a:pt x="571500" y="44672"/>
                        <a:pt x="571500" y="38100"/>
                      </a:cubicBezTo>
                      <a:lnTo>
                        <a:pt x="571500" y="0"/>
                      </a:lnTo>
                      <a:lnTo>
                        <a:pt x="585788" y="0"/>
                      </a:lnTo>
                      <a:lnTo>
                        <a:pt x="585788" y="38100"/>
                      </a:lnTo>
                      <a:cubicBezTo>
                        <a:pt x="585788" y="52578"/>
                        <a:pt x="574072" y="64294"/>
                        <a:pt x="559594" y="64294"/>
                      </a:cubicBez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609559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14244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70" name="Freeform 69">
                  <a:extLst>
                    <a:ext uri="{FF2B5EF4-FFF2-40B4-BE49-F238E27FC236}">
                      <a16:creationId xmlns:a16="http://schemas.microsoft.com/office/drawing/2014/main" id="{C5A6C936-EF43-4E33-2687-32EA299114E2}"/>
                    </a:ext>
                  </a:extLst>
                </p:cNvPr>
                <p:cNvSpPr/>
                <p:nvPr/>
              </p:nvSpPr>
              <p:spPr>
                <a:xfrm>
                  <a:off x="1827267" y="3282840"/>
                  <a:ext cx="266700" cy="14287"/>
                </a:xfrm>
                <a:custGeom>
                  <a:avLst/>
                  <a:gdLst>
                    <a:gd name="connsiteX0" fmla="*/ 0 w 266700"/>
                    <a:gd name="connsiteY0" fmla="*/ 0 h 14287"/>
                    <a:gd name="connsiteX1" fmla="*/ 266700 w 266700"/>
                    <a:gd name="connsiteY1" fmla="*/ 0 h 14287"/>
                    <a:gd name="connsiteX2" fmla="*/ 266700 w 266700"/>
                    <a:gd name="connsiteY2" fmla="*/ 14288 h 14287"/>
                    <a:gd name="connsiteX3" fmla="*/ 0 w 266700"/>
                    <a:gd name="connsiteY3" fmla="*/ 14288 h 142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66700" h="14287">
                      <a:moveTo>
                        <a:pt x="0" y="0"/>
                      </a:moveTo>
                      <a:lnTo>
                        <a:pt x="266700" y="0"/>
                      </a:lnTo>
                      <a:lnTo>
                        <a:pt x="266700" y="14288"/>
                      </a:lnTo>
                      <a:lnTo>
                        <a:pt x="0" y="14288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609559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14244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71" name="Freeform 70">
                  <a:extLst>
                    <a:ext uri="{FF2B5EF4-FFF2-40B4-BE49-F238E27FC236}">
                      <a16:creationId xmlns:a16="http://schemas.microsoft.com/office/drawing/2014/main" id="{9C6992BF-A6BC-46AD-9B5E-7005EA41FA3E}"/>
                    </a:ext>
                  </a:extLst>
                </p:cNvPr>
                <p:cNvSpPr/>
                <p:nvPr/>
              </p:nvSpPr>
              <p:spPr>
                <a:xfrm>
                  <a:off x="1674867" y="3187590"/>
                  <a:ext cx="571500" cy="14287"/>
                </a:xfrm>
                <a:custGeom>
                  <a:avLst/>
                  <a:gdLst>
                    <a:gd name="connsiteX0" fmla="*/ 0 w 571500"/>
                    <a:gd name="connsiteY0" fmla="*/ 0 h 14287"/>
                    <a:gd name="connsiteX1" fmla="*/ 571500 w 571500"/>
                    <a:gd name="connsiteY1" fmla="*/ 0 h 14287"/>
                    <a:gd name="connsiteX2" fmla="*/ 571500 w 571500"/>
                    <a:gd name="connsiteY2" fmla="*/ 14288 h 14287"/>
                    <a:gd name="connsiteX3" fmla="*/ 0 w 571500"/>
                    <a:gd name="connsiteY3" fmla="*/ 14288 h 142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71500" h="14287">
                      <a:moveTo>
                        <a:pt x="0" y="0"/>
                      </a:moveTo>
                      <a:lnTo>
                        <a:pt x="571500" y="0"/>
                      </a:lnTo>
                      <a:lnTo>
                        <a:pt x="571500" y="14288"/>
                      </a:lnTo>
                      <a:lnTo>
                        <a:pt x="0" y="14288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609559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14244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D2E23A1C-4BCE-EE65-5D3E-44E4902A492D}"/>
                  </a:ext>
                </a:extLst>
              </p:cNvPr>
              <p:cNvSpPr/>
              <p:nvPr/>
            </p:nvSpPr>
            <p:spPr>
              <a:xfrm>
                <a:off x="2048628" y="2939940"/>
                <a:ext cx="109537" cy="109537"/>
              </a:xfrm>
              <a:custGeom>
                <a:avLst/>
                <a:gdLst>
                  <a:gd name="connsiteX0" fmla="*/ 54769 w 109537"/>
                  <a:gd name="connsiteY0" fmla="*/ 109538 h 109537"/>
                  <a:gd name="connsiteX1" fmla="*/ 0 w 109537"/>
                  <a:gd name="connsiteY1" fmla="*/ 54769 h 109537"/>
                  <a:gd name="connsiteX2" fmla="*/ 54769 w 109537"/>
                  <a:gd name="connsiteY2" fmla="*/ 0 h 109537"/>
                  <a:gd name="connsiteX3" fmla="*/ 109538 w 109537"/>
                  <a:gd name="connsiteY3" fmla="*/ 54769 h 109537"/>
                  <a:gd name="connsiteX4" fmla="*/ 54769 w 109537"/>
                  <a:gd name="connsiteY4" fmla="*/ 109538 h 109537"/>
                  <a:gd name="connsiteX5" fmla="*/ 54769 w 109537"/>
                  <a:gd name="connsiteY5" fmla="*/ 14288 h 109537"/>
                  <a:gd name="connsiteX6" fmla="*/ 14288 w 109537"/>
                  <a:gd name="connsiteY6" fmla="*/ 54769 h 109537"/>
                  <a:gd name="connsiteX7" fmla="*/ 54769 w 109537"/>
                  <a:gd name="connsiteY7" fmla="*/ 95250 h 109537"/>
                  <a:gd name="connsiteX8" fmla="*/ 95250 w 109537"/>
                  <a:gd name="connsiteY8" fmla="*/ 54769 h 109537"/>
                  <a:gd name="connsiteX9" fmla="*/ 54769 w 109537"/>
                  <a:gd name="connsiteY9" fmla="*/ 14288 h 109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09537" h="109537">
                    <a:moveTo>
                      <a:pt x="54769" y="109538"/>
                    </a:moveTo>
                    <a:cubicBezTo>
                      <a:pt x="24575" y="109538"/>
                      <a:pt x="0" y="84963"/>
                      <a:pt x="0" y="54769"/>
                    </a:cubicBezTo>
                    <a:cubicBezTo>
                      <a:pt x="0" y="24575"/>
                      <a:pt x="24575" y="0"/>
                      <a:pt x="54769" y="0"/>
                    </a:cubicBezTo>
                    <a:cubicBezTo>
                      <a:pt x="84963" y="0"/>
                      <a:pt x="109538" y="24575"/>
                      <a:pt x="109538" y="54769"/>
                    </a:cubicBezTo>
                    <a:cubicBezTo>
                      <a:pt x="109538" y="84963"/>
                      <a:pt x="84963" y="109538"/>
                      <a:pt x="54769" y="109538"/>
                    </a:cubicBezTo>
                    <a:close/>
                    <a:moveTo>
                      <a:pt x="54769" y="14288"/>
                    </a:moveTo>
                    <a:cubicBezTo>
                      <a:pt x="32480" y="14288"/>
                      <a:pt x="14288" y="32480"/>
                      <a:pt x="14288" y="54769"/>
                    </a:cubicBezTo>
                    <a:cubicBezTo>
                      <a:pt x="14288" y="77057"/>
                      <a:pt x="32480" y="95250"/>
                      <a:pt x="54769" y="95250"/>
                    </a:cubicBezTo>
                    <a:cubicBezTo>
                      <a:pt x="77057" y="95250"/>
                      <a:pt x="95250" y="77057"/>
                      <a:pt x="95250" y="54769"/>
                    </a:cubicBezTo>
                    <a:cubicBezTo>
                      <a:pt x="95250" y="32480"/>
                      <a:pt x="77057" y="14288"/>
                      <a:pt x="54769" y="1428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609559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414244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40581DD9-EC2F-DD02-7D82-418F27845B84}"/>
                  </a:ext>
                </a:extLst>
              </p:cNvPr>
              <p:cNvSpPr/>
              <p:nvPr/>
            </p:nvSpPr>
            <p:spPr>
              <a:xfrm>
                <a:off x="2029483" y="3073290"/>
                <a:ext cx="147732" cy="121443"/>
              </a:xfrm>
              <a:custGeom>
                <a:avLst/>
                <a:gdLst>
                  <a:gd name="connsiteX0" fmla="*/ 147733 w 147732"/>
                  <a:gd name="connsiteY0" fmla="*/ 121444 h 121443"/>
                  <a:gd name="connsiteX1" fmla="*/ 133445 w 147732"/>
                  <a:gd name="connsiteY1" fmla="*/ 121444 h 121443"/>
                  <a:gd name="connsiteX2" fmla="*/ 133445 w 147732"/>
                  <a:gd name="connsiteY2" fmla="*/ 41720 h 121443"/>
                  <a:gd name="connsiteX3" fmla="*/ 103918 w 147732"/>
                  <a:gd name="connsiteY3" fmla="*/ 14288 h 121443"/>
                  <a:gd name="connsiteX4" fmla="*/ 43815 w 147732"/>
                  <a:gd name="connsiteY4" fmla="*/ 14288 h 121443"/>
                  <a:gd name="connsiteX5" fmla="*/ 14288 w 147732"/>
                  <a:gd name="connsiteY5" fmla="*/ 41720 h 121443"/>
                  <a:gd name="connsiteX6" fmla="*/ 14288 w 147732"/>
                  <a:gd name="connsiteY6" fmla="*/ 121444 h 121443"/>
                  <a:gd name="connsiteX7" fmla="*/ 0 w 147732"/>
                  <a:gd name="connsiteY7" fmla="*/ 121444 h 121443"/>
                  <a:gd name="connsiteX8" fmla="*/ 0 w 147732"/>
                  <a:gd name="connsiteY8" fmla="*/ 41720 h 121443"/>
                  <a:gd name="connsiteX9" fmla="*/ 43815 w 147732"/>
                  <a:gd name="connsiteY9" fmla="*/ 0 h 121443"/>
                  <a:gd name="connsiteX10" fmla="*/ 103918 w 147732"/>
                  <a:gd name="connsiteY10" fmla="*/ 0 h 121443"/>
                  <a:gd name="connsiteX11" fmla="*/ 147733 w 147732"/>
                  <a:gd name="connsiteY11" fmla="*/ 41720 h 121443"/>
                  <a:gd name="connsiteX12" fmla="*/ 147733 w 147732"/>
                  <a:gd name="connsiteY12" fmla="*/ 121444 h 1214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47732" h="121443">
                    <a:moveTo>
                      <a:pt x="147733" y="121444"/>
                    </a:moveTo>
                    <a:lnTo>
                      <a:pt x="133445" y="121444"/>
                    </a:lnTo>
                    <a:lnTo>
                      <a:pt x="133445" y="41720"/>
                    </a:lnTo>
                    <a:cubicBezTo>
                      <a:pt x="133445" y="26575"/>
                      <a:pt x="120205" y="14288"/>
                      <a:pt x="103918" y="14288"/>
                    </a:cubicBezTo>
                    <a:lnTo>
                      <a:pt x="43815" y="14288"/>
                    </a:lnTo>
                    <a:cubicBezTo>
                      <a:pt x="27527" y="14288"/>
                      <a:pt x="14288" y="26575"/>
                      <a:pt x="14288" y="41720"/>
                    </a:cubicBezTo>
                    <a:lnTo>
                      <a:pt x="14288" y="121444"/>
                    </a:lnTo>
                    <a:lnTo>
                      <a:pt x="0" y="121444"/>
                    </a:lnTo>
                    <a:lnTo>
                      <a:pt x="0" y="41720"/>
                    </a:lnTo>
                    <a:cubicBezTo>
                      <a:pt x="0" y="18764"/>
                      <a:pt x="19621" y="0"/>
                      <a:pt x="43815" y="0"/>
                    </a:cubicBezTo>
                    <a:lnTo>
                      <a:pt x="103918" y="0"/>
                    </a:lnTo>
                    <a:cubicBezTo>
                      <a:pt x="128016" y="0"/>
                      <a:pt x="147733" y="18669"/>
                      <a:pt x="147733" y="41720"/>
                    </a:cubicBezTo>
                    <a:lnTo>
                      <a:pt x="147733" y="121444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609559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414244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62" name="Freeform 61">
                <a:extLst>
                  <a:ext uri="{FF2B5EF4-FFF2-40B4-BE49-F238E27FC236}">
                    <a16:creationId xmlns:a16="http://schemas.microsoft.com/office/drawing/2014/main" id="{D90066E5-9FA1-4E15-1FFD-9E414ABBECC9}"/>
                  </a:ext>
                </a:extLst>
              </p:cNvPr>
              <p:cNvSpPr/>
              <p:nvPr/>
            </p:nvSpPr>
            <p:spPr>
              <a:xfrm>
                <a:off x="1667628" y="2844690"/>
                <a:ext cx="585787" cy="350043"/>
              </a:xfrm>
              <a:custGeom>
                <a:avLst/>
                <a:gdLst>
                  <a:gd name="connsiteX0" fmla="*/ 585788 w 585787"/>
                  <a:gd name="connsiteY0" fmla="*/ 350044 h 350043"/>
                  <a:gd name="connsiteX1" fmla="*/ 571500 w 585787"/>
                  <a:gd name="connsiteY1" fmla="*/ 350044 h 350043"/>
                  <a:gd name="connsiteX2" fmla="*/ 571500 w 585787"/>
                  <a:gd name="connsiteY2" fmla="*/ 30956 h 350043"/>
                  <a:gd name="connsiteX3" fmla="*/ 554831 w 585787"/>
                  <a:gd name="connsiteY3" fmla="*/ 14288 h 350043"/>
                  <a:gd name="connsiteX4" fmla="*/ 30956 w 585787"/>
                  <a:gd name="connsiteY4" fmla="*/ 14288 h 350043"/>
                  <a:gd name="connsiteX5" fmla="*/ 14288 w 585787"/>
                  <a:gd name="connsiteY5" fmla="*/ 30956 h 350043"/>
                  <a:gd name="connsiteX6" fmla="*/ 14288 w 585787"/>
                  <a:gd name="connsiteY6" fmla="*/ 350044 h 350043"/>
                  <a:gd name="connsiteX7" fmla="*/ 0 w 585787"/>
                  <a:gd name="connsiteY7" fmla="*/ 350044 h 350043"/>
                  <a:gd name="connsiteX8" fmla="*/ 0 w 585787"/>
                  <a:gd name="connsiteY8" fmla="*/ 30956 h 350043"/>
                  <a:gd name="connsiteX9" fmla="*/ 30956 w 585787"/>
                  <a:gd name="connsiteY9" fmla="*/ 0 h 350043"/>
                  <a:gd name="connsiteX10" fmla="*/ 554831 w 585787"/>
                  <a:gd name="connsiteY10" fmla="*/ 0 h 350043"/>
                  <a:gd name="connsiteX11" fmla="*/ 585788 w 585787"/>
                  <a:gd name="connsiteY11" fmla="*/ 30956 h 350043"/>
                  <a:gd name="connsiteX12" fmla="*/ 585788 w 585787"/>
                  <a:gd name="connsiteY12" fmla="*/ 350044 h 350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85787" h="350043">
                    <a:moveTo>
                      <a:pt x="585788" y="350044"/>
                    </a:moveTo>
                    <a:lnTo>
                      <a:pt x="571500" y="350044"/>
                    </a:lnTo>
                    <a:lnTo>
                      <a:pt x="571500" y="30956"/>
                    </a:lnTo>
                    <a:cubicBezTo>
                      <a:pt x="571500" y="21812"/>
                      <a:pt x="563975" y="14288"/>
                      <a:pt x="554831" y="14288"/>
                    </a:cubicBezTo>
                    <a:lnTo>
                      <a:pt x="30956" y="14288"/>
                    </a:lnTo>
                    <a:cubicBezTo>
                      <a:pt x="21812" y="14288"/>
                      <a:pt x="14288" y="21812"/>
                      <a:pt x="14288" y="30956"/>
                    </a:cubicBezTo>
                    <a:lnTo>
                      <a:pt x="14288" y="350044"/>
                    </a:lnTo>
                    <a:lnTo>
                      <a:pt x="0" y="350044"/>
                    </a:lnTo>
                    <a:lnTo>
                      <a:pt x="0" y="30956"/>
                    </a:lnTo>
                    <a:cubicBezTo>
                      <a:pt x="0" y="13906"/>
                      <a:pt x="13907" y="0"/>
                      <a:pt x="30956" y="0"/>
                    </a:cubicBezTo>
                    <a:lnTo>
                      <a:pt x="554831" y="0"/>
                    </a:lnTo>
                    <a:cubicBezTo>
                      <a:pt x="571881" y="0"/>
                      <a:pt x="585788" y="13906"/>
                      <a:pt x="585788" y="30956"/>
                    </a:cubicBezTo>
                    <a:lnTo>
                      <a:pt x="585788" y="350044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609559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414244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63" name="Freeform 62">
                <a:extLst>
                  <a:ext uri="{FF2B5EF4-FFF2-40B4-BE49-F238E27FC236}">
                    <a16:creationId xmlns:a16="http://schemas.microsoft.com/office/drawing/2014/main" id="{2A6493F7-038F-9E87-F68D-4B084CBED0EE}"/>
                  </a:ext>
                </a:extLst>
              </p:cNvPr>
              <p:cNvSpPr/>
              <p:nvPr/>
            </p:nvSpPr>
            <p:spPr>
              <a:xfrm>
                <a:off x="1846222" y="2920890"/>
                <a:ext cx="133350" cy="14287"/>
              </a:xfrm>
              <a:custGeom>
                <a:avLst/>
                <a:gdLst>
                  <a:gd name="connsiteX0" fmla="*/ 0 w 133350"/>
                  <a:gd name="connsiteY0" fmla="*/ 0 h 14287"/>
                  <a:gd name="connsiteX1" fmla="*/ 133350 w 133350"/>
                  <a:gd name="connsiteY1" fmla="*/ 0 h 14287"/>
                  <a:gd name="connsiteX2" fmla="*/ 133350 w 133350"/>
                  <a:gd name="connsiteY2" fmla="*/ 14288 h 14287"/>
                  <a:gd name="connsiteX3" fmla="*/ 0 w 133350"/>
                  <a:gd name="connsiteY3" fmla="*/ 14288 h 14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3350" h="14287">
                    <a:moveTo>
                      <a:pt x="0" y="0"/>
                    </a:moveTo>
                    <a:lnTo>
                      <a:pt x="133350" y="0"/>
                    </a:lnTo>
                    <a:lnTo>
                      <a:pt x="133350" y="14288"/>
                    </a:lnTo>
                    <a:lnTo>
                      <a:pt x="0" y="1428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609559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414244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64" name="Freeform 63">
                <a:extLst>
                  <a:ext uri="{FF2B5EF4-FFF2-40B4-BE49-F238E27FC236}">
                    <a16:creationId xmlns:a16="http://schemas.microsoft.com/office/drawing/2014/main" id="{C20AADB4-44A4-2624-DA67-E0EBF9F035FE}"/>
                  </a:ext>
                </a:extLst>
              </p:cNvPr>
              <p:cNvSpPr/>
              <p:nvPr/>
            </p:nvSpPr>
            <p:spPr>
              <a:xfrm>
                <a:off x="1743828" y="2920890"/>
                <a:ext cx="71437" cy="71437"/>
              </a:xfrm>
              <a:custGeom>
                <a:avLst/>
                <a:gdLst>
                  <a:gd name="connsiteX0" fmla="*/ 64294 w 71437"/>
                  <a:gd name="connsiteY0" fmla="*/ 71438 h 71437"/>
                  <a:gd name="connsiteX1" fmla="*/ 7144 w 71437"/>
                  <a:gd name="connsiteY1" fmla="*/ 71438 h 71437"/>
                  <a:gd name="connsiteX2" fmla="*/ 0 w 71437"/>
                  <a:gd name="connsiteY2" fmla="*/ 64294 h 71437"/>
                  <a:gd name="connsiteX3" fmla="*/ 0 w 71437"/>
                  <a:gd name="connsiteY3" fmla="*/ 7144 h 71437"/>
                  <a:gd name="connsiteX4" fmla="*/ 7144 w 71437"/>
                  <a:gd name="connsiteY4" fmla="*/ 0 h 71437"/>
                  <a:gd name="connsiteX5" fmla="*/ 64294 w 71437"/>
                  <a:gd name="connsiteY5" fmla="*/ 0 h 71437"/>
                  <a:gd name="connsiteX6" fmla="*/ 71438 w 71437"/>
                  <a:gd name="connsiteY6" fmla="*/ 7144 h 71437"/>
                  <a:gd name="connsiteX7" fmla="*/ 71438 w 71437"/>
                  <a:gd name="connsiteY7" fmla="*/ 64294 h 71437"/>
                  <a:gd name="connsiteX8" fmla="*/ 64294 w 71437"/>
                  <a:gd name="connsiteY8" fmla="*/ 71438 h 71437"/>
                  <a:gd name="connsiteX9" fmla="*/ 14288 w 71437"/>
                  <a:gd name="connsiteY9" fmla="*/ 57150 h 71437"/>
                  <a:gd name="connsiteX10" fmla="*/ 57150 w 71437"/>
                  <a:gd name="connsiteY10" fmla="*/ 57150 h 71437"/>
                  <a:gd name="connsiteX11" fmla="*/ 57150 w 71437"/>
                  <a:gd name="connsiteY11" fmla="*/ 14288 h 71437"/>
                  <a:gd name="connsiteX12" fmla="*/ 14288 w 71437"/>
                  <a:gd name="connsiteY12" fmla="*/ 14288 h 71437"/>
                  <a:gd name="connsiteX13" fmla="*/ 14288 w 71437"/>
                  <a:gd name="connsiteY13" fmla="*/ 57150 h 714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71437" h="71437">
                    <a:moveTo>
                      <a:pt x="64294" y="71438"/>
                    </a:moveTo>
                    <a:lnTo>
                      <a:pt x="7144" y="71438"/>
                    </a:lnTo>
                    <a:cubicBezTo>
                      <a:pt x="3239" y="71438"/>
                      <a:pt x="0" y="68199"/>
                      <a:pt x="0" y="64294"/>
                    </a:cubicBezTo>
                    <a:lnTo>
                      <a:pt x="0" y="7144"/>
                    </a:lnTo>
                    <a:cubicBezTo>
                      <a:pt x="0" y="3239"/>
                      <a:pt x="3239" y="0"/>
                      <a:pt x="7144" y="0"/>
                    </a:cubicBezTo>
                    <a:lnTo>
                      <a:pt x="64294" y="0"/>
                    </a:lnTo>
                    <a:cubicBezTo>
                      <a:pt x="68199" y="0"/>
                      <a:pt x="71438" y="3239"/>
                      <a:pt x="71438" y="7144"/>
                    </a:cubicBezTo>
                    <a:lnTo>
                      <a:pt x="71438" y="64294"/>
                    </a:lnTo>
                    <a:cubicBezTo>
                      <a:pt x="71438" y="68199"/>
                      <a:pt x="68199" y="71438"/>
                      <a:pt x="64294" y="71438"/>
                    </a:cubicBezTo>
                    <a:close/>
                    <a:moveTo>
                      <a:pt x="14288" y="57150"/>
                    </a:moveTo>
                    <a:lnTo>
                      <a:pt x="57150" y="57150"/>
                    </a:lnTo>
                    <a:lnTo>
                      <a:pt x="57150" y="14288"/>
                    </a:lnTo>
                    <a:lnTo>
                      <a:pt x="14288" y="14288"/>
                    </a:lnTo>
                    <a:lnTo>
                      <a:pt x="14288" y="5715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609559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414244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65" name="Freeform 64">
                <a:extLst>
                  <a:ext uri="{FF2B5EF4-FFF2-40B4-BE49-F238E27FC236}">
                    <a16:creationId xmlns:a16="http://schemas.microsoft.com/office/drawing/2014/main" id="{F138763D-6806-951C-5771-892FDEDDD086}"/>
                  </a:ext>
                </a:extLst>
              </p:cNvPr>
              <p:cNvSpPr/>
              <p:nvPr/>
            </p:nvSpPr>
            <p:spPr>
              <a:xfrm>
                <a:off x="1846222" y="2958990"/>
                <a:ext cx="100012" cy="14287"/>
              </a:xfrm>
              <a:custGeom>
                <a:avLst/>
                <a:gdLst>
                  <a:gd name="connsiteX0" fmla="*/ 0 w 100012"/>
                  <a:gd name="connsiteY0" fmla="*/ 0 h 14287"/>
                  <a:gd name="connsiteX1" fmla="*/ 100013 w 100012"/>
                  <a:gd name="connsiteY1" fmla="*/ 0 h 14287"/>
                  <a:gd name="connsiteX2" fmla="*/ 100013 w 100012"/>
                  <a:gd name="connsiteY2" fmla="*/ 14288 h 14287"/>
                  <a:gd name="connsiteX3" fmla="*/ 0 w 100012"/>
                  <a:gd name="connsiteY3" fmla="*/ 14288 h 14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012" h="14287">
                    <a:moveTo>
                      <a:pt x="0" y="0"/>
                    </a:moveTo>
                    <a:lnTo>
                      <a:pt x="100013" y="0"/>
                    </a:lnTo>
                    <a:lnTo>
                      <a:pt x="100013" y="14288"/>
                    </a:lnTo>
                    <a:lnTo>
                      <a:pt x="0" y="1428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609559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414244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66" name="Freeform 65">
                <a:extLst>
                  <a:ext uri="{FF2B5EF4-FFF2-40B4-BE49-F238E27FC236}">
                    <a16:creationId xmlns:a16="http://schemas.microsoft.com/office/drawing/2014/main" id="{E263C400-2C67-3B85-0379-3FA9C5AC0421}"/>
                  </a:ext>
                </a:extLst>
              </p:cNvPr>
              <p:cNvSpPr/>
              <p:nvPr/>
            </p:nvSpPr>
            <p:spPr>
              <a:xfrm>
                <a:off x="1846222" y="3035190"/>
                <a:ext cx="133350" cy="14287"/>
              </a:xfrm>
              <a:custGeom>
                <a:avLst/>
                <a:gdLst>
                  <a:gd name="connsiteX0" fmla="*/ 0 w 133350"/>
                  <a:gd name="connsiteY0" fmla="*/ 0 h 14287"/>
                  <a:gd name="connsiteX1" fmla="*/ 133350 w 133350"/>
                  <a:gd name="connsiteY1" fmla="*/ 0 h 14287"/>
                  <a:gd name="connsiteX2" fmla="*/ 133350 w 133350"/>
                  <a:gd name="connsiteY2" fmla="*/ 14288 h 14287"/>
                  <a:gd name="connsiteX3" fmla="*/ 0 w 133350"/>
                  <a:gd name="connsiteY3" fmla="*/ 14288 h 14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3350" h="14287">
                    <a:moveTo>
                      <a:pt x="0" y="0"/>
                    </a:moveTo>
                    <a:lnTo>
                      <a:pt x="133350" y="0"/>
                    </a:lnTo>
                    <a:lnTo>
                      <a:pt x="133350" y="14288"/>
                    </a:lnTo>
                    <a:lnTo>
                      <a:pt x="0" y="1428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609559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414244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67" name="Freeform 66">
                <a:extLst>
                  <a:ext uri="{FF2B5EF4-FFF2-40B4-BE49-F238E27FC236}">
                    <a16:creationId xmlns:a16="http://schemas.microsoft.com/office/drawing/2014/main" id="{4B820F80-2F57-930C-6021-1D3FB60E0AC1}"/>
                  </a:ext>
                </a:extLst>
              </p:cNvPr>
              <p:cNvSpPr/>
              <p:nvPr/>
            </p:nvSpPr>
            <p:spPr>
              <a:xfrm>
                <a:off x="1743828" y="3035190"/>
                <a:ext cx="71437" cy="71437"/>
              </a:xfrm>
              <a:custGeom>
                <a:avLst/>
                <a:gdLst>
                  <a:gd name="connsiteX0" fmla="*/ 64294 w 71437"/>
                  <a:gd name="connsiteY0" fmla="*/ 71438 h 71437"/>
                  <a:gd name="connsiteX1" fmla="*/ 7144 w 71437"/>
                  <a:gd name="connsiteY1" fmla="*/ 71438 h 71437"/>
                  <a:gd name="connsiteX2" fmla="*/ 0 w 71437"/>
                  <a:gd name="connsiteY2" fmla="*/ 64294 h 71437"/>
                  <a:gd name="connsiteX3" fmla="*/ 0 w 71437"/>
                  <a:gd name="connsiteY3" fmla="*/ 7144 h 71437"/>
                  <a:gd name="connsiteX4" fmla="*/ 7144 w 71437"/>
                  <a:gd name="connsiteY4" fmla="*/ 0 h 71437"/>
                  <a:gd name="connsiteX5" fmla="*/ 64294 w 71437"/>
                  <a:gd name="connsiteY5" fmla="*/ 0 h 71437"/>
                  <a:gd name="connsiteX6" fmla="*/ 71438 w 71437"/>
                  <a:gd name="connsiteY6" fmla="*/ 7144 h 71437"/>
                  <a:gd name="connsiteX7" fmla="*/ 71438 w 71437"/>
                  <a:gd name="connsiteY7" fmla="*/ 64294 h 71437"/>
                  <a:gd name="connsiteX8" fmla="*/ 64294 w 71437"/>
                  <a:gd name="connsiteY8" fmla="*/ 71438 h 71437"/>
                  <a:gd name="connsiteX9" fmla="*/ 14288 w 71437"/>
                  <a:gd name="connsiteY9" fmla="*/ 57150 h 71437"/>
                  <a:gd name="connsiteX10" fmla="*/ 57150 w 71437"/>
                  <a:gd name="connsiteY10" fmla="*/ 57150 h 71437"/>
                  <a:gd name="connsiteX11" fmla="*/ 57150 w 71437"/>
                  <a:gd name="connsiteY11" fmla="*/ 14288 h 71437"/>
                  <a:gd name="connsiteX12" fmla="*/ 14288 w 71437"/>
                  <a:gd name="connsiteY12" fmla="*/ 14288 h 71437"/>
                  <a:gd name="connsiteX13" fmla="*/ 14288 w 71437"/>
                  <a:gd name="connsiteY13" fmla="*/ 57150 h 714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71437" h="71437">
                    <a:moveTo>
                      <a:pt x="64294" y="71438"/>
                    </a:moveTo>
                    <a:lnTo>
                      <a:pt x="7144" y="71438"/>
                    </a:lnTo>
                    <a:cubicBezTo>
                      <a:pt x="3239" y="71438"/>
                      <a:pt x="0" y="68199"/>
                      <a:pt x="0" y="64294"/>
                    </a:cubicBezTo>
                    <a:lnTo>
                      <a:pt x="0" y="7144"/>
                    </a:lnTo>
                    <a:cubicBezTo>
                      <a:pt x="0" y="3239"/>
                      <a:pt x="3239" y="0"/>
                      <a:pt x="7144" y="0"/>
                    </a:cubicBezTo>
                    <a:lnTo>
                      <a:pt x="64294" y="0"/>
                    </a:lnTo>
                    <a:cubicBezTo>
                      <a:pt x="68199" y="0"/>
                      <a:pt x="71438" y="3239"/>
                      <a:pt x="71438" y="7144"/>
                    </a:cubicBezTo>
                    <a:lnTo>
                      <a:pt x="71438" y="64294"/>
                    </a:lnTo>
                    <a:cubicBezTo>
                      <a:pt x="71438" y="68199"/>
                      <a:pt x="68199" y="71438"/>
                      <a:pt x="64294" y="71438"/>
                    </a:cubicBezTo>
                    <a:close/>
                    <a:moveTo>
                      <a:pt x="14288" y="57150"/>
                    </a:moveTo>
                    <a:lnTo>
                      <a:pt x="57150" y="57150"/>
                    </a:lnTo>
                    <a:lnTo>
                      <a:pt x="57150" y="14288"/>
                    </a:lnTo>
                    <a:lnTo>
                      <a:pt x="14288" y="14288"/>
                    </a:lnTo>
                    <a:lnTo>
                      <a:pt x="14288" y="5715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609559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414244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68" name="Freeform 67">
                <a:extLst>
                  <a:ext uri="{FF2B5EF4-FFF2-40B4-BE49-F238E27FC236}">
                    <a16:creationId xmlns:a16="http://schemas.microsoft.com/office/drawing/2014/main" id="{3968D786-7B20-0637-EA90-D414EE994AAD}"/>
                  </a:ext>
                </a:extLst>
              </p:cNvPr>
              <p:cNvSpPr/>
              <p:nvPr/>
            </p:nvSpPr>
            <p:spPr>
              <a:xfrm>
                <a:off x="1846222" y="3073290"/>
                <a:ext cx="100012" cy="14287"/>
              </a:xfrm>
              <a:custGeom>
                <a:avLst/>
                <a:gdLst>
                  <a:gd name="connsiteX0" fmla="*/ 0 w 100012"/>
                  <a:gd name="connsiteY0" fmla="*/ 0 h 14287"/>
                  <a:gd name="connsiteX1" fmla="*/ 100013 w 100012"/>
                  <a:gd name="connsiteY1" fmla="*/ 0 h 14287"/>
                  <a:gd name="connsiteX2" fmla="*/ 100013 w 100012"/>
                  <a:gd name="connsiteY2" fmla="*/ 14288 h 14287"/>
                  <a:gd name="connsiteX3" fmla="*/ 0 w 100012"/>
                  <a:gd name="connsiteY3" fmla="*/ 14288 h 14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012" h="14287">
                    <a:moveTo>
                      <a:pt x="0" y="0"/>
                    </a:moveTo>
                    <a:lnTo>
                      <a:pt x="100013" y="0"/>
                    </a:lnTo>
                    <a:lnTo>
                      <a:pt x="100013" y="14288"/>
                    </a:lnTo>
                    <a:lnTo>
                      <a:pt x="0" y="1428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609559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414244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08073F63-F591-977A-D78D-9E6D7B7A14B6}"/>
                </a:ext>
              </a:extLst>
            </p:cNvPr>
            <p:cNvSpPr/>
            <p:nvPr/>
          </p:nvSpPr>
          <p:spPr>
            <a:xfrm>
              <a:off x="8604982" y="4329500"/>
              <a:ext cx="388573" cy="440213"/>
            </a:xfrm>
            <a:custGeom>
              <a:avLst/>
              <a:gdLst>
                <a:gd name="connsiteX0" fmla="*/ 359664 w 515278"/>
                <a:gd name="connsiteY0" fmla="*/ 518796 h 583756"/>
                <a:gd name="connsiteX1" fmla="*/ 324326 w 515278"/>
                <a:gd name="connsiteY1" fmla="*/ 533465 h 583756"/>
                <a:gd name="connsiteX2" fmla="*/ 184404 w 515278"/>
                <a:gd name="connsiteY2" fmla="*/ 533465 h 583756"/>
                <a:gd name="connsiteX3" fmla="*/ 165925 w 515278"/>
                <a:gd name="connsiteY3" fmla="*/ 541180 h 583756"/>
                <a:gd name="connsiteX4" fmla="*/ 133445 w 515278"/>
                <a:gd name="connsiteY4" fmla="*/ 573660 h 583756"/>
                <a:gd name="connsiteX5" fmla="*/ 143542 w 515278"/>
                <a:gd name="connsiteY5" fmla="*/ 583757 h 583756"/>
                <a:gd name="connsiteX6" fmla="*/ 176022 w 515278"/>
                <a:gd name="connsiteY6" fmla="*/ 551277 h 583756"/>
                <a:gd name="connsiteX7" fmla="*/ 184404 w 515278"/>
                <a:gd name="connsiteY7" fmla="*/ 547752 h 583756"/>
                <a:gd name="connsiteX8" fmla="*/ 324326 w 515278"/>
                <a:gd name="connsiteY8" fmla="*/ 547752 h 583756"/>
                <a:gd name="connsiteX9" fmla="*/ 369761 w 515278"/>
                <a:gd name="connsiteY9" fmla="*/ 528893 h 583756"/>
                <a:gd name="connsiteX10" fmla="*/ 505206 w 515278"/>
                <a:gd name="connsiteY10" fmla="*/ 393447 h 583756"/>
                <a:gd name="connsiteX11" fmla="*/ 505206 w 515278"/>
                <a:gd name="connsiteY11" fmla="*/ 344870 h 583756"/>
                <a:gd name="connsiteX12" fmla="*/ 457391 w 515278"/>
                <a:gd name="connsiteY12" fmla="*/ 344870 h 583756"/>
                <a:gd name="connsiteX13" fmla="*/ 443865 w 515278"/>
                <a:gd name="connsiteY13" fmla="*/ 358395 h 583756"/>
                <a:gd name="connsiteX14" fmla="*/ 438150 w 515278"/>
                <a:gd name="connsiteY14" fmla="*/ 352966 h 583756"/>
                <a:gd name="connsiteX15" fmla="*/ 391192 w 515278"/>
                <a:gd name="connsiteY15" fmla="*/ 353442 h 583756"/>
                <a:gd name="connsiteX16" fmla="*/ 325279 w 515278"/>
                <a:gd name="connsiteY16" fmla="*/ 419736 h 583756"/>
                <a:gd name="connsiteX17" fmla="*/ 319278 w 515278"/>
                <a:gd name="connsiteY17" fmla="*/ 419165 h 583756"/>
                <a:gd name="connsiteX18" fmla="*/ 181070 w 515278"/>
                <a:gd name="connsiteY18" fmla="*/ 419165 h 583756"/>
                <a:gd name="connsiteX19" fmla="*/ 135636 w 515278"/>
                <a:gd name="connsiteY19" fmla="*/ 438024 h 583756"/>
                <a:gd name="connsiteX20" fmla="*/ 0 w 515278"/>
                <a:gd name="connsiteY20" fmla="*/ 573660 h 583756"/>
                <a:gd name="connsiteX21" fmla="*/ 10096 w 515278"/>
                <a:gd name="connsiteY21" fmla="*/ 583757 h 583756"/>
                <a:gd name="connsiteX22" fmla="*/ 145733 w 515278"/>
                <a:gd name="connsiteY22" fmla="*/ 448121 h 583756"/>
                <a:gd name="connsiteX23" fmla="*/ 181070 w 515278"/>
                <a:gd name="connsiteY23" fmla="*/ 433452 h 583756"/>
                <a:gd name="connsiteX24" fmla="*/ 319278 w 515278"/>
                <a:gd name="connsiteY24" fmla="*/ 433452 h 583756"/>
                <a:gd name="connsiteX25" fmla="*/ 340709 w 515278"/>
                <a:gd name="connsiteY25" fmla="*/ 454884 h 583756"/>
                <a:gd name="connsiteX26" fmla="*/ 334042 w 515278"/>
                <a:gd name="connsiteY26" fmla="*/ 468790 h 583756"/>
                <a:gd name="connsiteX27" fmla="*/ 333566 w 515278"/>
                <a:gd name="connsiteY27" fmla="*/ 469266 h 583756"/>
                <a:gd name="connsiteX28" fmla="*/ 333566 w 515278"/>
                <a:gd name="connsiteY28" fmla="*/ 469266 h 583756"/>
                <a:gd name="connsiteX29" fmla="*/ 319945 w 515278"/>
                <a:gd name="connsiteY29" fmla="*/ 476220 h 583756"/>
                <a:gd name="connsiteX30" fmla="*/ 214503 w 515278"/>
                <a:gd name="connsiteY30" fmla="*/ 476220 h 583756"/>
                <a:gd name="connsiteX31" fmla="*/ 214503 w 515278"/>
                <a:gd name="connsiteY31" fmla="*/ 490602 h 583756"/>
                <a:gd name="connsiteX32" fmla="*/ 319945 w 515278"/>
                <a:gd name="connsiteY32" fmla="*/ 490602 h 583756"/>
                <a:gd name="connsiteX33" fmla="*/ 344329 w 515278"/>
                <a:gd name="connsiteY33" fmla="*/ 478696 h 583756"/>
                <a:gd name="connsiteX34" fmla="*/ 467487 w 515278"/>
                <a:gd name="connsiteY34" fmla="*/ 354966 h 583756"/>
                <a:gd name="connsiteX35" fmla="*/ 495109 w 515278"/>
                <a:gd name="connsiteY35" fmla="*/ 354966 h 583756"/>
                <a:gd name="connsiteX36" fmla="*/ 495109 w 515278"/>
                <a:gd name="connsiteY36" fmla="*/ 383351 h 583756"/>
                <a:gd name="connsiteX37" fmla="*/ 359664 w 515278"/>
                <a:gd name="connsiteY37" fmla="*/ 518796 h 583756"/>
                <a:gd name="connsiteX38" fmla="*/ 354425 w 515278"/>
                <a:gd name="connsiteY38" fmla="*/ 448311 h 583756"/>
                <a:gd name="connsiteX39" fmla="*/ 339662 w 515278"/>
                <a:gd name="connsiteY39" fmla="*/ 425547 h 583756"/>
                <a:gd name="connsiteX40" fmla="*/ 401193 w 515278"/>
                <a:gd name="connsiteY40" fmla="*/ 363634 h 583756"/>
                <a:gd name="connsiteX41" fmla="*/ 428244 w 515278"/>
                <a:gd name="connsiteY41" fmla="*/ 363444 h 583756"/>
                <a:gd name="connsiteX42" fmla="*/ 433673 w 515278"/>
                <a:gd name="connsiteY42" fmla="*/ 368587 h 583756"/>
                <a:gd name="connsiteX43" fmla="*/ 354330 w 515278"/>
                <a:gd name="connsiteY43" fmla="*/ 448311 h 583756"/>
                <a:gd name="connsiteX44" fmla="*/ 252698 w 515278"/>
                <a:gd name="connsiteY44" fmla="*/ 98744 h 583756"/>
                <a:gd name="connsiteX45" fmla="*/ 191834 w 515278"/>
                <a:gd name="connsiteY45" fmla="*/ 159609 h 583756"/>
                <a:gd name="connsiteX46" fmla="*/ 252698 w 515278"/>
                <a:gd name="connsiteY46" fmla="*/ 220473 h 583756"/>
                <a:gd name="connsiteX47" fmla="*/ 313563 w 515278"/>
                <a:gd name="connsiteY47" fmla="*/ 159609 h 583756"/>
                <a:gd name="connsiteX48" fmla="*/ 252698 w 515278"/>
                <a:gd name="connsiteY48" fmla="*/ 98744 h 583756"/>
                <a:gd name="connsiteX49" fmla="*/ 252698 w 515278"/>
                <a:gd name="connsiteY49" fmla="*/ 206186 h 583756"/>
                <a:gd name="connsiteX50" fmla="*/ 206121 w 515278"/>
                <a:gd name="connsiteY50" fmla="*/ 159609 h 583756"/>
                <a:gd name="connsiteX51" fmla="*/ 252698 w 515278"/>
                <a:gd name="connsiteY51" fmla="*/ 113031 h 583756"/>
                <a:gd name="connsiteX52" fmla="*/ 299276 w 515278"/>
                <a:gd name="connsiteY52" fmla="*/ 159609 h 583756"/>
                <a:gd name="connsiteX53" fmla="*/ 252698 w 515278"/>
                <a:gd name="connsiteY53" fmla="*/ 206186 h 583756"/>
                <a:gd name="connsiteX54" fmla="*/ 399288 w 515278"/>
                <a:gd name="connsiteY54" fmla="*/ 204090 h 583756"/>
                <a:gd name="connsiteX55" fmla="*/ 418148 w 515278"/>
                <a:gd name="connsiteY55" fmla="*/ 190470 h 583756"/>
                <a:gd name="connsiteX56" fmla="*/ 418243 w 515278"/>
                <a:gd name="connsiteY56" fmla="*/ 129224 h 583756"/>
                <a:gd name="connsiteX57" fmla="*/ 399288 w 515278"/>
                <a:gd name="connsiteY57" fmla="*/ 115032 h 583756"/>
                <a:gd name="connsiteX58" fmla="*/ 362522 w 515278"/>
                <a:gd name="connsiteY58" fmla="*/ 96172 h 583756"/>
                <a:gd name="connsiteX59" fmla="*/ 364522 w 515278"/>
                <a:gd name="connsiteY59" fmla="*/ 54929 h 583756"/>
                <a:gd name="connsiteX60" fmla="*/ 361760 w 515278"/>
                <a:gd name="connsiteY60" fmla="*/ 31402 h 583756"/>
                <a:gd name="connsiteX61" fmla="*/ 336899 w 515278"/>
                <a:gd name="connsiteY61" fmla="*/ 13686 h 583756"/>
                <a:gd name="connsiteX62" fmla="*/ 309086 w 515278"/>
                <a:gd name="connsiteY62" fmla="*/ 1017 h 583756"/>
                <a:gd name="connsiteX63" fmla="*/ 309086 w 515278"/>
                <a:gd name="connsiteY63" fmla="*/ 1017 h 583756"/>
                <a:gd name="connsiteX64" fmla="*/ 287369 w 515278"/>
                <a:gd name="connsiteY64" fmla="*/ 10352 h 583756"/>
                <a:gd name="connsiteX65" fmla="*/ 252698 w 515278"/>
                <a:gd name="connsiteY65" fmla="*/ 32736 h 583756"/>
                <a:gd name="connsiteX66" fmla="*/ 217932 w 515278"/>
                <a:gd name="connsiteY66" fmla="*/ 10352 h 583756"/>
                <a:gd name="connsiteX67" fmla="*/ 196120 w 515278"/>
                <a:gd name="connsiteY67" fmla="*/ 1017 h 583756"/>
                <a:gd name="connsiteX68" fmla="*/ 143161 w 515278"/>
                <a:gd name="connsiteY68" fmla="*/ 31783 h 583756"/>
                <a:gd name="connsiteX69" fmla="*/ 140780 w 515278"/>
                <a:gd name="connsiteY69" fmla="*/ 54929 h 583756"/>
                <a:gd name="connsiteX70" fmla="*/ 142780 w 515278"/>
                <a:gd name="connsiteY70" fmla="*/ 96172 h 583756"/>
                <a:gd name="connsiteX71" fmla="*/ 106013 w 515278"/>
                <a:gd name="connsiteY71" fmla="*/ 115032 h 583756"/>
                <a:gd name="connsiteX72" fmla="*/ 87154 w 515278"/>
                <a:gd name="connsiteY72" fmla="*/ 128652 h 583756"/>
                <a:gd name="connsiteX73" fmla="*/ 87059 w 515278"/>
                <a:gd name="connsiteY73" fmla="*/ 189898 h 583756"/>
                <a:gd name="connsiteX74" fmla="*/ 106013 w 515278"/>
                <a:gd name="connsiteY74" fmla="*/ 204090 h 583756"/>
                <a:gd name="connsiteX75" fmla="*/ 142780 w 515278"/>
                <a:gd name="connsiteY75" fmla="*/ 222950 h 583756"/>
                <a:gd name="connsiteX76" fmla="*/ 140780 w 515278"/>
                <a:gd name="connsiteY76" fmla="*/ 264193 h 583756"/>
                <a:gd name="connsiteX77" fmla="*/ 143542 w 515278"/>
                <a:gd name="connsiteY77" fmla="*/ 287720 h 583756"/>
                <a:gd name="connsiteX78" fmla="*/ 168402 w 515278"/>
                <a:gd name="connsiteY78" fmla="*/ 305436 h 583756"/>
                <a:gd name="connsiteX79" fmla="*/ 196215 w 515278"/>
                <a:gd name="connsiteY79" fmla="*/ 318105 h 583756"/>
                <a:gd name="connsiteX80" fmla="*/ 217932 w 515278"/>
                <a:gd name="connsiteY80" fmla="*/ 308770 h 583756"/>
                <a:gd name="connsiteX81" fmla="*/ 252603 w 515278"/>
                <a:gd name="connsiteY81" fmla="*/ 286386 h 583756"/>
                <a:gd name="connsiteX82" fmla="*/ 287369 w 515278"/>
                <a:gd name="connsiteY82" fmla="*/ 308770 h 583756"/>
                <a:gd name="connsiteX83" fmla="*/ 303276 w 515278"/>
                <a:gd name="connsiteY83" fmla="*/ 319152 h 583756"/>
                <a:gd name="connsiteX84" fmla="*/ 309182 w 515278"/>
                <a:gd name="connsiteY84" fmla="*/ 318105 h 583756"/>
                <a:gd name="connsiteX85" fmla="*/ 362141 w 515278"/>
                <a:gd name="connsiteY85" fmla="*/ 287339 h 583756"/>
                <a:gd name="connsiteX86" fmla="*/ 364522 w 515278"/>
                <a:gd name="connsiteY86" fmla="*/ 264193 h 583756"/>
                <a:gd name="connsiteX87" fmla="*/ 362522 w 515278"/>
                <a:gd name="connsiteY87" fmla="*/ 222950 h 583756"/>
                <a:gd name="connsiteX88" fmla="*/ 399288 w 515278"/>
                <a:gd name="connsiteY88" fmla="*/ 204090 h 583756"/>
                <a:gd name="connsiteX89" fmla="*/ 350139 w 515278"/>
                <a:gd name="connsiteY89" fmla="*/ 215806 h 583756"/>
                <a:gd name="connsiteX90" fmla="*/ 352901 w 515278"/>
                <a:gd name="connsiteY90" fmla="*/ 272480 h 583756"/>
                <a:gd name="connsiteX91" fmla="*/ 352901 w 515278"/>
                <a:gd name="connsiteY91" fmla="*/ 276480 h 583756"/>
                <a:gd name="connsiteX92" fmla="*/ 304419 w 515278"/>
                <a:gd name="connsiteY92" fmla="*/ 304579 h 583756"/>
                <a:gd name="connsiteX93" fmla="*/ 300418 w 515278"/>
                <a:gd name="connsiteY93" fmla="*/ 302769 h 583756"/>
                <a:gd name="connsiteX94" fmla="*/ 252698 w 515278"/>
                <a:gd name="connsiteY94" fmla="*/ 272004 h 583756"/>
                <a:gd name="connsiteX95" fmla="*/ 204978 w 515278"/>
                <a:gd name="connsiteY95" fmla="*/ 302674 h 583756"/>
                <a:gd name="connsiteX96" fmla="*/ 200978 w 515278"/>
                <a:gd name="connsiteY96" fmla="*/ 304484 h 583756"/>
                <a:gd name="connsiteX97" fmla="*/ 175641 w 515278"/>
                <a:gd name="connsiteY97" fmla="*/ 292863 h 583756"/>
                <a:gd name="connsiteX98" fmla="*/ 152972 w 515278"/>
                <a:gd name="connsiteY98" fmla="*/ 276671 h 583756"/>
                <a:gd name="connsiteX99" fmla="*/ 152591 w 515278"/>
                <a:gd name="connsiteY99" fmla="*/ 272289 h 583756"/>
                <a:gd name="connsiteX100" fmla="*/ 155353 w 515278"/>
                <a:gd name="connsiteY100" fmla="*/ 215616 h 583756"/>
                <a:gd name="connsiteX101" fmla="*/ 104870 w 515278"/>
                <a:gd name="connsiteY101" fmla="*/ 189612 h 583756"/>
                <a:gd name="connsiteX102" fmla="*/ 101251 w 515278"/>
                <a:gd name="connsiteY102" fmla="*/ 187041 h 583756"/>
                <a:gd name="connsiteX103" fmla="*/ 101346 w 515278"/>
                <a:gd name="connsiteY103" fmla="*/ 131034 h 583756"/>
                <a:gd name="connsiteX104" fmla="*/ 104775 w 515278"/>
                <a:gd name="connsiteY104" fmla="*/ 129033 h 583756"/>
                <a:gd name="connsiteX105" fmla="*/ 155258 w 515278"/>
                <a:gd name="connsiteY105" fmla="*/ 103030 h 583756"/>
                <a:gd name="connsiteX106" fmla="*/ 152495 w 515278"/>
                <a:gd name="connsiteY106" fmla="*/ 46356 h 583756"/>
                <a:gd name="connsiteX107" fmla="*/ 152495 w 515278"/>
                <a:gd name="connsiteY107" fmla="*/ 42356 h 583756"/>
                <a:gd name="connsiteX108" fmla="*/ 200978 w 515278"/>
                <a:gd name="connsiteY108" fmla="*/ 14257 h 583756"/>
                <a:gd name="connsiteX109" fmla="*/ 204978 w 515278"/>
                <a:gd name="connsiteY109" fmla="*/ 16067 h 583756"/>
                <a:gd name="connsiteX110" fmla="*/ 252698 w 515278"/>
                <a:gd name="connsiteY110" fmla="*/ 46833 h 583756"/>
                <a:gd name="connsiteX111" fmla="*/ 300418 w 515278"/>
                <a:gd name="connsiteY111" fmla="*/ 16162 h 583756"/>
                <a:gd name="connsiteX112" fmla="*/ 304419 w 515278"/>
                <a:gd name="connsiteY112" fmla="*/ 14352 h 583756"/>
                <a:gd name="connsiteX113" fmla="*/ 329756 w 515278"/>
                <a:gd name="connsiteY113" fmla="*/ 25973 h 583756"/>
                <a:gd name="connsiteX114" fmla="*/ 352425 w 515278"/>
                <a:gd name="connsiteY114" fmla="*/ 42165 h 583756"/>
                <a:gd name="connsiteX115" fmla="*/ 352806 w 515278"/>
                <a:gd name="connsiteY115" fmla="*/ 46547 h 583756"/>
                <a:gd name="connsiteX116" fmla="*/ 350044 w 515278"/>
                <a:gd name="connsiteY116" fmla="*/ 103221 h 583756"/>
                <a:gd name="connsiteX117" fmla="*/ 400526 w 515278"/>
                <a:gd name="connsiteY117" fmla="*/ 129224 h 583756"/>
                <a:gd name="connsiteX118" fmla="*/ 404146 w 515278"/>
                <a:gd name="connsiteY118" fmla="*/ 131796 h 583756"/>
                <a:gd name="connsiteX119" fmla="*/ 404051 w 515278"/>
                <a:gd name="connsiteY119" fmla="*/ 187803 h 583756"/>
                <a:gd name="connsiteX120" fmla="*/ 400622 w 515278"/>
                <a:gd name="connsiteY120" fmla="*/ 189803 h 583756"/>
                <a:gd name="connsiteX121" fmla="*/ 350139 w 515278"/>
                <a:gd name="connsiteY121" fmla="*/ 215806 h 583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515278" h="583756">
                  <a:moveTo>
                    <a:pt x="359664" y="518796"/>
                  </a:moveTo>
                  <a:cubicBezTo>
                    <a:pt x="350234" y="528226"/>
                    <a:pt x="337661" y="533465"/>
                    <a:pt x="324326" y="533465"/>
                  </a:cubicBezTo>
                  <a:lnTo>
                    <a:pt x="184404" y="533465"/>
                  </a:lnTo>
                  <a:cubicBezTo>
                    <a:pt x="177451" y="533465"/>
                    <a:pt x="170783" y="536227"/>
                    <a:pt x="165925" y="541180"/>
                  </a:cubicBezTo>
                  <a:lnTo>
                    <a:pt x="133445" y="573660"/>
                  </a:lnTo>
                  <a:lnTo>
                    <a:pt x="143542" y="583757"/>
                  </a:lnTo>
                  <a:lnTo>
                    <a:pt x="176022" y="551277"/>
                  </a:lnTo>
                  <a:cubicBezTo>
                    <a:pt x="178308" y="548991"/>
                    <a:pt x="181261" y="547752"/>
                    <a:pt x="184404" y="547752"/>
                  </a:cubicBezTo>
                  <a:lnTo>
                    <a:pt x="324326" y="547752"/>
                  </a:lnTo>
                  <a:cubicBezTo>
                    <a:pt x="341471" y="547752"/>
                    <a:pt x="357664" y="541085"/>
                    <a:pt x="369761" y="528893"/>
                  </a:cubicBezTo>
                  <a:lnTo>
                    <a:pt x="505206" y="393447"/>
                  </a:lnTo>
                  <a:cubicBezTo>
                    <a:pt x="518636" y="380017"/>
                    <a:pt x="518636" y="358300"/>
                    <a:pt x="505206" y="344870"/>
                  </a:cubicBezTo>
                  <a:cubicBezTo>
                    <a:pt x="491776" y="331440"/>
                    <a:pt x="470535" y="331725"/>
                    <a:pt x="457391" y="344870"/>
                  </a:cubicBezTo>
                  <a:lnTo>
                    <a:pt x="443865" y="358395"/>
                  </a:lnTo>
                  <a:lnTo>
                    <a:pt x="438150" y="352966"/>
                  </a:lnTo>
                  <a:cubicBezTo>
                    <a:pt x="424910" y="340393"/>
                    <a:pt x="404336" y="340584"/>
                    <a:pt x="391192" y="353442"/>
                  </a:cubicBezTo>
                  <a:lnTo>
                    <a:pt x="325279" y="419736"/>
                  </a:lnTo>
                  <a:cubicBezTo>
                    <a:pt x="323374" y="419451"/>
                    <a:pt x="321374" y="419165"/>
                    <a:pt x="319278" y="419165"/>
                  </a:cubicBezTo>
                  <a:lnTo>
                    <a:pt x="181070" y="419165"/>
                  </a:lnTo>
                  <a:cubicBezTo>
                    <a:pt x="163925" y="419165"/>
                    <a:pt x="147733" y="425832"/>
                    <a:pt x="135636" y="438024"/>
                  </a:cubicBezTo>
                  <a:lnTo>
                    <a:pt x="0" y="573660"/>
                  </a:lnTo>
                  <a:lnTo>
                    <a:pt x="10096" y="583757"/>
                  </a:lnTo>
                  <a:lnTo>
                    <a:pt x="145733" y="448121"/>
                  </a:lnTo>
                  <a:cubicBezTo>
                    <a:pt x="155162" y="438691"/>
                    <a:pt x="167735" y="433452"/>
                    <a:pt x="181070" y="433452"/>
                  </a:cubicBezTo>
                  <a:lnTo>
                    <a:pt x="319278" y="433452"/>
                  </a:lnTo>
                  <a:cubicBezTo>
                    <a:pt x="331089" y="433452"/>
                    <a:pt x="340709" y="443073"/>
                    <a:pt x="340709" y="454884"/>
                  </a:cubicBezTo>
                  <a:cubicBezTo>
                    <a:pt x="340709" y="459456"/>
                    <a:pt x="337947" y="464599"/>
                    <a:pt x="334042" y="468790"/>
                  </a:cubicBezTo>
                  <a:lnTo>
                    <a:pt x="333566" y="469266"/>
                  </a:lnTo>
                  <a:lnTo>
                    <a:pt x="333566" y="469266"/>
                  </a:lnTo>
                  <a:cubicBezTo>
                    <a:pt x="329565" y="473362"/>
                    <a:pt x="324422" y="476220"/>
                    <a:pt x="319945" y="476220"/>
                  </a:cubicBezTo>
                  <a:lnTo>
                    <a:pt x="214503" y="476220"/>
                  </a:lnTo>
                  <a:cubicBezTo>
                    <a:pt x="214503" y="476220"/>
                    <a:pt x="214503" y="490602"/>
                    <a:pt x="214503" y="490602"/>
                  </a:cubicBezTo>
                  <a:lnTo>
                    <a:pt x="319945" y="490602"/>
                  </a:lnTo>
                  <a:cubicBezTo>
                    <a:pt x="328708" y="490602"/>
                    <a:pt x="337566" y="485745"/>
                    <a:pt x="344329" y="478696"/>
                  </a:cubicBezTo>
                  <a:lnTo>
                    <a:pt x="467487" y="354966"/>
                  </a:lnTo>
                  <a:cubicBezTo>
                    <a:pt x="475107" y="347346"/>
                    <a:pt x="487490" y="347346"/>
                    <a:pt x="495109" y="354966"/>
                  </a:cubicBezTo>
                  <a:cubicBezTo>
                    <a:pt x="502920" y="362777"/>
                    <a:pt x="502920" y="375540"/>
                    <a:pt x="495109" y="383351"/>
                  </a:cubicBezTo>
                  <a:lnTo>
                    <a:pt x="359664" y="518796"/>
                  </a:lnTo>
                  <a:close/>
                  <a:moveTo>
                    <a:pt x="354425" y="448311"/>
                  </a:moveTo>
                  <a:cubicBezTo>
                    <a:pt x="352711" y="438882"/>
                    <a:pt x="347282" y="430785"/>
                    <a:pt x="339662" y="425547"/>
                  </a:cubicBezTo>
                  <a:lnTo>
                    <a:pt x="401193" y="363634"/>
                  </a:lnTo>
                  <a:cubicBezTo>
                    <a:pt x="408718" y="356300"/>
                    <a:pt x="420624" y="356205"/>
                    <a:pt x="428244" y="363444"/>
                  </a:cubicBezTo>
                  <a:lnTo>
                    <a:pt x="433673" y="368587"/>
                  </a:lnTo>
                  <a:lnTo>
                    <a:pt x="354330" y="448311"/>
                  </a:lnTo>
                  <a:close/>
                  <a:moveTo>
                    <a:pt x="252698" y="98744"/>
                  </a:moveTo>
                  <a:cubicBezTo>
                    <a:pt x="219170" y="98744"/>
                    <a:pt x="191834" y="126081"/>
                    <a:pt x="191834" y="159609"/>
                  </a:cubicBezTo>
                  <a:cubicBezTo>
                    <a:pt x="191834" y="193137"/>
                    <a:pt x="219170" y="220473"/>
                    <a:pt x="252698" y="220473"/>
                  </a:cubicBezTo>
                  <a:cubicBezTo>
                    <a:pt x="286226" y="220473"/>
                    <a:pt x="313563" y="193137"/>
                    <a:pt x="313563" y="159609"/>
                  </a:cubicBezTo>
                  <a:cubicBezTo>
                    <a:pt x="313563" y="126081"/>
                    <a:pt x="286226" y="98744"/>
                    <a:pt x="252698" y="98744"/>
                  </a:cubicBezTo>
                  <a:close/>
                  <a:moveTo>
                    <a:pt x="252698" y="206186"/>
                  </a:moveTo>
                  <a:cubicBezTo>
                    <a:pt x="226981" y="206186"/>
                    <a:pt x="206121" y="185326"/>
                    <a:pt x="206121" y="159609"/>
                  </a:cubicBezTo>
                  <a:cubicBezTo>
                    <a:pt x="206121" y="133891"/>
                    <a:pt x="226981" y="113031"/>
                    <a:pt x="252698" y="113031"/>
                  </a:cubicBezTo>
                  <a:cubicBezTo>
                    <a:pt x="278416" y="113031"/>
                    <a:pt x="299276" y="133891"/>
                    <a:pt x="299276" y="159609"/>
                  </a:cubicBezTo>
                  <a:cubicBezTo>
                    <a:pt x="299276" y="185326"/>
                    <a:pt x="278416" y="206186"/>
                    <a:pt x="252698" y="206186"/>
                  </a:cubicBezTo>
                  <a:close/>
                  <a:moveTo>
                    <a:pt x="399288" y="204090"/>
                  </a:moveTo>
                  <a:cubicBezTo>
                    <a:pt x="408432" y="205043"/>
                    <a:pt x="416528" y="199137"/>
                    <a:pt x="418148" y="190470"/>
                  </a:cubicBezTo>
                  <a:cubicBezTo>
                    <a:pt x="421958" y="170181"/>
                    <a:pt x="421958" y="149607"/>
                    <a:pt x="418243" y="129224"/>
                  </a:cubicBezTo>
                  <a:cubicBezTo>
                    <a:pt x="416624" y="120270"/>
                    <a:pt x="408432" y="114174"/>
                    <a:pt x="399288" y="115032"/>
                  </a:cubicBezTo>
                  <a:cubicBezTo>
                    <a:pt x="384429" y="116365"/>
                    <a:pt x="369951" y="109031"/>
                    <a:pt x="362522" y="96172"/>
                  </a:cubicBezTo>
                  <a:cubicBezTo>
                    <a:pt x="355092" y="83313"/>
                    <a:pt x="355854" y="67121"/>
                    <a:pt x="364522" y="54929"/>
                  </a:cubicBezTo>
                  <a:cubicBezTo>
                    <a:pt x="369856" y="47499"/>
                    <a:pt x="368617" y="37403"/>
                    <a:pt x="361760" y="31402"/>
                  </a:cubicBezTo>
                  <a:cubicBezTo>
                    <a:pt x="353854" y="24639"/>
                    <a:pt x="345472" y="18639"/>
                    <a:pt x="336899" y="13686"/>
                  </a:cubicBezTo>
                  <a:cubicBezTo>
                    <a:pt x="328232" y="8733"/>
                    <a:pt x="318897" y="4446"/>
                    <a:pt x="309086" y="1017"/>
                  </a:cubicBezTo>
                  <a:lnTo>
                    <a:pt x="309086" y="1017"/>
                  </a:lnTo>
                  <a:cubicBezTo>
                    <a:pt x="300514" y="-2031"/>
                    <a:pt x="291179" y="2065"/>
                    <a:pt x="287369" y="10352"/>
                  </a:cubicBezTo>
                  <a:cubicBezTo>
                    <a:pt x="281178" y="23973"/>
                    <a:pt x="267557" y="32736"/>
                    <a:pt x="252698" y="32736"/>
                  </a:cubicBezTo>
                  <a:cubicBezTo>
                    <a:pt x="237839" y="32736"/>
                    <a:pt x="224218" y="23973"/>
                    <a:pt x="217932" y="10352"/>
                  </a:cubicBezTo>
                  <a:cubicBezTo>
                    <a:pt x="214122" y="1970"/>
                    <a:pt x="204692" y="-2031"/>
                    <a:pt x="196120" y="1017"/>
                  </a:cubicBezTo>
                  <a:cubicBezTo>
                    <a:pt x="176689" y="7971"/>
                    <a:pt x="158877" y="18258"/>
                    <a:pt x="143161" y="31783"/>
                  </a:cubicBezTo>
                  <a:cubicBezTo>
                    <a:pt x="136493" y="37498"/>
                    <a:pt x="135541" y="47404"/>
                    <a:pt x="140780" y="54929"/>
                  </a:cubicBezTo>
                  <a:cubicBezTo>
                    <a:pt x="149447" y="67121"/>
                    <a:pt x="150209" y="83313"/>
                    <a:pt x="142780" y="96172"/>
                  </a:cubicBezTo>
                  <a:cubicBezTo>
                    <a:pt x="135350" y="109031"/>
                    <a:pt x="120968" y="116460"/>
                    <a:pt x="106013" y="115032"/>
                  </a:cubicBezTo>
                  <a:cubicBezTo>
                    <a:pt x="96869" y="114079"/>
                    <a:pt x="88773" y="119985"/>
                    <a:pt x="87154" y="128652"/>
                  </a:cubicBezTo>
                  <a:cubicBezTo>
                    <a:pt x="83344" y="148941"/>
                    <a:pt x="83344" y="169515"/>
                    <a:pt x="87059" y="189898"/>
                  </a:cubicBezTo>
                  <a:cubicBezTo>
                    <a:pt x="88678" y="198852"/>
                    <a:pt x="96869" y="204948"/>
                    <a:pt x="106013" y="204090"/>
                  </a:cubicBezTo>
                  <a:cubicBezTo>
                    <a:pt x="120872" y="202662"/>
                    <a:pt x="135255" y="210091"/>
                    <a:pt x="142780" y="222950"/>
                  </a:cubicBezTo>
                  <a:cubicBezTo>
                    <a:pt x="150209" y="235809"/>
                    <a:pt x="149447" y="252001"/>
                    <a:pt x="140780" y="264193"/>
                  </a:cubicBezTo>
                  <a:cubicBezTo>
                    <a:pt x="135446" y="271623"/>
                    <a:pt x="136684" y="281719"/>
                    <a:pt x="143542" y="287720"/>
                  </a:cubicBezTo>
                  <a:cubicBezTo>
                    <a:pt x="151448" y="294483"/>
                    <a:pt x="159830" y="300483"/>
                    <a:pt x="168402" y="305436"/>
                  </a:cubicBezTo>
                  <a:cubicBezTo>
                    <a:pt x="177070" y="310389"/>
                    <a:pt x="186404" y="314676"/>
                    <a:pt x="196215" y="318105"/>
                  </a:cubicBezTo>
                  <a:cubicBezTo>
                    <a:pt x="204788" y="321153"/>
                    <a:pt x="214122" y="317057"/>
                    <a:pt x="217932" y="308770"/>
                  </a:cubicBezTo>
                  <a:cubicBezTo>
                    <a:pt x="224123" y="295149"/>
                    <a:pt x="237744" y="286386"/>
                    <a:pt x="252603" y="286386"/>
                  </a:cubicBezTo>
                  <a:cubicBezTo>
                    <a:pt x="267462" y="286386"/>
                    <a:pt x="281083" y="295149"/>
                    <a:pt x="287369" y="308770"/>
                  </a:cubicBezTo>
                  <a:cubicBezTo>
                    <a:pt x="290322" y="315247"/>
                    <a:pt x="296609" y="319152"/>
                    <a:pt x="303276" y="319152"/>
                  </a:cubicBezTo>
                  <a:cubicBezTo>
                    <a:pt x="305276" y="319152"/>
                    <a:pt x="307181" y="318867"/>
                    <a:pt x="309182" y="318105"/>
                  </a:cubicBezTo>
                  <a:cubicBezTo>
                    <a:pt x="328613" y="311151"/>
                    <a:pt x="346424" y="300864"/>
                    <a:pt x="362141" y="287339"/>
                  </a:cubicBezTo>
                  <a:cubicBezTo>
                    <a:pt x="368808" y="281624"/>
                    <a:pt x="369761" y="271718"/>
                    <a:pt x="364522" y="264193"/>
                  </a:cubicBezTo>
                  <a:cubicBezTo>
                    <a:pt x="355854" y="252001"/>
                    <a:pt x="355092" y="235809"/>
                    <a:pt x="362522" y="222950"/>
                  </a:cubicBezTo>
                  <a:cubicBezTo>
                    <a:pt x="369951" y="210091"/>
                    <a:pt x="384334" y="202662"/>
                    <a:pt x="399288" y="204090"/>
                  </a:cubicBezTo>
                  <a:close/>
                  <a:moveTo>
                    <a:pt x="350139" y="215806"/>
                  </a:moveTo>
                  <a:cubicBezTo>
                    <a:pt x="339852" y="233523"/>
                    <a:pt x="340995" y="255811"/>
                    <a:pt x="352901" y="272480"/>
                  </a:cubicBezTo>
                  <a:cubicBezTo>
                    <a:pt x="353759" y="273718"/>
                    <a:pt x="354044" y="275528"/>
                    <a:pt x="352901" y="276480"/>
                  </a:cubicBezTo>
                  <a:cubicBezTo>
                    <a:pt x="338518" y="288768"/>
                    <a:pt x="322231" y="298197"/>
                    <a:pt x="304419" y="304579"/>
                  </a:cubicBezTo>
                  <a:cubicBezTo>
                    <a:pt x="302800" y="305151"/>
                    <a:pt x="301181" y="304389"/>
                    <a:pt x="300418" y="302769"/>
                  </a:cubicBezTo>
                  <a:cubicBezTo>
                    <a:pt x="291941" y="284100"/>
                    <a:pt x="273177" y="272004"/>
                    <a:pt x="252698" y="272004"/>
                  </a:cubicBezTo>
                  <a:cubicBezTo>
                    <a:pt x="232219" y="272004"/>
                    <a:pt x="213550" y="284100"/>
                    <a:pt x="204978" y="302674"/>
                  </a:cubicBezTo>
                  <a:cubicBezTo>
                    <a:pt x="204216" y="304293"/>
                    <a:pt x="202597" y="305055"/>
                    <a:pt x="200978" y="304484"/>
                  </a:cubicBezTo>
                  <a:cubicBezTo>
                    <a:pt x="192024" y="301341"/>
                    <a:pt x="183452" y="297435"/>
                    <a:pt x="175641" y="292863"/>
                  </a:cubicBezTo>
                  <a:cubicBezTo>
                    <a:pt x="167831" y="288291"/>
                    <a:pt x="160115" y="282862"/>
                    <a:pt x="152972" y="276671"/>
                  </a:cubicBezTo>
                  <a:cubicBezTo>
                    <a:pt x="151638" y="275528"/>
                    <a:pt x="151543" y="273813"/>
                    <a:pt x="152591" y="272289"/>
                  </a:cubicBezTo>
                  <a:cubicBezTo>
                    <a:pt x="164497" y="255621"/>
                    <a:pt x="165545" y="233332"/>
                    <a:pt x="155353" y="215616"/>
                  </a:cubicBezTo>
                  <a:cubicBezTo>
                    <a:pt x="145161" y="197899"/>
                    <a:pt x="125349" y="187707"/>
                    <a:pt x="104870" y="189612"/>
                  </a:cubicBezTo>
                  <a:cubicBezTo>
                    <a:pt x="103061" y="189803"/>
                    <a:pt x="101632" y="188755"/>
                    <a:pt x="101251" y="187041"/>
                  </a:cubicBezTo>
                  <a:cubicBezTo>
                    <a:pt x="97822" y="168467"/>
                    <a:pt x="97917" y="149607"/>
                    <a:pt x="101346" y="131034"/>
                  </a:cubicBezTo>
                  <a:cubicBezTo>
                    <a:pt x="101632" y="129605"/>
                    <a:pt x="103346" y="128843"/>
                    <a:pt x="104775" y="129033"/>
                  </a:cubicBezTo>
                  <a:cubicBezTo>
                    <a:pt x="125159" y="131034"/>
                    <a:pt x="145066" y="120842"/>
                    <a:pt x="155258" y="103030"/>
                  </a:cubicBezTo>
                  <a:cubicBezTo>
                    <a:pt x="165545" y="85314"/>
                    <a:pt x="164402" y="63025"/>
                    <a:pt x="152495" y="46356"/>
                  </a:cubicBezTo>
                  <a:cubicBezTo>
                    <a:pt x="151638" y="45118"/>
                    <a:pt x="151352" y="43308"/>
                    <a:pt x="152495" y="42356"/>
                  </a:cubicBezTo>
                  <a:cubicBezTo>
                    <a:pt x="166878" y="30069"/>
                    <a:pt x="183166" y="20639"/>
                    <a:pt x="200978" y="14257"/>
                  </a:cubicBezTo>
                  <a:cubicBezTo>
                    <a:pt x="202597" y="13686"/>
                    <a:pt x="204216" y="14448"/>
                    <a:pt x="204978" y="16067"/>
                  </a:cubicBezTo>
                  <a:cubicBezTo>
                    <a:pt x="213455" y="34736"/>
                    <a:pt x="232219" y="46833"/>
                    <a:pt x="252698" y="46833"/>
                  </a:cubicBezTo>
                  <a:cubicBezTo>
                    <a:pt x="273177" y="46833"/>
                    <a:pt x="291846" y="34736"/>
                    <a:pt x="300418" y="16162"/>
                  </a:cubicBezTo>
                  <a:cubicBezTo>
                    <a:pt x="301181" y="14543"/>
                    <a:pt x="302800" y="13781"/>
                    <a:pt x="304419" y="14352"/>
                  </a:cubicBezTo>
                  <a:cubicBezTo>
                    <a:pt x="313373" y="17496"/>
                    <a:pt x="321945" y="21401"/>
                    <a:pt x="329756" y="25973"/>
                  </a:cubicBezTo>
                  <a:cubicBezTo>
                    <a:pt x="337566" y="30545"/>
                    <a:pt x="345281" y="35974"/>
                    <a:pt x="352425" y="42165"/>
                  </a:cubicBezTo>
                  <a:cubicBezTo>
                    <a:pt x="353759" y="43308"/>
                    <a:pt x="353854" y="45023"/>
                    <a:pt x="352806" y="46547"/>
                  </a:cubicBezTo>
                  <a:cubicBezTo>
                    <a:pt x="340900" y="63216"/>
                    <a:pt x="339852" y="85504"/>
                    <a:pt x="350044" y="103221"/>
                  </a:cubicBezTo>
                  <a:cubicBezTo>
                    <a:pt x="360236" y="120937"/>
                    <a:pt x="380143" y="131129"/>
                    <a:pt x="400526" y="129224"/>
                  </a:cubicBezTo>
                  <a:cubicBezTo>
                    <a:pt x="402336" y="129033"/>
                    <a:pt x="403765" y="130081"/>
                    <a:pt x="404146" y="131796"/>
                  </a:cubicBezTo>
                  <a:cubicBezTo>
                    <a:pt x="407575" y="150369"/>
                    <a:pt x="407480" y="169229"/>
                    <a:pt x="404051" y="187803"/>
                  </a:cubicBezTo>
                  <a:cubicBezTo>
                    <a:pt x="403765" y="189231"/>
                    <a:pt x="402050" y="189993"/>
                    <a:pt x="400622" y="189803"/>
                  </a:cubicBezTo>
                  <a:cubicBezTo>
                    <a:pt x="380143" y="187803"/>
                    <a:pt x="360331" y="197994"/>
                    <a:pt x="350139" y="215806"/>
                  </a:cubicBezTo>
                  <a:close/>
                </a:path>
              </a:pathLst>
            </a:custGeom>
            <a:solidFill>
              <a:schemeClr val="accent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14244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D1150DC2-99A5-8A37-8530-AC64B8ABF00E}"/>
                </a:ext>
              </a:extLst>
            </p:cNvPr>
            <p:cNvSpPr/>
            <p:nvPr/>
          </p:nvSpPr>
          <p:spPr>
            <a:xfrm>
              <a:off x="8559997" y="2755510"/>
              <a:ext cx="481647" cy="418994"/>
            </a:xfrm>
            <a:custGeom>
              <a:avLst/>
              <a:gdLst>
                <a:gd name="connsiteX0" fmla="*/ 430911 w 585787"/>
                <a:gd name="connsiteY0" fmla="*/ 171926 h 509587"/>
                <a:gd name="connsiteX1" fmla="*/ 292894 w 585787"/>
                <a:gd name="connsiteY1" fmla="*/ 57150 h 509587"/>
                <a:gd name="connsiteX2" fmla="*/ 154877 w 585787"/>
                <a:gd name="connsiteY2" fmla="*/ 171926 h 509587"/>
                <a:gd name="connsiteX3" fmla="*/ 133350 w 585787"/>
                <a:gd name="connsiteY3" fmla="*/ 197644 h 509587"/>
                <a:gd name="connsiteX4" fmla="*/ 133350 w 585787"/>
                <a:gd name="connsiteY4" fmla="*/ 235744 h 509587"/>
                <a:gd name="connsiteX5" fmla="*/ 159544 w 585787"/>
                <a:gd name="connsiteY5" fmla="*/ 261938 h 509587"/>
                <a:gd name="connsiteX6" fmla="*/ 178594 w 585787"/>
                <a:gd name="connsiteY6" fmla="*/ 261938 h 509587"/>
                <a:gd name="connsiteX7" fmla="*/ 185738 w 585787"/>
                <a:gd name="connsiteY7" fmla="*/ 254794 h 509587"/>
                <a:gd name="connsiteX8" fmla="*/ 185738 w 585787"/>
                <a:gd name="connsiteY8" fmla="*/ 178594 h 509587"/>
                <a:gd name="connsiteX9" fmla="*/ 178594 w 585787"/>
                <a:gd name="connsiteY9" fmla="*/ 171450 h 509587"/>
                <a:gd name="connsiteX10" fmla="*/ 169545 w 585787"/>
                <a:gd name="connsiteY10" fmla="*/ 171450 h 509587"/>
                <a:gd name="connsiteX11" fmla="*/ 292894 w 585787"/>
                <a:gd name="connsiteY11" fmla="*/ 71438 h 509587"/>
                <a:gd name="connsiteX12" fmla="*/ 416243 w 585787"/>
                <a:gd name="connsiteY12" fmla="*/ 171450 h 509587"/>
                <a:gd name="connsiteX13" fmla="*/ 407194 w 585787"/>
                <a:gd name="connsiteY13" fmla="*/ 171450 h 509587"/>
                <a:gd name="connsiteX14" fmla="*/ 400050 w 585787"/>
                <a:gd name="connsiteY14" fmla="*/ 178594 h 509587"/>
                <a:gd name="connsiteX15" fmla="*/ 400050 w 585787"/>
                <a:gd name="connsiteY15" fmla="*/ 254794 h 509587"/>
                <a:gd name="connsiteX16" fmla="*/ 407194 w 585787"/>
                <a:gd name="connsiteY16" fmla="*/ 261938 h 509587"/>
                <a:gd name="connsiteX17" fmla="*/ 418719 w 585787"/>
                <a:gd name="connsiteY17" fmla="*/ 261938 h 509587"/>
                <a:gd name="connsiteX18" fmla="*/ 355949 w 585787"/>
                <a:gd name="connsiteY18" fmla="*/ 323564 h 509587"/>
                <a:gd name="connsiteX19" fmla="*/ 330994 w 585787"/>
                <a:gd name="connsiteY19" fmla="*/ 304800 h 509587"/>
                <a:gd name="connsiteX20" fmla="*/ 304800 w 585787"/>
                <a:gd name="connsiteY20" fmla="*/ 330994 h 509587"/>
                <a:gd name="connsiteX21" fmla="*/ 330994 w 585787"/>
                <a:gd name="connsiteY21" fmla="*/ 357188 h 509587"/>
                <a:gd name="connsiteX22" fmla="*/ 356140 w 585787"/>
                <a:gd name="connsiteY22" fmla="*/ 337852 h 509587"/>
                <a:gd name="connsiteX23" fmla="*/ 433007 w 585787"/>
                <a:gd name="connsiteY23" fmla="*/ 260985 h 509587"/>
                <a:gd name="connsiteX24" fmla="*/ 452342 w 585787"/>
                <a:gd name="connsiteY24" fmla="*/ 235839 h 509587"/>
                <a:gd name="connsiteX25" fmla="*/ 452342 w 585787"/>
                <a:gd name="connsiteY25" fmla="*/ 197739 h 509587"/>
                <a:gd name="connsiteX26" fmla="*/ 430816 w 585787"/>
                <a:gd name="connsiteY26" fmla="*/ 172022 h 509587"/>
                <a:gd name="connsiteX27" fmla="*/ 171450 w 585787"/>
                <a:gd name="connsiteY27" fmla="*/ 185738 h 509587"/>
                <a:gd name="connsiteX28" fmla="*/ 171450 w 585787"/>
                <a:gd name="connsiteY28" fmla="*/ 247650 h 509587"/>
                <a:gd name="connsiteX29" fmla="*/ 159544 w 585787"/>
                <a:gd name="connsiteY29" fmla="*/ 247650 h 509587"/>
                <a:gd name="connsiteX30" fmla="*/ 147638 w 585787"/>
                <a:gd name="connsiteY30" fmla="*/ 235744 h 509587"/>
                <a:gd name="connsiteX31" fmla="*/ 147638 w 585787"/>
                <a:gd name="connsiteY31" fmla="*/ 197644 h 509587"/>
                <a:gd name="connsiteX32" fmla="*/ 159544 w 585787"/>
                <a:gd name="connsiteY32" fmla="*/ 185738 h 509587"/>
                <a:gd name="connsiteX33" fmla="*/ 171450 w 585787"/>
                <a:gd name="connsiteY33" fmla="*/ 185738 h 509587"/>
                <a:gd name="connsiteX34" fmla="*/ 330994 w 585787"/>
                <a:gd name="connsiteY34" fmla="*/ 342900 h 509587"/>
                <a:gd name="connsiteX35" fmla="*/ 319088 w 585787"/>
                <a:gd name="connsiteY35" fmla="*/ 330994 h 509587"/>
                <a:gd name="connsiteX36" fmla="*/ 330994 w 585787"/>
                <a:gd name="connsiteY36" fmla="*/ 319088 h 509587"/>
                <a:gd name="connsiteX37" fmla="*/ 342900 w 585787"/>
                <a:gd name="connsiteY37" fmla="*/ 330994 h 509587"/>
                <a:gd name="connsiteX38" fmla="*/ 330994 w 585787"/>
                <a:gd name="connsiteY38" fmla="*/ 342900 h 509587"/>
                <a:gd name="connsiteX39" fmla="*/ 438150 w 585787"/>
                <a:gd name="connsiteY39" fmla="*/ 235744 h 509587"/>
                <a:gd name="connsiteX40" fmla="*/ 426244 w 585787"/>
                <a:gd name="connsiteY40" fmla="*/ 247650 h 509587"/>
                <a:gd name="connsiteX41" fmla="*/ 414338 w 585787"/>
                <a:gd name="connsiteY41" fmla="*/ 247650 h 509587"/>
                <a:gd name="connsiteX42" fmla="*/ 414338 w 585787"/>
                <a:gd name="connsiteY42" fmla="*/ 185738 h 509587"/>
                <a:gd name="connsiteX43" fmla="*/ 426244 w 585787"/>
                <a:gd name="connsiteY43" fmla="*/ 185738 h 509587"/>
                <a:gd name="connsiteX44" fmla="*/ 438150 w 585787"/>
                <a:gd name="connsiteY44" fmla="*/ 197644 h 509587"/>
                <a:gd name="connsiteX45" fmla="*/ 438150 w 585787"/>
                <a:gd name="connsiteY45" fmla="*/ 235744 h 509587"/>
                <a:gd name="connsiteX46" fmla="*/ 585788 w 585787"/>
                <a:gd name="connsiteY46" fmla="*/ 64294 h 509587"/>
                <a:gd name="connsiteX47" fmla="*/ 521494 w 585787"/>
                <a:gd name="connsiteY47" fmla="*/ 0 h 509587"/>
                <a:gd name="connsiteX48" fmla="*/ 64294 w 585787"/>
                <a:gd name="connsiteY48" fmla="*/ 0 h 509587"/>
                <a:gd name="connsiteX49" fmla="*/ 0 w 585787"/>
                <a:gd name="connsiteY49" fmla="*/ 64294 h 509587"/>
                <a:gd name="connsiteX50" fmla="*/ 0 w 585787"/>
                <a:gd name="connsiteY50" fmla="*/ 369094 h 509587"/>
                <a:gd name="connsiteX51" fmla="*/ 64294 w 585787"/>
                <a:gd name="connsiteY51" fmla="*/ 433388 h 509587"/>
                <a:gd name="connsiteX52" fmla="*/ 442341 w 585787"/>
                <a:gd name="connsiteY52" fmla="*/ 433388 h 509587"/>
                <a:gd name="connsiteX53" fmla="*/ 516446 w 585787"/>
                <a:gd name="connsiteY53" fmla="*/ 507492 h 509587"/>
                <a:gd name="connsiteX54" fmla="*/ 521494 w 585787"/>
                <a:gd name="connsiteY54" fmla="*/ 509588 h 509587"/>
                <a:gd name="connsiteX55" fmla="*/ 524256 w 585787"/>
                <a:gd name="connsiteY55" fmla="*/ 509016 h 509587"/>
                <a:gd name="connsiteX56" fmla="*/ 528638 w 585787"/>
                <a:gd name="connsiteY56" fmla="*/ 502444 h 509587"/>
                <a:gd name="connsiteX57" fmla="*/ 528638 w 585787"/>
                <a:gd name="connsiteY57" fmla="*/ 433007 h 509587"/>
                <a:gd name="connsiteX58" fmla="*/ 585788 w 585787"/>
                <a:gd name="connsiteY58" fmla="*/ 369094 h 509587"/>
                <a:gd name="connsiteX59" fmla="*/ 585788 w 585787"/>
                <a:gd name="connsiteY59" fmla="*/ 64294 h 509587"/>
                <a:gd name="connsiteX60" fmla="*/ 571500 w 585787"/>
                <a:gd name="connsiteY60" fmla="*/ 369094 h 509587"/>
                <a:gd name="connsiteX61" fmla="*/ 521494 w 585787"/>
                <a:gd name="connsiteY61" fmla="*/ 419100 h 509587"/>
                <a:gd name="connsiteX62" fmla="*/ 514350 w 585787"/>
                <a:gd name="connsiteY62" fmla="*/ 426244 h 509587"/>
                <a:gd name="connsiteX63" fmla="*/ 514350 w 585787"/>
                <a:gd name="connsiteY63" fmla="*/ 485204 h 509587"/>
                <a:gd name="connsiteX64" fmla="*/ 450342 w 585787"/>
                <a:gd name="connsiteY64" fmla="*/ 421196 h 509587"/>
                <a:gd name="connsiteX65" fmla="*/ 445294 w 585787"/>
                <a:gd name="connsiteY65" fmla="*/ 419100 h 509587"/>
                <a:gd name="connsiteX66" fmla="*/ 64294 w 585787"/>
                <a:gd name="connsiteY66" fmla="*/ 419100 h 509587"/>
                <a:gd name="connsiteX67" fmla="*/ 14288 w 585787"/>
                <a:gd name="connsiteY67" fmla="*/ 369094 h 509587"/>
                <a:gd name="connsiteX68" fmla="*/ 14288 w 585787"/>
                <a:gd name="connsiteY68" fmla="*/ 64294 h 509587"/>
                <a:gd name="connsiteX69" fmla="*/ 64294 w 585787"/>
                <a:gd name="connsiteY69" fmla="*/ 14288 h 509587"/>
                <a:gd name="connsiteX70" fmla="*/ 521494 w 585787"/>
                <a:gd name="connsiteY70" fmla="*/ 14288 h 509587"/>
                <a:gd name="connsiteX71" fmla="*/ 571500 w 585787"/>
                <a:gd name="connsiteY71" fmla="*/ 64294 h 509587"/>
                <a:gd name="connsiteX72" fmla="*/ 571500 w 585787"/>
                <a:gd name="connsiteY72" fmla="*/ 369094 h 509587"/>
                <a:gd name="connsiteX73" fmla="*/ 264319 w 585787"/>
                <a:gd name="connsiteY73" fmla="*/ 216694 h 509587"/>
                <a:gd name="connsiteX74" fmla="*/ 254794 w 585787"/>
                <a:gd name="connsiteY74" fmla="*/ 226219 h 509587"/>
                <a:gd name="connsiteX75" fmla="*/ 245269 w 585787"/>
                <a:gd name="connsiteY75" fmla="*/ 216694 h 509587"/>
                <a:gd name="connsiteX76" fmla="*/ 254794 w 585787"/>
                <a:gd name="connsiteY76" fmla="*/ 207169 h 509587"/>
                <a:gd name="connsiteX77" fmla="*/ 264319 w 585787"/>
                <a:gd name="connsiteY77" fmla="*/ 216694 h 509587"/>
                <a:gd name="connsiteX78" fmla="*/ 302419 w 585787"/>
                <a:gd name="connsiteY78" fmla="*/ 216694 h 509587"/>
                <a:gd name="connsiteX79" fmla="*/ 292894 w 585787"/>
                <a:gd name="connsiteY79" fmla="*/ 226219 h 509587"/>
                <a:gd name="connsiteX80" fmla="*/ 283369 w 585787"/>
                <a:gd name="connsiteY80" fmla="*/ 216694 h 509587"/>
                <a:gd name="connsiteX81" fmla="*/ 292894 w 585787"/>
                <a:gd name="connsiteY81" fmla="*/ 207169 h 509587"/>
                <a:gd name="connsiteX82" fmla="*/ 302419 w 585787"/>
                <a:gd name="connsiteY82" fmla="*/ 216694 h 509587"/>
                <a:gd name="connsiteX83" fmla="*/ 330994 w 585787"/>
                <a:gd name="connsiteY83" fmla="*/ 226219 h 509587"/>
                <a:gd name="connsiteX84" fmla="*/ 321469 w 585787"/>
                <a:gd name="connsiteY84" fmla="*/ 216694 h 509587"/>
                <a:gd name="connsiteX85" fmla="*/ 330994 w 585787"/>
                <a:gd name="connsiteY85" fmla="*/ 207169 h 509587"/>
                <a:gd name="connsiteX86" fmla="*/ 340519 w 585787"/>
                <a:gd name="connsiteY86" fmla="*/ 216694 h 509587"/>
                <a:gd name="connsiteX87" fmla="*/ 330994 w 585787"/>
                <a:gd name="connsiteY87" fmla="*/ 226219 h 509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585787" h="509587">
                  <a:moveTo>
                    <a:pt x="430911" y="171926"/>
                  </a:moveTo>
                  <a:cubicBezTo>
                    <a:pt x="418719" y="106108"/>
                    <a:pt x="360426" y="57150"/>
                    <a:pt x="292894" y="57150"/>
                  </a:cubicBezTo>
                  <a:cubicBezTo>
                    <a:pt x="225362" y="57150"/>
                    <a:pt x="167164" y="106108"/>
                    <a:pt x="154877" y="171926"/>
                  </a:cubicBezTo>
                  <a:cubicBezTo>
                    <a:pt x="142685" y="174117"/>
                    <a:pt x="133350" y="184785"/>
                    <a:pt x="133350" y="197644"/>
                  </a:cubicBezTo>
                  <a:lnTo>
                    <a:pt x="133350" y="235744"/>
                  </a:lnTo>
                  <a:cubicBezTo>
                    <a:pt x="133350" y="250222"/>
                    <a:pt x="145066" y="261938"/>
                    <a:pt x="159544" y="261938"/>
                  </a:cubicBezTo>
                  <a:lnTo>
                    <a:pt x="178594" y="261938"/>
                  </a:lnTo>
                  <a:cubicBezTo>
                    <a:pt x="182499" y="261938"/>
                    <a:pt x="185738" y="258699"/>
                    <a:pt x="185738" y="254794"/>
                  </a:cubicBezTo>
                  <a:lnTo>
                    <a:pt x="185738" y="178594"/>
                  </a:lnTo>
                  <a:cubicBezTo>
                    <a:pt x="185738" y="174689"/>
                    <a:pt x="182499" y="171450"/>
                    <a:pt x="178594" y="171450"/>
                  </a:cubicBezTo>
                  <a:lnTo>
                    <a:pt x="169545" y="171450"/>
                  </a:lnTo>
                  <a:cubicBezTo>
                    <a:pt x="181737" y="113919"/>
                    <a:pt x="233363" y="71438"/>
                    <a:pt x="292894" y="71438"/>
                  </a:cubicBezTo>
                  <a:cubicBezTo>
                    <a:pt x="352425" y="71438"/>
                    <a:pt x="404050" y="113919"/>
                    <a:pt x="416243" y="171450"/>
                  </a:cubicBezTo>
                  <a:lnTo>
                    <a:pt x="407194" y="171450"/>
                  </a:lnTo>
                  <a:cubicBezTo>
                    <a:pt x="403289" y="171450"/>
                    <a:pt x="400050" y="174689"/>
                    <a:pt x="400050" y="178594"/>
                  </a:cubicBezTo>
                  <a:lnTo>
                    <a:pt x="400050" y="254794"/>
                  </a:lnTo>
                  <a:cubicBezTo>
                    <a:pt x="400050" y="258699"/>
                    <a:pt x="403289" y="261938"/>
                    <a:pt x="407194" y="261938"/>
                  </a:cubicBezTo>
                  <a:lnTo>
                    <a:pt x="418719" y="261938"/>
                  </a:lnTo>
                  <a:cubicBezTo>
                    <a:pt x="415290" y="294704"/>
                    <a:pt x="388906" y="320707"/>
                    <a:pt x="355949" y="323564"/>
                  </a:cubicBezTo>
                  <a:cubicBezTo>
                    <a:pt x="352711" y="312801"/>
                    <a:pt x="342805" y="304800"/>
                    <a:pt x="330994" y="304800"/>
                  </a:cubicBezTo>
                  <a:cubicBezTo>
                    <a:pt x="316516" y="304800"/>
                    <a:pt x="304800" y="316516"/>
                    <a:pt x="304800" y="330994"/>
                  </a:cubicBezTo>
                  <a:cubicBezTo>
                    <a:pt x="304800" y="345472"/>
                    <a:pt x="316516" y="357188"/>
                    <a:pt x="330994" y="357188"/>
                  </a:cubicBezTo>
                  <a:cubicBezTo>
                    <a:pt x="343091" y="357188"/>
                    <a:pt x="353187" y="348901"/>
                    <a:pt x="356140" y="337852"/>
                  </a:cubicBezTo>
                  <a:cubicBezTo>
                    <a:pt x="397193" y="334804"/>
                    <a:pt x="430054" y="302038"/>
                    <a:pt x="433007" y="260985"/>
                  </a:cubicBezTo>
                  <a:cubicBezTo>
                    <a:pt x="444151" y="257937"/>
                    <a:pt x="452342" y="247841"/>
                    <a:pt x="452342" y="235839"/>
                  </a:cubicBezTo>
                  <a:lnTo>
                    <a:pt x="452342" y="197739"/>
                  </a:lnTo>
                  <a:cubicBezTo>
                    <a:pt x="452342" y="184880"/>
                    <a:pt x="443008" y="174212"/>
                    <a:pt x="430816" y="172022"/>
                  </a:cubicBezTo>
                  <a:close/>
                  <a:moveTo>
                    <a:pt x="171450" y="185738"/>
                  </a:moveTo>
                  <a:lnTo>
                    <a:pt x="171450" y="247650"/>
                  </a:lnTo>
                  <a:lnTo>
                    <a:pt x="159544" y="247650"/>
                  </a:lnTo>
                  <a:cubicBezTo>
                    <a:pt x="152972" y="247650"/>
                    <a:pt x="147638" y="242316"/>
                    <a:pt x="147638" y="235744"/>
                  </a:cubicBezTo>
                  <a:lnTo>
                    <a:pt x="147638" y="197644"/>
                  </a:lnTo>
                  <a:cubicBezTo>
                    <a:pt x="147638" y="191072"/>
                    <a:pt x="152972" y="185738"/>
                    <a:pt x="159544" y="185738"/>
                  </a:cubicBezTo>
                  <a:lnTo>
                    <a:pt x="171450" y="185738"/>
                  </a:lnTo>
                  <a:close/>
                  <a:moveTo>
                    <a:pt x="330994" y="342900"/>
                  </a:moveTo>
                  <a:cubicBezTo>
                    <a:pt x="324422" y="342900"/>
                    <a:pt x="319088" y="337566"/>
                    <a:pt x="319088" y="330994"/>
                  </a:cubicBezTo>
                  <a:cubicBezTo>
                    <a:pt x="319088" y="324422"/>
                    <a:pt x="324422" y="319088"/>
                    <a:pt x="330994" y="319088"/>
                  </a:cubicBezTo>
                  <a:cubicBezTo>
                    <a:pt x="337566" y="319088"/>
                    <a:pt x="342900" y="324422"/>
                    <a:pt x="342900" y="330994"/>
                  </a:cubicBezTo>
                  <a:cubicBezTo>
                    <a:pt x="342900" y="337566"/>
                    <a:pt x="337566" y="342900"/>
                    <a:pt x="330994" y="342900"/>
                  </a:cubicBezTo>
                  <a:close/>
                  <a:moveTo>
                    <a:pt x="438150" y="235744"/>
                  </a:moveTo>
                  <a:cubicBezTo>
                    <a:pt x="438150" y="242316"/>
                    <a:pt x="432816" y="247650"/>
                    <a:pt x="426244" y="247650"/>
                  </a:cubicBezTo>
                  <a:lnTo>
                    <a:pt x="414338" y="247650"/>
                  </a:lnTo>
                  <a:lnTo>
                    <a:pt x="414338" y="185738"/>
                  </a:lnTo>
                  <a:lnTo>
                    <a:pt x="426244" y="185738"/>
                  </a:lnTo>
                  <a:cubicBezTo>
                    <a:pt x="432816" y="185738"/>
                    <a:pt x="438150" y="191072"/>
                    <a:pt x="438150" y="197644"/>
                  </a:cubicBezTo>
                  <a:lnTo>
                    <a:pt x="438150" y="235744"/>
                  </a:lnTo>
                  <a:close/>
                  <a:moveTo>
                    <a:pt x="585788" y="64294"/>
                  </a:moveTo>
                  <a:cubicBezTo>
                    <a:pt x="585788" y="28861"/>
                    <a:pt x="556927" y="0"/>
                    <a:pt x="521494" y="0"/>
                  </a:cubicBezTo>
                  <a:lnTo>
                    <a:pt x="64294" y="0"/>
                  </a:lnTo>
                  <a:cubicBezTo>
                    <a:pt x="28861" y="0"/>
                    <a:pt x="0" y="28861"/>
                    <a:pt x="0" y="64294"/>
                  </a:cubicBezTo>
                  <a:lnTo>
                    <a:pt x="0" y="369094"/>
                  </a:lnTo>
                  <a:cubicBezTo>
                    <a:pt x="0" y="404527"/>
                    <a:pt x="28861" y="433388"/>
                    <a:pt x="64294" y="433388"/>
                  </a:cubicBezTo>
                  <a:lnTo>
                    <a:pt x="442341" y="433388"/>
                  </a:lnTo>
                  <a:lnTo>
                    <a:pt x="516446" y="507492"/>
                  </a:lnTo>
                  <a:cubicBezTo>
                    <a:pt x="517779" y="508825"/>
                    <a:pt x="519589" y="509588"/>
                    <a:pt x="521494" y="509588"/>
                  </a:cubicBezTo>
                  <a:cubicBezTo>
                    <a:pt x="522446" y="509588"/>
                    <a:pt x="523304" y="509397"/>
                    <a:pt x="524256" y="509016"/>
                  </a:cubicBezTo>
                  <a:cubicBezTo>
                    <a:pt x="526923" y="507873"/>
                    <a:pt x="528638" y="505301"/>
                    <a:pt x="528638" y="502444"/>
                  </a:cubicBezTo>
                  <a:lnTo>
                    <a:pt x="528638" y="433007"/>
                  </a:lnTo>
                  <a:cubicBezTo>
                    <a:pt x="560737" y="429482"/>
                    <a:pt x="585788" y="402146"/>
                    <a:pt x="585788" y="369094"/>
                  </a:cubicBezTo>
                  <a:lnTo>
                    <a:pt x="585788" y="64294"/>
                  </a:lnTo>
                  <a:close/>
                  <a:moveTo>
                    <a:pt x="571500" y="369094"/>
                  </a:moveTo>
                  <a:cubicBezTo>
                    <a:pt x="571500" y="396716"/>
                    <a:pt x="549021" y="419100"/>
                    <a:pt x="521494" y="419100"/>
                  </a:cubicBezTo>
                  <a:cubicBezTo>
                    <a:pt x="517589" y="419100"/>
                    <a:pt x="514350" y="422339"/>
                    <a:pt x="514350" y="426244"/>
                  </a:cubicBezTo>
                  <a:lnTo>
                    <a:pt x="514350" y="485204"/>
                  </a:lnTo>
                  <a:lnTo>
                    <a:pt x="450342" y="421196"/>
                  </a:lnTo>
                  <a:cubicBezTo>
                    <a:pt x="449009" y="419862"/>
                    <a:pt x="447199" y="419100"/>
                    <a:pt x="445294" y="419100"/>
                  </a:cubicBezTo>
                  <a:lnTo>
                    <a:pt x="64294" y="419100"/>
                  </a:lnTo>
                  <a:cubicBezTo>
                    <a:pt x="36766" y="419100"/>
                    <a:pt x="14288" y="396716"/>
                    <a:pt x="14288" y="369094"/>
                  </a:cubicBezTo>
                  <a:lnTo>
                    <a:pt x="14288" y="64294"/>
                  </a:lnTo>
                  <a:cubicBezTo>
                    <a:pt x="14288" y="36671"/>
                    <a:pt x="36766" y="14288"/>
                    <a:pt x="64294" y="14288"/>
                  </a:cubicBezTo>
                  <a:lnTo>
                    <a:pt x="521494" y="14288"/>
                  </a:lnTo>
                  <a:cubicBezTo>
                    <a:pt x="549021" y="14288"/>
                    <a:pt x="571500" y="36671"/>
                    <a:pt x="571500" y="64294"/>
                  </a:cubicBezTo>
                  <a:lnTo>
                    <a:pt x="571500" y="369094"/>
                  </a:lnTo>
                  <a:close/>
                  <a:moveTo>
                    <a:pt x="264319" y="216694"/>
                  </a:moveTo>
                  <a:cubicBezTo>
                    <a:pt x="264319" y="221933"/>
                    <a:pt x="260033" y="226219"/>
                    <a:pt x="254794" y="226219"/>
                  </a:cubicBezTo>
                  <a:cubicBezTo>
                    <a:pt x="249555" y="226219"/>
                    <a:pt x="245269" y="221933"/>
                    <a:pt x="245269" y="216694"/>
                  </a:cubicBezTo>
                  <a:cubicBezTo>
                    <a:pt x="245269" y="211455"/>
                    <a:pt x="249555" y="207169"/>
                    <a:pt x="254794" y="207169"/>
                  </a:cubicBezTo>
                  <a:cubicBezTo>
                    <a:pt x="260033" y="207169"/>
                    <a:pt x="264319" y="211455"/>
                    <a:pt x="264319" y="216694"/>
                  </a:cubicBezTo>
                  <a:close/>
                  <a:moveTo>
                    <a:pt x="302419" y="216694"/>
                  </a:moveTo>
                  <a:cubicBezTo>
                    <a:pt x="302419" y="221933"/>
                    <a:pt x="298133" y="226219"/>
                    <a:pt x="292894" y="226219"/>
                  </a:cubicBezTo>
                  <a:cubicBezTo>
                    <a:pt x="287655" y="226219"/>
                    <a:pt x="283369" y="221933"/>
                    <a:pt x="283369" y="216694"/>
                  </a:cubicBezTo>
                  <a:cubicBezTo>
                    <a:pt x="283369" y="211455"/>
                    <a:pt x="287655" y="207169"/>
                    <a:pt x="292894" y="207169"/>
                  </a:cubicBezTo>
                  <a:cubicBezTo>
                    <a:pt x="298133" y="207169"/>
                    <a:pt x="302419" y="211455"/>
                    <a:pt x="302419" y="216694"/>
                  </a:cubicBezTo>
                  <a:close/>
                  <a:moveTo>
                    <a:pt x="330994" y="226219"/>
                  </a:moveTo>
                  <a:cubicBezTo>
                    <a:pt x="325755" y="226219"/>
                    <a:pt x="321469" y="221933"/>
                    <a:pt x="321469" y="216694"/>
                  </a:cubicBezTo>
                  <a:cubicBezTo>
                    <a:pt x="321469" y="211455"/>
                    <a:pt x="325755" y="207169"/>
                    <a:pt x="330994" y="207169"/>
                  </a:cubicBezTo>
                  <a:cubicBezTo>
                    <a:pt x="336233" y="207169"/>
                    <a:pt x="340519" y="211455"/>
                    <a:pt x="340519" y="216694"/>
                  </a:cubicBezTo>
                  <a:cubicBezTo>
                    <a:pt x="340519" y="221933"/>
                    <a:pt x="336233" y="226219"/>
                    <a:pt x="330994" y="226219"/>
                  </a:cubicBezTo>
                  <a:close/>
                </a:path>
              </a:pathLst>
            </a:custGeom>
            <a:solidFill>
              <a:schemeClr val="accent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14244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194B6769-13AE-41BC-4673-4C5D718BF04A}"/>
                </a:ext>
              </a:extLst>
            </p:cNvPr>
            <p:cNvSpPr/>
            <p:nvPr/>
          </p:nvSpPr>
          <p:spPr>
            <a:xfrm>
              <a:off x="8554496" y="3557254"/>
              <a:ext cx="481648" cy="340903"/>
            </a:xfrm>
            <a:custGeom>
              <a:avLst/>
              <a:gdLst>
                <a:gd name="connsiteX0" fmla="*/ 559594 w 585787"/>
                <a:gd name="connsiteY0" fmla="*/ 0 h 414337"/>
                <a:gd name="connsiteX1" fmla="*/ 26194 w 585787"/>
                <a:gd name="connsiteY1" fmla="*/ 0 h 414337"/>
                <a:gd name="connsiteX2" fmla="*/ 0 w 585787"/>
                <a:gd name="connsiteY2" fmla="*/ 26194 h 414337"/>
                <a:gd name="connsiteX3" fmla="*/ 0 w 585787"/>
                <a:gd name="connsiteY3" fmla="*/ 350044 h 414337"/>
                <a:gd name="connsiteX4" fmla="*/ 26194 w 585787"/>
                <a:gd name="connsiteY4" fmla="*/ 376238 h 414337"/>
                <a:gd name="connsiteX5" fmla="*/ 285750 w 585787"/>
                <a:gd name="connsiteY5" fmla="*/ 376238 h 414337"/>
                <a:gd name="connsiteX6" fmla="*/ 285750 w 585787"/>
                <a:gd name="connsiteY6" fmla="*/ 400050 h 414337"/>
                <a:gd name="connsiteX7" fmla="*/ 159544 w 585787"/>
                <a:gd name="connsiteY7" fmla="*/ 400050 h 414337"/>
                <a:gd name="connsiteX8" fmla="*/ 159544 w 585787"/>
                <a:gd name="connsiteY8" fmla="*/ 414338 h 414337"/>
                <a:gd name="connsiteX9" fmla="*/ 426244 w 585787"/>
                <a:gd name="connsiteY9" fmla="*/ 414338 h 414337"/>
                <a:gd name="connsiteX10" fmla="*/ 426244 w 585787"/>
                <a:gd name="connsiteY10" fmla="*/ 400050 h 414337"/>
                <a:gd name="connsiteX11" fmla="*/ 300038 w 585787"/>
                <a:gd name="connsiteY11" fmla="*/ 400050 h 414337"/>
                <a:gd name="connsiteX12" fmla="*/ 300038 w 585787"/>
                <a:gd name="connsiteY12" fmla="*/ 376238 h 414337"/>
                <a:gd name="connsiteX13" fmla="*/ 559594 w 585787"/>
                <a:gd name="connsiteY13" fmla="*/ 376238 h 414337"/>
                <a:gd name="connsiteX14" fmla="*/ 585788 w 585787"/>
                <a:gd name="connsiteY14" fmla="*/ 350044 h 414337"/>
                <a:gd name="connsiteX15" fmla="*/ 585788 w 585787"/>
                <a:gd name="connsiteY15" fmla="*/ 26194 h 414337"/>
                <a:gd name="connsiteX16" fmla="*/ 559594 w 585787"/>
                <a:gd name="connsiteY16" fmla="*/ 0 h 414337"/>
                <a:gd name="connsiteX17" fmla="*/ 26194 w 585787"/>
                <a:gd name="connsiteY17" fmla="*/ 14288 h 414337"/>
                <a:gd name="connsiteX18" fmla="*/ 559594 w 585787"/>
                <a:gd name="connsiteY18" fmla="*/ 14288 h 414337"/>
                <a:gd name="connsiteX19" fmla="*/ 571500 w 585787"/>
                <a:gd name="connsiteY19" fmla="*/ 26194 h 414337"/>
                <a:gd name="connsiteX20" fmla="*/ 571500 w 585787"/>
                <a:gd name="connsiteY20" fmla="*/ 304800 h 414337"/>
                <a:gd name="connsiteX21" fmla="*/ 14288 w 585787"/>
                <a:gd name="connsiteY21" fmla="*/ 304800 h 414337"/>
                <a:gd name="connsiteX22" fmla="*/ 14288 w 585787"/>
                <a:gd name="connsiteY22" fmla="*/ 26194 h 414337"/>
                <a:gd name="connsiteX23" fmla="*/ 26194 w 585787"/>
                <a:gd name="connsiteY23" fmla="*/ 14288 h 414337"/>
                <a:gd name="connsiteX24" fmla="*/ 559594 w 585787"/>
                <a:gd name="connsiteY24" fmla="*/ 361950 h 414337"/>
                <a:gd name="connsiteX25" fmla="*/ 26194 w 585787"/>
                <a:gd name="connsiteY25" fmla="*/ 361950 h 414337"/>
                <a:gd name="connsiteX26" fmla="*/ 14288 w 585787"/>
                <a:gd name="connsiteY26" fmla="*/ 350044 h 414337"/>
                <a:gd name="connsiteX27" fmla="*/ 14288 w 585787"/>
                <a:gd name="connsiteY27" fmla="*/ 319088 h 414337"/>
                <a:gd name="connsiteX28" fmla="*/ 571500 w 585787"/>
                <a:gd name="connsiteY28" fmla="*/ 319088 h 414337"/>
                <a:gd name="connsiteX29" fmla="*/ 571500 w 585787"/>
                <a:gd name="connsiteY29" fmla="*/ 350044 h 414337"/>
                <a:gd name="connsiteX30" fmla="*/ 559594 w 585787"/>
                <a:gd name="connsiteY30" fmla="*/ 361950 h 414337"/>
                <a:gd name="connsiteX31" fmla="*/ 292894 w 585787"/>
                <a:gd name="connsiteY31" fmla="*/ 176213 h 414337"/>
                <a:gd name="connsiteX32" fmla="*/ 342900 w 585787"/>
                <a:gd name="connsiteY32" fmla="*/ 226219 h 414337"/>
                <a:gd name="connsiteX33" fmla="*/ 357188 w 585787"/>
                <a:gd name="connsiteY33" fmla="*/ 226219 h 414337"/>
                <a:gd name="connsiteX34" fmla="*/ 319183 w 585787"/>
                <a:gd name="connsiteY34" fmla="*/ 167640 h 414337"/>
                <a:gd name="connsiteX35" fmla="*/ 338138 w 585787"/>
                <a:gd name="connsiteY35" fmla="*/ 130969 h 414337"/>
                <a:gd name="connsiteX36" fmla="*/ 292894 w 585787"/>
                <a:gd name="connsiteY36" fmla="*/ 85725 h 414337"/>
                <a:gd name="connsiteX37" fmla="*/ 247650 w 585787"/>
                <a:gd name="connsiteY37" fmla="*/ 130969 h 414337"/>
                <a:gd name="connsiteX38" fmla="*/ 266605 w 585787"/>
                <a:gd name="connsiteY38" fmla="*/ 167640 h 414337"/>
                <a:gd name="connsiteX39" fmla="*/ 228600 w 585787"/>
                <a:gd name="connsiteY39" fmla="*/ 226219 h 414337"/>
                <a:gd name="connsiteX40" fmla="*/ 242888 w 585787"/>
                <a:gd name="connsiteY40" fmla="*/ 226219 h 414337"/>
                <a:gd name="connsiteX41" fmla="*/ 292894 w 585787"/>
                <a:gd name="connsiteY41" fmla="*/ 176213 h 414337"/>
                <a:gd name="connsiteX42" fmla="*/ 261938 w 585787"/>
                <a:gd name="connsiteY42" fmla="*/ 130969 h 414337"/>
                <a:gd name="connsiteX43" fmla="*/ 292894 w 585787"/>
                <a:gd name="connsiteY43" fmla="*/ 100013 h 414337"/>
                <a:gd name="connsiteX44" fmla="*/ 323850 w 585787"/>
                <a:gd name="connsiteY44" fmla="*/ 130969 h 414337"/>
                <a:gd name="connsiteX45" fmla="*/ 292894 w 585787"/>
                <a:gd name="connsiteY45" fmla="*/ 161925 h 414337"/>
                <a:gd name="connsiteX46" fmla="*/ 261938 w 585787"/>
                <a:gd name="connsiteY46" fmla="*/ 130969 h 414337"/>
                <a:gd name="connsiteX47" fmla="*/ 454819 w 585787"/>
                <a:gd name="connsiteY47" fmla="*/ 176213 h 414337"/>
                <a:gd name="connsiteX48" fmla="*/ 504825 w 585787"/>
                <a:gd name="connsiteY48" fmla="*/ 226219 h 414337"/>
                <a:gd name="connsiteX49" fmla="*/ 519113 w 585787"/>
                <a:gd name="connsiteY49" fmla="*/ 226219 h 414337"/>
                <a:gd name="connsiteX50" fmla="*/ 481108 w 585787"/>
                <a:gd name="connsiteY50" fmla="*/ 167640 h 414337"/>
                <a:gd name="connsiteX51" fmla="*/ 500063 w 585787"/>
                <a:gd name="connsiteY51" fmla="*/ 130969 h 414337"/>
                <a:gd name="connsiteX52" fmla="*/ 454819 w 585787"/>
                <a:gd name="connsiteY52" fmla="*/ 85725 h 414337"/>
                <a:gd name="connsiteX53" fmla="*/ 409575 w 585787"/>
                <a:gd name="connsiteY53" fmla="*/ 130969 h 414337"/>
                <a:gd name="connsiteX54" fmla="*/ 428530 w 585787"/>
                <a:gd name="connsiteY54" fmla="*/ 167640 h 414337"/>
                <a:gd name="connsiteX55" fmla="*/ 390525 w 585787"/>
                <a:gd name="connsiteY55" fmla="*/ 226219 h 414337"/>
                <a:gd name="connsiteX56" fmla="*/ 404813 w 585787"/>
                <a:gd name="connsiteY56" fmla="*/ 226219 h 414337"/>
                <a:gd name="connsiteX57" fmla="*/ 454819 w 585787"/>
                <a:gd name="connsiteY57" fmla="*/ 176213 h 414337"/>
                <a:gd name="connsiteX58" fmla="*/ 423863 w 585787"/>
                <a:gd name="connsiteY58" fmla="*/ 130969 h 414337"/>
                <a:gd name="connsiteX59" fmla="*/ 454819 w 585787"/>
                <a:gd name="connsiteY59" fmla="*/ 100013 h 414337"/>
                <a:gd name="connsiteX60" fmla="*/ 485775 w 585787"/>
                <a:gd name="connsiteY60" fmla="*/ 130969 h 414337"/>
                <a:gd name="connsiteX61" fmla="*/ 454819 w 585787"/>
                <a:gd name="connsiteY61" fmla="*/ 161925 h 414337"/>
                <a:gd name="connsiteX62" fmla="*/ 423863 w 585787"/>
                <a:gd name="connsiteY62" fmla="*/ 130969 h 414337"/>
                <a:gd name="connsiteX63" fmla="*/ 130969 w 585787"/>
                <a:gd name="connsiteY63" fmla="*/ 176213 h 414337"/>
                <a:gd name="connsiteX64" fmla="*/ 180975 w 585787"/>
                <a:gd name="connsiteY64" fmla="*/ 226219 h 414337"/>
                <a:gd name="connsiteX65" fmla="*/ 195263 w 585787"/>
                <a:gd name="connsiteY65" fmla="*/ 226219 h 414337"/>
                <a:gd name="connsiteX66" fmla="*/ 157258 w 585787"/>
                <a:gd name="connsiteY66" fmla="*/ 167640 h 414337"/>
                <a:gd name="connsiteX67" fmla="*/ 176213 w 585787"/>
                <a:gd name="connsiteY67" fmla="*/ 130969 h 414337"/>
                <a:gd name="connsiteX68" fmla="*/ 130969 w 585787"/>
                <a:gd name="connsiteY68" fmla="*/ 85725 h 414337"/>
                <a:gd name="connsiteX69" fmla="*/ 85725 w 585787"/>
                <a:gd name="connsiteY69" fmla="*/ 130969 h 414337"/>
                <a:gd name="connsiteX70" fmla="*/ 104680 w 585787"/>
                <a:gd name="connsiteY70" fmla="*/ 167640 h 414337"/>
                <a:gd name="connsiteX71" fmla="*/ 66675 w 585787"/>
                <a:gd name="connsiteY71" fmla="*/ 226219 h 414337"/>
                <a:gd name="connsiteX72" fmla="*/ 80963 w 585787"/>
                <a:gd name="connsiteY72" fmla="*/ 226219 h 414337"/>
                <a:gd name="connsiteX73" fmla="*/ 130969 w 585787"/>
                <a:gd name="connsiteY73" fmla="*/ 176213 h 414337"/>
                <a:gd name="connsiteX74" fmla="*/ 100013 w 585787"/>
                <a:gd name="connsiteY74" fmla="*/ 130969 h 414337"/>
                <a:gd name="connsiteX75" fmla="*/ 130969 w 585787"/>
                <a:gd name="connsiteY75" fmla="*/ 100013 h 414337"/>
                <a:gd name="connsiteX76" fmla="*/ 161925 w 585787"/>
                <a:gd name="connsiteY76" fmla="*/ 130969 h 414337"/>
                <a:gd name="connsiteX77" fmla="*/ 130969 w 585787"/>
                <a:gd name="connsiteY77" fmla="*/ 161925 h 414337"/>
                <a:gd name="connsiteX78" fmla="*/ 100013 w 585787"/>
                <a:gd name="connsiteY78" fmla="*/ 130969 h 414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585787" h="414337">
                  <a:moveTo>
                    <a:pt x="559594" y="0"/>
                  </a:moveTo>
                  <a:lnTo>
                    <a:pt x="26194" y="0"/>
                  </a:lnTo>
                  <a:cubicBezTo>
                    <a:pt x="11716" y="0"/>
                    <a:pt x="0" y="11716"/>
                    <a:pt x="0" y="26194"/>
                  </a:cubicBezTo>
                  <a:lnTo>
                    <a:pt x="0" y="350044"/>
                  </a:lnTo>
                  <a:cubicBezTo>
                    <a:pt x="0" y="364522"/>
                    <a:pt x="11716" y="376238"/>
                    <a:pt x="26194" y="376238"/>
                  </a:cubicBezTo>
                  <a:lnTo>
                    <a:pt x="285750" y="376238"/>
                  </a:lnTo>
                  <a:lnTo>
                    <a:pt x="285750" y="400050"/>
                  </a:lnTo>
                  <a:lnTo>
                    <a:pt x="159544" y="400050"/>
                  </a:lnTo>
                  <a:lnTo>
                    <a:pt x="159544" y="414338"/>
                  </a:lnTo>
                  <a:lnTo>
                    <a:pt x="426244" y="414338"/>
                  </a:lnTo>
                  <a:lnTo>
                    <a:pt x="426244" y="400050"/>
                  </a:lnTo>
                  <a:lnTo>
                    <a:pt x="300038" y="400050"/>
                  </a:lnTo>
                  <a:lnTo>
                    <a:pt x="300038" y="376238"/>
                  </a:lnTo>
                  <a:lnTo>
                    <a:pt x="559594" y="376238"/>
                  </a:lnTo>
                  <a:cubicBezTo>
                    <a:pt x="574072" y="376238"/>
                    <a:pt x="585788" y="364522"/>
                    <a:pt x="585788" y="350044"/>
                  </a:cubicBezTo>
                  <a:lnTo>
                    <a:pt x="585788" y="26194"/>
                  </a:lnTo>
                  <a:cubicBezTo>
                    <a:pt x="585788" y="11716"/>
                    <a:pt x="574072" y="0"/>
                    <a:pt x="559594" y="0"/>
                  </a:cubicBezTo>
                  <a:close/>
                  <a:moveTo>
                    <a:pt x="26194" y="14288"/>
                  </a:moveTo>
                  <a:lnTo>
                    <a:pt x="559594" y="14288"/>
                  </a:lnTo>
                  <a:cubicBezTo>
                    <a:pt x="566166" y="14288"/>
                    <a:pt x="571500" y="19621"/>
                    <a:pt x="571500" y="26194"/>
                  </a:cubicBezTo>
                  <a:lnTo>
                    <a:pt x="571500" y="304800"/>
                  </a:lnTo>
                  <a:lnTo>
                    <a:pt x="14288" y="304800"/>
                  </a:lnTo>
                  <a:lnTo>
                    <a:pt x="14288" y="26194"/>
                  </a:lnTo>
                  <a:cubicBezTo>
                    <a:pt x="14288" y="19621"/>
                    <a:pt x="19622" y="14288"/>
                    <a:pt x="26194" y="14288"/>
                  </a:cubicBezTo>
                  <a:close/>
                  <a:moveTo>
                    <a:pt x="559594" y="361950"/>
                  </a:moveTo>
                  <a:lnTo>
                    <a:pt x="26194" y="361950"/>
                  </a:lnTo>
                  <a:cubicBezTo>
                    <a:pt x="19622" y="361950"/>
                    <a:pt x="14288" y="356616"/>
                    <a:pt x="14288" y="350044"/>
                  </a:cubicBezTo>
                  <a:lnTo>
                    <a:pt x="14288" y="319088"/>
                  </a:lnTo>
                  <a:lnTo>
                    <a:pt x="571500" y="319088"/>
                  </a:lnTo>
                  <a:lnTo>
                    <a:pt x="571500" y="350044"/>
                  </a:lnTo>
                  <a:cubicBezTo>
                    <a:pt x="571500" y="356616"/>
                    <a:pt x="566166" y="361950"/>
                    <a:pt x="559594" y="361950"/>
                  </a:cubicBezTo>
                  <a:close/>
                  <a:moveTo>
                    <a:pt x="292894" y="176213"/>
                  </a:moveTo>
                  <a:cubicBezTo>
                    <a:pt x="320421" y="176213"/>
                    <a:pt x="342900" y="198596"/>
                    <a:pt x="342900" y="226219"/>
                  </a:cubicBezTo>
                  <a:lnTo>
                    <a:pt x="357188" y="226219"/>
                  </a:lnTo>
                  <a:cubicBezTo>
                    <a:pt x="357188" y="200120"/>
                    <a:pt x="341567" y="177737"/>
                    <a:pt x="319183" y="167640"/>
                  </a:cubicBezTo>
                  <a:cubicBezTo>
                    <a:pt x="330613" y="159449"/>
                    <a:pt x="338138" y="146114"/>
                    <a:pt x="338138" y="130969"/>
                  </a:cubicBezTo>
                  <a:cubicBezTo>
                    <a:pt x="338138" y="106013"/>
                    <a:pt x="317849" y="85725"/>
                    <a:pt x="292894" y="85725"/>
                  </a:cubicBezTo>
                  <a:cubicBezTo>
                    <a:pt x="267938" y="85725"/>
                    <a:pt x="247650" y="106013"/>
                    <a:pt x="247650" y="130969"/>
                  </a:cubicBezTo>
                  <a:cubicBezTo>
                    <a:pt x="247650" y="146114"/>
                    <a:pt x="255175" y="159353"/>
                    <a:pt x="266605" y="167640"/>
                  </a:cubicBezTo>
                  <a:cubicBezTo>
                    <a:pt x="244221" y="177737"/>
                    <a:pt x="228600" y="200120"/>
                    <a:pt x="228600" y="226219"/>
                  </a:cubicBezTo>
                  <a:lnTo>
                    <a:pt x="242888" y="226219"/>
                  </a:lnTo>
                  <a:cubicBezTo>
                    <a:pt x="242888" y="198596"/>
                    <a:pt x="265367" y="176213"/>
                    <a:pt x="292894" y="176213"/>
                  </a:cubicBezTo>
                  <a:close/>
                  <a:moveTo>
                    <a:pt x="261938" y="130969"/>
                  </a:moveTo>
                  <a:cubicBezTo>
                    <a:pt x="261938" y="113919"/>
                    <a:pt x="275844" y="100013"/>
                    <a:pt x="292894" y="100013"/>
                  </a:cubicBezTo>
                  <a:cubicBezTo>
                    <a:pt x="309944" y="100013"/>
                    <a:pt x="323850" y="113919"/>
                    <a:pt x="323850" y="130969"/>
                  </a:cubicBezTo>
                  <a:cubicBezTo>
                    <a:pt x="323850" y="148019"/>
                    <a:pt x="309944" y="161925"/>
                    <a:pt x="292894" y="161925"/>
                  </a:cubicBezTo>
                  <a:cubicBezTo>
                    <a:pt x="275844" y="161925"/>
                    <a:pt x="261938" y="148019"/>
                    <a:pt x="261938" y="130969"/>
                  </a:cubicBezTo>
                  <a:close/>
                  <a:moveTo>
                    <a:pt x="454819" y="176213"/>
                  </a:moveTo>
                  <a:cubicBezTo>
                    <a:pt x="482346" y="176213"/>
                    <a:pt x="504825" y="198596"/>
                    <a:pt x="504825" y="226219"/>
                  </a:cubicBezTo>
                  <a:lnTo>
                    <a:pt x="519113" y="226219"/>
                  </a:lnTo>
                  <a:cubicBezTo>
                    <a:pt x="519113" y="200120"/>
                    <a:pt x="503492" y="177737"/>
                    <a:pt x="481108" y="167640"/>
                  </a:cubicBezTo>
                  <a:cubicBezTo>
                    <a:pt x="492538" y="159449"/>
                    <a:pt x="500063" y="146114"/>
                    <a:pt x="500063" y="130969"/>
                  </a:cubicBezTo>
                  <a:cubicBezTo>
                    <a:pt x="500063" y="106013"/>
                    <a:pt x="479774" y="85725"/>
                    <a:pt x="454819" y="85725"/>
                  </a:cubicBezTo>
                  <a:cubicBezTo>
                    <a:pt x="429863" y="85725"/>
                    <a:pt x="409575" y="106013"/>
                    <a:pt x="409575" y="130969"/>
                  </a:cubicBezTo>
                  <a:cubicBezTo>
                    <a:pt x="409575" y="146114"/>
                    <a:pt x="417100" y="159353"/>
                    <a:pt x="428530" y="167640"/>
                  </a:cubicBezTo>
                  <a:cubicBezTo>
                    <a:pt x="406146" y="177737"/>
                    <a:pt x="390525" y="200120"/>
                    <a:pt x="390525" y="226219"/>
                  </a:cubicBezTo>
                  <a:lnTo>
                    <a:pt x="404813" y="226219"/>
                  </a:lnTo>
                  <a:cubicBezTo>
                    <a:pt x="404813" y="198596"/>
                    <a:pt x="427292" y="176213"/>
                    <a:pt x="454819" y="176213"/>
                  </a:cubicBezTo>
                  <a:close/>
                  <a:moveTo>
                    <a:pt x="423863" y="130969"/>
                  </a:moveTo>
                  <a:cubicBezTo>
                    <a:pt x="423863" y="113919"/>
                    <a:pt x="437769" y="100013"/>
                    <a:pt x="454819" y="100013"/>
                  </a:cubicBezTo>
                  <a:cubicBezTo>
                    <a:pt x="471869" y="100013"/>
                    <a:pt x="485775" y="113919"/>
                    <a:pt x="485775" y="130969"/>
                  </a:cubicBezTo>
                  <a:cubicBezTo>
                    <a:pt x="485775" y="148019"/>
                    <a:pt x="471869" y="161925"/>
                    <a:pt x="454819" y="161925"/>
                  </a:cubicBezTo>
                  <a:cubicBezTo>
                    <a:pt x="437769" y="161925"/>
                    <a:pt x="423863" y="148019"/>
                    <a:pt x="423863" y="130969"/>
                  </a:cubicBezTo>
                  <a:close/>
                  <a:moveTo>
                    <a:pt x="130969" y="176213"/>
                  </a:moveTo>
                  <a:cubicBezTo>
                    <a:pt x="158496" y="176213"/>
                    <a:pt x="180975" y="198596"/>
                    <a:pt x="180975" y="226219"/>
                  </a:cubicBezTo>
                  <a:lnTo>
                    <a:pt x="195263" y="226219"/>
                  </a:lnTo>
                  <a:cubicBezTo>
                    <a:pt x="195263" y="200120"/>
                    <a:pt x="179642" y="177737"/>
                    <a:pt x="157258" y="167640"/>
                  </a:cubicBezTo>
                  <a:cubicBezTo>
                    <a:pt x="168688" y="159449"/>
                    <a:pt x="176213" y="146114"/>
                    <a:pt x="176213" y="130969"/>
                  </a:cubicBezTo>
                  <a:cubicBezTo>
                    <a:pt x="176213" y="106013"/>
                    <a:pt x="155924" y="85725"/>
                    <a:pt x="130969" y="85725"/>
                  </a:cubicBezTo>
                  <a:cubicBezTo>
                    <a:pt x="106013" y="85725"/>
                    <a:pt x="85725" y="106013"/>
                    <a:pt x="85725" y="130969"/>
                  </a:cubicBezTo>
                  <a:cubicBezTo>
                    <a:pt x="85725" y="146114"/>
                    <a:pt x="93250" y="159353"/>
                    <a:pt x="104680" y="167640"/>
                  </a:cubicBezTo>
                  <a:cubicBezTo>
                    <a:pt x="82296" y="177737"/>
                    <a:pt x="66675" y="200120"/>
                    <a:pt x="66675" y="226219"/>
                  </a:cubicBezTo>
                  <a:lnTo>
                    <a:pt x="80963" y="226219"/>
                  </a:lnTo>
                  <a:cubicBezTo>
                    <a:pt x="80963" y="198596"/>
                    <a:pt x="103442" y="176213"/>
                    <a:pt x="130969" y="176213"/>
                  </a:cubicBezTo>
                  <a:close/>
                  <a:moveTo>
                    <a:pt x="100013" y="130969"/>
                  </a:moveTo>
                  <a:cubicBezTo>
                    <a:pt x="100013" y="113919"/>
                    <a:pt x="113919" y="100013"/>
                    <a:pt x="130969" y="100013"/>
                  </a:cubicBezTo>
                  <a:cubicBezTo>
                    <a:pt x="148019" y="100013"/>
                    <a:pt x="161925" y="113919"/>
                    <a:pt x="161925" y="130969"/>
                  </a:cubicBezTo>
                  <a:cubicBezTo>
                    <a:pt x="161925" y="148019"/>
                    <a:pt x="148019" y="161925"/>
                    <a:pt x="130969" y="161925"/>
                  </a:cubicBezTo>
                  <a:cubicBezTo>
                    <a:pt x="113919" y="161925"/>
                    <a:pt x="100013" y="148019"/>
                    <a:pt x="100013" y="130969"/>
                  </a:cubicBezTo>
                  <a:close/>
                </a:path>
              </a:pathLst>
            </a:custGeom>
            <a:solidFill>
              <a:schemeClr val="accent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14244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915755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0B47B-AB6E-E74F-8EAA-8A8B89357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27270"/>
            <a:ext cx="10972800" cy="685800"/>
          </a:xfrm>
        </p:spPr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CCST certifications provide a step to CCNA and CyberOps Associate certifications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0867047-82D1-1B91-B821-BCD3C76AC90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99271" y="1882283"/>
            <a:ext cx="3695550" cy="2081794"/>
          </a:xfrm>
          <a:prstGeom prst="roundRect">
            <a:avLst>
              <a:gd name="adj" fmla="val 7951"/>
            </a:avLst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5F0FF23-BD33-7E1C-8384-3E2320B23A5F}"/>
              </a:ext>
            </a:extLst>
          </p:cNvPr>
          <p:cNvSpPr txBox="1"/>
          <p:nvPr/>
        </p:nvSpPr>
        <p:spPr>
          <a:xfrm>
            <a:off x="1388847" y="4153858"/>
            <a:ext cx="4175192" cy="14619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09559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BCEB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  <a:cs typeface="CiscoSansTT Medium" panose="020B0503020201020303" pitchFamily="34" charset="0"/>
              </a:rPr>
              <a:t>Cisco Certified Network Associate (CCNA)</a:t>
            </a:r>
          </a:p>
          <a:p>
            <a:pPr marL="0" marR="0" lvl="0" indent="0" algn="l" defTabSz="609559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ＭＳ Ｐゴシック" charset="0"/>
                <a:cs typeface="+mn-cs"/>
              </a:rPr>
              <a:t>CCNA certification proves you have what it takes to navigate the ever-changing landscape of IT. CCNA exam covers networking fundamentals, </a:t>
            </a:r>
            <a:b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ＭＳ Ｐゴシック" charset="0"/>
                <a:cs typeface="+mn-cs"/>
              </a:rPr>
            </a:b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ＭＳ Ｐゴシック" charset="0"/>
                <a:cs typeface="+mn-cs"/>
              </a:rPr>
              <a:t>IP services, security fundamentals, automation and programmability.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F697C73-BE7E-71A6-BA03-02563706F12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725734" y="1882283"/>
            <a:ext cx="3720854" cy="2081794"/>
          </a:xfrm>
          <a:prstGeom prst="roundRect">
            <a:avLst>
              <a:gd name="adj" fmla="val 6712"/>
            </a:avLst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12A3FB6-CF66-9B42-1ECE-1ED36ADD53B0}"/>
              </a:ext>
            </a:extLst>
          </p:cNvPr>
          <p:cNvSpPr txBox="1"/>
          <p:nvPr/>
        </p:nvSpPr>
        <p:spPr>
          <a:xfrm>
            <a:off x="6627962" y="4153858"/>
            <a:ext cx="4103298" cy="14619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09559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74BF4B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  <a:cs typeface="CiscoSansTT Medium" panose="020B0503020201020303" pitchFamily="34" charset="0"/>
              </a:rPr>
              <a:t>Cisco Certified CyberOps Associate </a:t>
            </a:r>
          </a:p>
          <a:p>
            <a:pPr marL="0" marR="0" lvl="0" indent="0" algn="l" defTabSz="609559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ＭＳ Ｐゴシック" charset="0"/>
                <a:cs typeface="+mn-cs"/>
              </a:rPr>
              <a:t>Cisco Certified CyberOps Associate certification program validates the day-to-day, tactical knowledge and skills that Security Operations Center (SOC) teams need to detect and respond to cybersecurity threats. </a:t>
            </a:r>
          </a:p>
        </p:txBody>
      </p:sp>
    </p:spTree>
    <p:extLst>
      <p:ext uri="{BB962C8B-B14F-4D97-AF65-F5344CB8AC3E}">
        <p14:creationId xmlns:p14="http://schemas.microsoft.com/office/powerpoint/2010/main" val="7170405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F3A79AF-34F3-AAE0-D75B-6FD5EB4E402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1793" y="1493194"/>
            <a:ext cx="7824978" cy="5090486"/>
          </a:xfrm>
        </p:spPr>
        <p:txBody>
          <a:bodyPr/>
          <a:lstStyle/>
          <a:p>
            <a:r>
              <a:rPr lang="en-US" dirty="0"/>
              <a:t>50 minutes, 40-45 questions</a:t>
            </a:r>
          </a:p>
          <a:p>
            <a:r>
              <a:rPr lang="en-US" dirty="0"/>
              <a:t>Testing is offered through a Certiport Authorized Testing Center (CATC) or online testing through Certiport. </a:t>
            </a:r>
          </a:p>
          <a:p>
            <a:r>
              <a:rPr lang="en-US" dirty="0"/>
              <a:t>Academies can become a CATC and deliver exams.</a:t>
            </a:r>
          </a:p>
          <a:p>
            <a:r>
              <a:rPr lang="en-US" dirty="0"/>
              <a:t>Lifetime certification with no expiration</a:t>
            </a:r>
          </a:p>
          <a:p>
            <a:r>
              <a:rPr lang="en-US" dirty="0"/>
              <a:t>Language Availability: </a:t>
            </a:r>
          </a:p>
          <a:p>
            <a:pPr lvl="1"/>
            <a:r>
              <a:rPr lang="en-US" sz="1600" b="1" dirty="0"/>
              <a:t>CCST Cybersecurity </a:t>
            </a:r>
            <a:r>
              <a:rPr lang="en-US" sz="1600" dirty="0"/>
              <a:t>exam is available in English, Arabic, Chinese Simplified, Spanish, French, and Portuguese-Brazilian.</a:t>
            </a:r>
          </a:p>
          <a:p>
            <a:pPr lvl="1"/>
            <a:r>
              <a:rPr lang="en-US" sz="1600" b="1" dirty="0"/>
              <a:t>CCST Networking </a:t>
            </a:r>
            <a:r>
              <a:rPr lang="en-US" sz="1600" dirty="0"/>
              <a:t>exam is available in English, Arabic, Spanish, French, Japanese, and Portuguese-Brazilian.</a:t>
            </a:r>
          </a:p>
          <a:p>
            <a:pPr lvl="1"/>
            <a:r>
              <a:rPr lang="en-US" sz="1600" dirty="0"/>
              <a:t>CCST IT Support exam is available in English with additional languages to follow.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19E650-980F-5AD9-0AD1-273D54BFF4B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25928" y="525616"/>
            <a:ext cx="7460073" cy="482748"/>
          </a:xfrm>
        </p:spPr>
        <p:txBody>
          <a:bodyPr/>
          <a:lstStyle/>
          <a:p>
            <a:r>
              <a:rPr lang="en-US" dirty="0"/>
              <a:t>CCST Certification Exam Details</a:t>
            </a:r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047B65C2-47FE-2043-70B2-5BCC120B23D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7170926" y="1838962"/>
            <a:ext cx="6860036" cy="3182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546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8CE020CD-4B98-63C2-D596-5FF986B6D04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7170926" y="1838962"/>
            <a:ext cx="6860036" cy="3182112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5DFC631-6AA5-A627-F35D-63588733B7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5928" y="1563624"/>
            <a:ext cx="7695112" cy="4807711"/>
          </a:xfrm>
        </p:spPr>
        <p:txBody>
          <a:bodyPr lIns="91420" tIns="45710" rIns="91420" bIns="45710" anchor="t">
            <a:noAutofit/>
          </a:bodyPr>
          <a:lstStyle/>
          <a:p>
            <a:pPr marL="304165" indent="-227965">
              <a:spcAft>
                <a:spcPts val="1800"/>
              </a:spcAft>
            </a:pPr>
            <a:r>
              <a:rPr lang="en-US" sz="2000" b="1" dirty="0">
                <a:solidFill>
                  <a:schemeClr val="accent1"/>
                </a:solidFill>
                <a:latin typeface="CiscoSansTT" panose="020B0503020201020303" pitchFamily="34" charset="0"/>
                <a:cs typeface="CiscoSansTT" panose="020B0503020201020303" pitchFamily="34" charset="0"/>
              </a:rPr>
              <a:t>CCST Cybersecurity</a:t>
            </a:r>
            <a:r>
              <a:rPr lang="en-US" sz="2000" dirty="0">
                <a:solidFill>
                  <a:schemeClr val="accent1"/>
                </a:solidFill>
              </a:rPr>
              <a:t> </a:t>
            </a:r>
            <a:r>
              <a:rPr lang="en-US" sz="2000" dirty="0"/>
              <a:t>and </a:t>
            </a:r>
            <a:r>
              <a:rPr lang="en-US" sz="2000" b="1" dirty="0">
                <a:solidFill>
                  <a:schemeClr val="accent1"/>
                </a:solidFill>
                <a:latin typeface="CiscoSansTT" panose="020B0503020201020303" pitchFamily="34" charset="0"/>
                <a:cs typeface="CiscoSansTT" panose="020B0503020201020303" pitchFamily="34" charset="0"/>
              </a:rPr>
              <a:t>CCST Networking </a:t>
            </a:r>
            <a:r>
              <a:rPr lang="en-US" sz="2000" dirty="0"/>
              <a:t>certifications have received ACE accreditation for </a:t>
            </a:r>
            <a:r>
              <a:rPr lang="en-US" sz="2000" dirty="0">
                <a:solidFill>
                  <a:schemeClr val="accent1"/>
                </a:solidFill>
              </a:rPr>
              <a:t>3 credit hours </a:t>
            </a:r>
            <a:r>
              <a:rPr lang="en-US" sz="2000" dirty="0"/>
              <a:t>each.</a:t>
            </a:r>
            <a:endParaRPr lang="en-US" dirty="0"/>
          </a:p>
          <a:p>
            <a:pPr marL="304165" indent="-227965">
              <a:spcAft>
                <a:spcPts val="1800"/>
              </a:spcAft>
            </a:pPr>
            <a:r>
              <a:rPr lang="en-US" sz="2000" dirty="0">
                <a:cs typeface="CiscoSansTT Thin"/>
              </a:rPr>
              <a:t>The American Council on Education (ACE) accreditation is used by higher education institutions in the U.S. to assess how many college credits to award an incoming/transfer student for courses or credentials already earned. </a:t>
            </a:r>
            <a:endParaRPr lang="en-US" sz="2000" dirty="0"/>
          </a:p>
          <a:p>
            <a:pPr marL="304165" indent="-227965">
              <a:spcAft>
                <a:spcPts val="1800"/>
              </a:spcAft>
            </a:pPr>
            <a:r>
              <a:rPr lang="en-US" sz="2000" dirty="0"/>
              <a:t>This is the highest number of credit hours recommended by this body for a certification. </a:t>
            </a:r>
          </a:p>
          <a:p>
            <a:pPr marL="304165" indent="-227965">
              <a:spcAft>
                <a:spcPts val="1800"/>
              </a:spcAft>
            </a:pPr>
            <a:r>
              <a:rPr lang="en-US" sz="2000" dirty="0"/>
              <a:t>ACE is the major coordinating body for all the nation’s higher education institutions, representing more than 1,600 college and university presidents and more than 200 related associations nationwide.</a:t>
            </a:r>
          </a:p>
          <a:p>
            <a:pPr marL="76200" indent="0">
              <a:buNone/>
            </a:pPr>
            <a:endParaRPr lang="en-US" sz="28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18DC46-5F16-6FF8-13A5-CF4D4FE0790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25928" y="565894"/>
            <a:ext cx="8673520" cy="814850"/>
          </a:xfrm>
        </p:spPr>
        <p:txBody>
          <a:bodyPr/>
          <a:lstStyle/>
          <a:p>
            <a:r>
              <a:rPr lang="en-US" dirty="0"/>
              <a:t>CCST certifications - now ACE accredited!</a:t>
            </a:r>
          </a:p>
        </p:txBody>
      </p:sp>
    </p:spTree>
    <p:extLst>
      <p:ext uri="{BB962C8B-B14F-4D97-AF65-F5344CB8AC3E}">
        <p14:creationId xmlns:p14="http://schemas.microsoft.com/office/powerpoint/2010/main" val="3925550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8CE020CD-4B98-63C2-D596-5FF986B6D04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7170926" y="1838962"/>
            <a:ext cx="6860036" cy="3182112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5DFC631-6AA5-A627-F35D-63588733B7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5928" y="1563624"/>
            <a:ext cx="7695112" cy="4807711"/>
          </a:xfrm>
        </p:spPr>
        <p:txBody>
          <a:bodyPr lIns="91420" tIns="45710" rIns="91420" bIns="45710" anchor="t">
            <a:noAutofit/>
          </a:bodyPr>
          <a:lstStyle/>
          <a:p>
            <a:pPr>
              <a:spcAft>
                <a:spcPts val="1800"/>
              </a:spcAft>
            </a:pPr>
            <a:r>
              <a:rPr lang="en-US" sz="2000" b="1" dirty="0">
                <a:solidFill>
                  <a:schemeClr val="accent2"/>
                </a:solidFill>
                <a:latin typeface="CiscoSansTT" panose="020B0503020201020303" pitchFamily="34" charset="0"/>
                <a:cs typeface="CiscoSansTT" panose="020B0503020201020303" pitchFamily="34" charset="0"/>
              </a:rPr>
              <a:t>Step 1: </a:t>
            </a:r>
            <a:r>
              <a:rPr lang="en-US" sz="2000" dirty="0"/>
              <a:t>Verify with the university/college admissions office that they grant credit for the specific certification.</a:t>
            </a:r>
          </a:p>
          <a:p>
            <a:pPr>
              <a:spcAft>
                <a:spcPts val="1800"/>
              </a:spcAft>
            </a:pPr>
            <a:r>
              <a:rPr lang="en-US" sz="2000" b="1" dirty="0">
                <a:solidFill>
                  <a:schemeClr val="accent2"/>
                </a:solidFill>
                <a:latin typeface="CiscoSansTT" panose="020B0503020201020303" pitchFamily="34" charset="0"/>
                <a:cs typeface="CiscoSansTT" panose="020B0503020201020303" pitchFamily="34" charset="0"/>
              </a:rPr>
              <a:t>Step 2: </a:t>
            </a:r>
            <a:r>
              <a:rPr lang="en-US" sz="2000" dirty="0"/>
              <a:t>Send your transcript. </a:t>
            </a:r>
          </a:p>
          <a:p>
            <a:pPr>
              <a:spcAft>
                <a:spcPts val="1800"/>
              </a:spcAft>
            </a:pPr>
            <a:r>
              <a:rPr lang="en-US" sz="2000" dirty="0"/>
              <a:t>The ACE Transcript, powered by Credly, provides a seamless way to share your transcript with prospective learning institutions and organizations. Learners must have a Credly account to access official transcripts and digital badges. Visit the Credly sign-in page to request an official transcript. </a:t>
            </a:r>
          </a:p>
          <a:p>
            <a:pPr>
              <a:spcAft>
                <a:spcPts val="600"/>
              </a:spcAft>
            </a:pPr>
            <a:r>
              <a:rPr lang="en-US" sz="2000" dirty="0"/>
              <a:t>For more information: </a:t>
            </a:r>
          </a:p>
          <a:p>
            <a:pPr lvl="1">
              <a:lnSpc>
                <a:spcPct val="100000"/>
              </a:lnSpc>
              <a:spcBef>
                <a:spcPts val="880"/>
              </a:spcBef>
              <a:spcAft>
                <a:spcPts val="0"/>
              </a:spcAft>
            </a:pPr>
            <a:r>
              <a:rPr lang="en-US" sz="1467" dirty="0"/>
              <a:t>American Council on Education </a:t>
            </a:r>
            <a:r>
              <a:rPr lang="en-US" sz="1467" dirty="0">
                <a:solidFill>
                  <a:schemeClr val="accent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Student Resource Center</a:t>
            </a:r>
            <a:endParaRPr lang="en-US" sz="1467" dirty="0"/>
          </a:p>
          <a:p>
            <a:pPr lvl="1">
              <a:lnSpc>
                <a:spcPct val="100000"/>
              </a:lnSpc>
              <a:spcBef>
                <a:spcPts val="880"/>
              </a:spcBef>
              <a:spcAft>
                <a:spcPts val="0"/>
              </a:spcAft>
            </a:pPr>
            <a:r>
              <a:rPr lang="en-US" sz="1467" dirty="0">
                <a:solidFill>
                  <a:schemeClr val="accent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Credly Help Center</a:t>
            </a:r>
            <a:endParaRPr lang="en-US" sz="1467" dirty="0">
              <a:solidFill>
                <a:schemeClr val="accent1"/>
              </a:solidFill>
            </a:endParaRPr>
          </a:p>
          <a:p>
            <a:pPr>
              <a:spcAft>
                <a:spcPts val="1800"/>
              </a:spcAft>
            </a:pPr>
            <a:endParaRPr lang="en-US" sz="2000" dirty="0"/>
          </a:p>
          <a:p>
            <a:pPr>
              <a:spcAft>
                <a:spcPts val="1800"/>
              </a:spcAft>
            </a:pPr>
            <a:endParaRPr lang="en-US" sz="2000" dirty="0"/>
          </a:p>
          <a:p>
            <a:pPr marL="76200" indent="0">
              <a:buNone/>
            </a:pP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18DC46-5F16-6FF8-13A5-CF4D4FE0790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25928" y="565894"/>
            <a:ext cx="8673520" cy="814850"/>
          </a:xfrm>
        </p:spPr>
        <p:txBody>
          <a:bodyPr/>
          <a:lstStyle/>
          <a:p>
            <a:r>
              <a:rPr lang="en-US" dirty="0"/>
              <a:t>Steps to attain college credit</a:t>
            </a:r>
          </a:p>
        </p:txBody>
      </p:sp>
    </p:spTree>
    <p:extLst>
      <p:ext uri="{BB962C8B-B14F-4D97-AF65-F5344CB8AC3E}">
        <p14:creationId xmlns:p14="http://schemas.microsoft.com/office/powerpoint/2010/main" val="2473332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C63C934-28F8-3FB4-16CA-2B8FCEAACE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2936124"/>
            <a:ext cx="10972800" cy="1504200"/>
          </a:xfrm>
        </p:spPr>
        <p:txBody>
          <a:bodyPr/>
          <a:lstStyle/>
          <a:p>
            <a:pPr algn="l"/>
            <a:r>
              <a:rPr lang="en-US" sz="4800" dirty="0"/>
              <a:t>Cisco Certified Support Technician  (CCST) Networking</a:t>
            </a:r>
          </a:p>
        </p:txBody>
      </p:sp>
    </p:spTree>
    <p:extLst>
      <p:ext uri="{BB962C8B-B14F-4D97-AF65-F5344CB8AC3E}">
        <p14:creationId xmlns:p14="http://schemas.microsoft.com/office/powerpoint/2010/main" val="687044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E78F7F0-BF96-0BF0-AA30-5C663688AAA0}"/>
              </a:ext>
            </a:extLst>
          </p:cNvPr>
          <p:cNvSpPr/>
          <p:nvPr/>
        </p:nvSpPr>
        <p:spPr>
          <a:xfrm>
            <a:off x="8222084" y="4750855"/>
            <a:ext cx="1097280" cy="1300297"/>
          </a:xfrm>
          <a:prstGeom prst="rect">
            <a:avLst/>
          </a:prstGeom>
          <a:solidFill>
            <a:schemeClr val="accent1"/>
          </a:solidFill>
          <a:ln/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Networking</a:t>
            </a:r>
            <a:b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</a:b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 IT Jobs</a:t>
            </a:r>
          </a:p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Open Sans" panose="020B0606030504020204" pitchFamily="34" charset="0"/>
              <a:cs typeface="Open Sans" panose="020B0606030504020204" pitchFamily="34" charset="0"/>
              <a:sym typeface="Arial"/>
            </a:endParaRPr>
          </a:p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140,948</a:t>
            </a:r>
          </a:p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+3%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3D1353-5871-9E57-0BCC-795D12062140}"/>
              </a:ext>
            </a:extLst>
          </p:cNvPr>
          <p:cNvSpPr/>
          <p:nvPr/>
        </p:nvSpPr>
        <p:spPr>
          <a:xfrm>
            <a:off x="9792788" y="2385842"/>
            <a:ext cx="1097280" cy="3665311"/>
          </a:xfrm>
          <a:prstGeom prst="rect">
            <a:avLst/>
          </a:prstGeom>
          <a:solidFill>
            <a:schemeClr val="accent2"/>
          </a:solidFill>
          <a:ln/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Non-Networking </a:t>
            </a:r>
            <a:b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</a:b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IT Jobs</a:t>
            </a:r>
          </a:p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Open Sans" panose="020B0606030504020204" pitchFamily="34" charset="0"/>
              <a:cs typeface="Open Sans" panose="020B0606030504020204" pitchFamily="34" charset="0"/>
              <a:sym typeface="Arial"/>
            </a:endParaRPr>
          </a:p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476,114</a:t>
            </a:r>
          </a:p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+11.4%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C7069C-BAFB-6A29-2E66-54414F9482B6}"/>
              </a:ext>
            </a:extLst>
          </p:cNvPr>
          <p:cNvSpPr txBox="1"/>
          <p:nvPr/>
        </p:nvSpPr>
        <p:spPr>
          <a:xfrm>
            <a:off x="389580" y="439210"/>
            <a:ext cx="11269020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2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ExtraLight"/>
                <a:ea typeface="ＭＳ Ｐゴシック" charset="0"/>
                <a:cs typeface="CiscoSansTT ExtraLight" panose="020B0303020201020303" pitchFamily="34" charset="0"/>
              </a:rPr>
              <a:t>Why an entry-level networking certification?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BD4FC2A8-B7B8-EEBD-90E9-74442C9F5758}"/>
              </a:ext>
            </a:extLst>
          </p:cNvPr>
          <p:cNvSpPr txBox="1">
            <a:spLocks/>
          </p:cNvSpPr>
          <p:nvPr/>
        </p:nvSpPr>
        <p:spPr>
          <a:xfrm>
            <a:off x="389580" y="1878051"/>
            <a:ext cx="6912920" cy="3947992"/>
          </a:xfrm>
          <a:prstGeom prst="rect">
            <a:avLst/>
          </a:prstGeom>
        </p:spPr>
        <p:txBody>
          <a:bodyPr lIns="121920" tIns="60960" rIns="121920" bIns="60960" anchor="t">
            <a:noAutofit/>
          </a:bodyPr>
          <a:lstStyle>
            <a:lvl1pPr marL="0" marR="0" indent="0" algn="l" defTabSz="685783" rtl="0" eaLnBrk="1" fontAlgn="auto" latinLnBrk="0" hangingPunct="1">
              <a:lnSpc>
                <a:spcPct val="90000"/>
              </a:lnSpc>
              <a:spcBef>
                <a:spcPts val="751"/>
              </a:spcBef>
              <a:spcAft>
                <a:spcPts val="1200"/>
              </a:spcAft>
              <a:buClrTx/>
              <a:buSzTx/>
              <a:buFontTx/>
              <a:buNone/>
              <a:tabLst/>
              <a:defRPr lang="en-US" sz="1600" b="0" i="0" kern="120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342891" indent="0" algn="l" defTabSz="912239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None/>
              <a:defRPr lang="en-US" sz="1200" kern="120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2pPr>
            <a:lvl3pPr marL="685783" indent="0" algn="l" defTabSz="912239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Font typeface="Arial" charset="0"/>
              <a:buNone/>
              <a:defRPr lang="en-US" sz="900" kern="120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3pPr>
            <a:lvl4pPr marL="1028674" indent="0" algn="l" defTabSz="912239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Font typeface="Arial" charset="0"/>
              <a:buNone/>
              <a:defRPr lang="en-US" sz="751" kern="120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4pPr>
            <a:lvl5pPr marL="1371566" indent="0" algn="l" defTabSz="912239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Font typeface="Arial" charset="0"/>
              <a:buNone/>
              <a:defRPr lang="en-US" sz="751" kern="120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1714457" indent="0" algn="l" defTabSz="914324" rtl="0" eaLnBrk="1" latinLnBrk="0" hangingPunct="1">
              <a:spcBef>
                <a:spcPts val="800"/>
              </a:spcBef>
              <a:buFont typeface="Arial" pitchFamily="34" charset="0"/>
              <a:buNone/>
              <a:defRPr sz="75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349" indent="0" algn="l" defTabSz="914324" rtl="0" eaLnBrk="1" latinLnBrk="0" hangingPunct="1">
              <a:spcBef>
                <a:spcPts val="800"/>
              </a:spcBef>
              <a:buFont typeface="Arial" pitchFamily="34" charset="0"/>
              <a:buNone/>
              <a:defRPr sz="75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40" indent="0" algn="l" defTabSz="914324" rtl="0" eaLnBrk="1" latinLnBrk="0" hangingPunct="1">
              <a:spcBef>
                <a:spcPct val="20000"/>
              </a:spcBef>
              <a:buFont typeface="Arial" pitchFamily="34" charset="0"/>
              <a:buNone/>
              <a:defRPr sz="7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131" indent="0" algn="l" defTabSz="914324" rtl="0" eaLnBrk="1" latinLnBrk="0" hangingPunct="1">
              <a:spcBef>
                <a:spcPct val="20000"/>
              </a:spcBef>
              <a:buFont typeface="Arial" pitchFamily="34" charset="0"/>
              <a:buNone/>
              <a:defRPr sz="75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04165" marR="0" lvl="0" indent="-304165" algn="l" defTabSz="685783" rtl="0" eaLnBrk="1" fontAlgn="auto" latinLnBrk="0" hangingPunct="1">
              <a:lnSpc>
                <a:spcPct val="90000"/>
              </a:lnSpc>
              <a:spcBef>
                <a:spcPts val="751"/>
              </a:spcBef>
              <a:spcAft>
                <a:spcPts val="120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Open Sans Light"/>
                <a:cs typeface="Open Sans Light"/>
              </a:rPr>
              <a:t>The demand for entry-level networking skills has increased across a wide range of jobs. These skills are no longer required only for networking IT job roles.</a:t>
            </a:r>
          </a:p>
          <a:p>
            <a:pPr marL="304165" marR="0" lvl="0" indent="-304165" algn="l" defTabSz="685783" rtl="0" eaLnBrk="1" fontAlgn="auto" latinLnBrk="0" hangingPunct="1">
              <a:lnSpc>
                <a:spcPct val="90000"/>
              </a:lnSpc>
              <a:spcBef>
                <a:spcPts val="751"/>
              </a:spcBef>
              <a:spcAft>
                <a:spcPts val="120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Open Sans Light"/>
                <a:cs typeface="Open Sans Light"/>
              </a:rPr>
              <a:t>Pre-associate, entry-level junior support IT job roles have long sought a Cisco entry-level certification to validate the candidate’s competencies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Open Sans Light"/>
                <a:cs typeface="Open Sans Light"/>
              </a:rPr>
              <a:t>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304165" marR="0" lvl="0" indent="-304165" algn="l" defTabSz="685783" rtl="0" eaLnBrk="1" fontAlgn="auto" latinLnBrk="0" hangingPunct="1">
              <a:lnSpc>
                <a:spcPct val="90000"/>
              </a:lnSpc>
              <a:spcBef>
                <a:spcPts val="751"/>
              </a:spcBef>
              <a:spcAft>
                <a:spcPts val="120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Open Sans Light"/>
                <a:cs typeface="Open Sans Light"/>
              </a:rPr>
              <a:t>The Cisco Certified Network Associate (CCNA) certification has become an industry standard for associate network administrator-like job roles. </a:t>
            </a:r>
          </a:p>
          <a:p>
            <a:pPr marL="304165" marR="0" lvl="0" indent="-304165" algn="l" defTabSz="685783" rtl="0" eaLnBrk="1" fontAlgn="auto" latinLnBrk="0" hangingPunct="1">
              <a:lnSpc>
                <a:spcPct val="90000"/>
              </a:lnSpc>
              <a:spcBef>
                <a:spcPts val="751"/>
              </a:spcBef>
              <a:spcAft>
                <a:spcPts val="120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ea typeface="Open Sans Light"/>
              <a:cs typeface="Open Sans Ligh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B66D6A5-AD03-A635-2700-EA6A7B31F9BF}"/>
              </a:ext>
            </a:extLst>
          </p:cNvPr>
          <p:cNvSpPr txBox="1"/>
          <p:nvPr/>
        </p:nvSpPr>
        <p:spPr>
          <a:xfrm>
            <a:off x="7935763" y="1614281"/>
            <a:ext cx="31053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6095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ＭＳ Ｐゴシック" charset="0"/>
              </a:rPr>
              <a:t>Job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D274D"/>
                </a:solidFill>
                <a:effectLst/>
                <a:uLnTx/>
                <a:uFillTx/>
                <a:latin typeface="+mj-lt"/>
                <a:ea typeface="ＭＳ Ｐゴシック" charset="0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ＭＳ Ｐゴシック" charset="0"/>
              </a:rPr>
              <a:t>demand growth in U.S. 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ＭＳ Ｐゴシック" charset="0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ＭＳ Ｐゴシック" charset="0"/>
              </a:rPr>
              <a:t>between 2021-2022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9560D7A-9539-F72A-C0A1-0DEECF363705}"/>
              </a:ext>
            </a:extLst>
          </p:cNvPr>
          <p:cNvSpPr/>
          <p:nvPr/>
        </p:nvSpPr>
        <p:spPr>
          <a:xfrm>
            <a:off x="7538226" y="1532355"/>
            <a:ext cx="3969482" cy="4745782"/>
          </a:xfrm>
          <a:prstGeom prst="round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4F19BB-B1AE-E289-470A-6DBC4D853B96}"/>
              </a:ext>
            </a:extLst>
          </p:cNvPr>
          <p:cNvSpPr txBox="1"/>
          <p:nvPr/>
        </p:nvSpPr>
        <p:spPr>
          <a:xfrm>
            <a:off x="8185161" y="6311423"/>
            <a:ext cx="26065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+mn-lt"/>
              </a:rPr>
              <a:t>Source: Pearson VUE. 2022.</a:t>
            </a:r>
          </a:p>
        </p:txBody>
      </p:sp>
    </p:spTree>
    <p:extLst>
      <p:ext uri="{BB962C8B-B14F-4D97-AF65-F5344CB8AC3E}">
        <p14:creationId xmlns:p14="http://schemas.microsoft.com/office/powerpoint/2010/main" val="38109901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ound Same Side Corner Rectangle 37">
            <a:extLst>
              <a:ext uri="{FF2B5EF4-FFF2-40B4-BE49-F238E27FC236}">
                <a16:creationId xmlns:a16="http://schemas.microsoft.com/office/drawing/2014/main" id="{471012F9-EDDA-464D-A5E2-BD2288FDB9DB}"/>
              </a:ext>
            </a:extLst>
          </p:cNvPr>
          <p:cNvSpPr/>
          <p:nvPr/>
        </p:nvSpPr>
        <p:spPr>
          <a:xfrm>
            <a:off x="620485" y="965673"/>
            <a:ext cx="10951028" cy="2123637"/>
          </a:xfrm>
          <a:prstGeom prst="round2SameRect">
            <a:avLst>
              <a:gd name="adj1" fmla="val 6810"/>
              <a:gd name="adj2" fmla="val 0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CiscoSansTT Light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B436E7A-C419-F56D-14FB-AADFA8FC94B5}"/>
              </a:ext>
            </a:extLst>
          </p:cNvPr>
          <p:cNvSpPr txBox="1"/>
          <p:nvPr/>
        </p:nvSpPr>
        <p:spPr>
          <a:xfrm>
            <a:off x="620485" y="403412"/>
            <a:ext cx="5013833" cy="562262"/>
          </a:xfrm>
          <a:prstGeom prst="round2SameRect">
            <a:avLst>
              <a:gd name="adj1" fmla="val 21548"/>
              <a:gd name="adj2" fmla="val 0"/>
            </a:avLst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none" rtlCol="0">
            <a:noAutofit/>
          </a:bodyPr>
          <a:lstStyle/>
          <a:p>
            <a:pPr marL="0" marR="0" lvl="0" indent="0" algn="ctr" defTabSz="6095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D274D"/>
                </a:solidFill>
                <a:effectLst/>
                <a:uLnTx/>
                <a:uFillTx/>
                <a:latin typeface="CiscoSansTT Light"/>
                <a:ea typeface="ＭＳ Ｐゴシック" charset="0"/>
                <a:cs typeface="+mn-cs"/>
              </a:rPr>
              <a:t>Network Support Technician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D0F288-A3CF-D75F-00CC-A81F9782C69B}"/>
              </a:ext>
            </a:extLst>
          </p:cNvPr>
          <p:cNvSpPr txBox="1"/>
          <p:nvPr/>
        </p:nvSpPr>
        <p:spPr>
          <a:xfrm>
            <a:off x="852402" y="3230383"/>
            <a:ext cx="3091231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09559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CEB"/>
                </a:solidFill>
                <a:effectLst/>
                <a:uLnTx/>
                <a:uFillTx/>
                <a:latin typeface="CiscoSansTT" panose="020B0503020201020303" pitchFamily="34" charset="0"/>
                <a:ea typeface="ＭＳ Ｐゴシック" charset="0"/>
                <a:cs typeface="CiscoSansTT" panose="020B0503020201020303" pitchFamily="34" charset="0"/>
              </a:rPr>
              <a:t>Other job titles: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82828">
                  <a:lumMod val="90000"/>
                  <a:lumOff val="10000"/>
                </a:srgbClr>
              </a:solidFill>
              <a:effectLst/>
              <a:uLnTx/>
              <a:uFillTx/>
              <a:latin typeface="CiscoSansTT" panose="020B0503020201020303" pitchFamily="34" charset="0"/>
              <a:ea typeface="ＭＳ Ｐゴシック" charset="0"/>
              <a:cs typeface="CiscoSansTT" panose="020B0503020201020303" pitchFamily="34" charset="0"/>
            </a:endParaRPr>
          </a:p>
          <a:p>
            <a:pPr marL="173038" marR="0" lvl="0" indent="-173038" algn="l" defTabSz="609559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ＭＳ Ｐゴシック" charset="0"/>
                <a:cs typeface="+mn-cs"/>
              </a:rPr>
              <a:t>Entry-level IT Support Technician</a:t>
            </a:r>
          </a:p>
          <a:p>
            <a:pPr marL="173038" marR="0" lvl="0" indent="-173038" algn="l" defTabSz="609559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ＭＳ Ｐゴシック" charset="0"/>
                <a:cs typeface="+mn-cs"/>
              </a:rPr>
              <a:t>Entry-level Help Desk Technician</a:t>
            </a:r>
          </a:p>
          <a:p>
            <a:pPr marL="173038" marR="0" lvl="0" indent="-173038" algn="l" defTabSz="914377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ＭＳ Ｐゴシック" charset="0"/>
                <a:cs typeface="+mn-cs"/>
              </a:rPr>
              <a:t>IT Support Specialist</a:t>
            </a:r>
          </a:p>
          <a:p>
            <a:pPr marL="173038" marR="0" lvl="0" indent="-173038" algn="l" defTabSz="914377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ＭＳ Ｐゴシック" charset="0"/>
                <a:cs typeface="+mn-cs"/>
              </a:rPr>
              <a:t>Tier 1 Help Desk Support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659B13-23DE-BF67-3A8D-B38511F02899}"/>
              </a:ext>
            </a:extLst>
          </p:cNvPr>
          <p:cNvSpPr txBox="1"/>
          <p:nvPr/>
        </p:nvSpPr>
        <p:spPr>
          <a:xfrm>
            <a:off x="852402" y="5201549"/>
            <a:ext cx="20762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09559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CEB"/>
                </a:solidFill>
                <a:effectLst/>
                <a:uLnTx/>
                <a:uFillTx/>
                <a:latin typeface="CiscoSansTT" panose="020B0503020201020303" pitchFamily="34" charset="0"/>
                <a:ea typeface="ＭＳ Ｐゴシック" charset="0"/>
                <a:cs typeface="CiscoSansTT" panose="020B0503020201020303" pitchFamily="34" charset="0"/>
              </a:rPr>
              <a:t>Experience level: 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BCEB"/>
                </a:solidFill>
                <a:effectLst/>
                <a:uLnTx/>
                <a:uFillTx/>
                <a:latin typeface="CiscoSansTT" panose="020B0503020201020303" pitchFamily="34" charset="0"/>
                <a:ea typeface="ＭＳ Ｐゴシック" charset="0"/>
                <a:cs typeface="CiscoSansTT" panose="020B0503020201020303" pitchFamily="34" charset="0"/>
              </a:rPr>
            </a:b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ＭＳ Ｐゴシック" charset="0"/>
                <a:cs typeface="+mn-cs"/>
              </a:rPr>
              <a:t>0-1 years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923A8E-50E5-B898-8732-6FCEEF150772}"/>
              </a:ext>
            </a:extLst>
          </p:cNvPr>
          <p:cNvSpPr txBox="1"/>
          <p:nvPr/>
        </p:nvSpPr>
        <p:spPr>
          <a:xfrm>
            <a:off x="852402" y="1227272"/>
            <a:ext cx="7286184" cy="160043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609559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CEB"/>
                </a:solidFill>
                <a:effectLst/>
                <a:uLnTx/>
                <a:uFillTx/>
                <a:latin typeface="CiscoSansTT" panose="020B0503020201020303" pitchFamily="34" charset="0"/>
                <a:ea typeface="ＭＳ Ｐゴシック" charset="0"/>
                <a:cs typeface="CiscoSansTT" panose="020B0503020201020303" pitchFamily="34" charset="0"/>
              </a:rPr>
              <a:t>Description: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D274D"/>
              </a:solidFill>
              <a:effectLst/>
              <a:uLnTx/>
              <a:uFillTx/>
              <a:latin typeface="CiscoSansTT" panose="020B0503020201020303" pitchFamily="34" charset="0"/>
              <a:ea typeface="ＭＳ Ｐゴシック" charset="0"/>
              <a:cs typeface="CiscoSansTT" panose="020B0503020201020303" pitchFamily="34" charset="0"/>
            </a:endParaRPr>
          </a:p>
          <a:p>
            <a:pPr marL="0" marR="0" lvl="0" indent="0" algn="l" defTabSz="609559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D274D"/>
                </a:solidFill>
                <a:effectLst/>
                <a:uLnTx/>
                <a:uFillTx/>
                <a:latin typeface="CiscoSansTT Light"/>
                <a:ea typeface="ＭＳ Ｐゴシック" charset="0"/>
                <a:cs typeface="+mn-cs"/>
              </a:rPr>
              <a:t>Entry-level network support personnel have the foundational knowledge and skills necessary to demonstrate how networks operate, including the devices, media, and protocols that enable network communication. </a:t>
            </a:r>
          </a:p>
          <a:p>
            <a:pPr marL="0" marR="0" lvl="0" indent="0" algn="l" defTabSz="609559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D274D"/>
                </a:solidFill>
                <a:effectLst/>
                <a:uLnTx/>
                <a:uFillTx/>
                <a:latin typeface="CiscoSansTT Light"/>
                <a:ea typeface="ＭＳ Ｐゴシック" charset="0"/>
                <a:cs typeface="+mn-cs"/>
              </a:rPr>
              <a:t>Not yet ready to take lead roles but have a broad range of knowledge and skills to participate in and assist with tasks performed by seasoned networking professionals.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D274D"/>
              </a:solidFill>
              <a:effectLst/>
              <a:uLnTx/>
              <a:uFillTx/>
              <a:latin typeface="CiscoSansTT Light"/>
              <a:ea typeface="ＭＳ Ｐゴシック" charset="0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F25ED5-D3F3-C6A3-FFAB-10A041B5FDE0}"/>
              </a:ext>
            </a:extLst>
          </p:cNvPr>
          <p:cNvSpPr txBox="1"/>
          <p:nvPr/>
        </p:nvSpPr>
        <p:spPr>
          <a:xfrm>
            <a:off x="4309707" y="3230382"/>
            <a:ext cx="5771306" cy="1885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09559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CEB"/>
                </a:solidFill>
                <a:effectLst/>
                <a:uLnTx/>
                <a:uFillTx/>
                <a:latin typeface="CiscoSansTT" panose="020B0503020201020303" pitchFamily="34" charset="0"/>
                <a:ea typeface="ＭＳ Ｐゴシック" charset="0"/>
                <a:cs typeface="CiscoSansTT" panose="020B0503020201020303" pitchFamily="34" charset="0"/>
              </a:rPr>
              <a:t>Skills: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82828">
                  <a:lumMod val="90000"/>
                  <a:lumOff val="10000"/>
                </a:srgbClr>
              </a:solidFill>
              <a:effectLst/>
              <a:uLnTx/>
              <a:uFillTx/>
              <a:latin typeface="CiscoSansTT" panose="020B0503020201020303" pitchFamily="34" charset="0"/>
              <a:ea typeface="ＭＳ Ｐゴシック" charset="0"/>
              <a:cs typeface="CiscoSansTT" panose="020B0503020201020303" pitchFamily="34" charset="0"/>
            </a:endParaRPr>
          </a:p>
          <a:p>
            <a:pPr marL="234945" marR="0" lvl="0" indent="-234945" algn="l" defTabSz="609559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ＭＳ Ｐゴシック" charset="0"/>
                <a:cs typeface="+mn-cs"/>
              </a:rPr>
              <a:t>Explain basic network fundamentals.</a:t>
            </a:r>
          </a:p>
          <a:p>
            <a:pPr marL="234945" marR="0" lvl="0" indent="-234945" algn="l" defTabSz="609559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ＭＳ Ｐゴシック" charset="0"/>
                <a:cs typeface="+mn-cs"/>
              </a:rPr>
              <a:t>Identify common network devices, components, and accessories; end point devices, routers, switches, access points.</a:t>
            </a:r>
          </a:p>
          <a:p>
            <a:pPr marL="234945" marR="0" lvl="0" indent="-234945" algn="l" defTabSz="609559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ＭＳ Ｐゴシック" charset="0"/>
                <a:cs typeface="+mn-cs"/>
              </a:rPr>
              <a:t>Perform basic troubleshooting and demonstrate effective methodologies and help desk best practices.</a:t>
            </a:r>
          </a:p>
          <a:p>
            <a:pPr marL="234945" marR="0" lvl="0" indent="-234945" algn="l" defTabSz="609559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ＭＳ Ｐゴシック" charset="0"/>
                <a:cs typeface="+mn-cs"/>
              </a:rPr>
              <a:t>Explain foundational security concepts.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DB0B424-EDDB-E5AF-9F76-448AA6608E89}"/>
              </a:ext>
            </a:extLst>
          </p:cNvPr>
          <p:cNvGrpSpPr/>
          <p:nvPr/>
        </p:nvGrpSpPr>
        <p:grpSpPr>
          <a:xfrm>
            <a:off x="620486" y="965674"/>
            <a:ext cx="10951028" cy="5098930"/>
            <a:chOff x="620486" y="965674"/>
            <a:chExt cx="10951028" cy="5098930"/>
          </a:xfrm>
        </p:grpSpPr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A9F32C3B-F175-49E8-BA6D-9F9FFE3BF9A0}"/>
                </a:ext>
              </a:extLst>
            </p:cNvPr>
            <p:cNvSpPr/>
            <p:nvPr/>
          </p:nvSpPr>
          <p:spPr>
            <a:xfrm>
              <a:off x="620486" y="965674"/>
              <a:ext cx="10951028" cy="5098930"/>
            </a:xfrm>
            <a:prstGeom prst="roundRect">
              <a:avLst>
                <a:gd name="adj" fmla="val 2690"/>
              </a:avLst>
            </a:prstGeom>
            <a:noFill/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</a:endParaRPr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4C7E741-5666-9036-E325-F7815C11FEF0}"/>
                </a:ext>
              </a:extLst>
            </p:cNvPr>
            <p:cNvSpPr/>
            <p:nvPr/>
          </p:nvSpPr>
          <p:spPr>
            <a:xfrm>
              <a:off x="620486" y="965674"/>
              <a:ext cx="357159" cy="516740"/>
            </a:xfrm>
            <a:custGeom>
              <a:avLst/>
              <a:gdLst>
                <a:gd name="connsiteX0" fmla="*/ 0 w 1264024"/>
                <a:gd name="connsiteY0" fmla="*/ 1828800 h 1828800"/>
                <a:gd name="connsiteX1" fmla="*/ 0 w 1264024"/>
                <a:gd name="connsiteY1" fmla="*/ 0 h 1828800"/>
                <a:gd name="connsiteX2" fmla="*/ 1264024 w 1264024"/>
                <a:gd name="connsiteY2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4024" h="1828800">
                  <a:moveTo>
                    <a:pt x="0" y="1828800"/>
                  </a:moveTo>
                  <a:lnTo>
                    <a:pt x="0" y="0"/>
                  </a:lnTo>
                  <a:lnTo>
                    <a:pt x="1264024" y="0"/>
                  </a:lnTo>
                </a:path>
              </a:pathLst>
            </a:custGeom>
            <a:gradFill>
              <a:gsLst>
                <a:gs pos="13000">
                  <a:schemeClr val="tx1"/>
                </a:gs>
                <a:gs pos="43000">
                  <a:schemeClr val="tx1">
                    <a:alpha val="0"/>
                  </a:schemeClr>
                </a:gs>
              </a:gsLst>
              <a:lin ang="2700000" scaled="0"/>
            </a:gra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</a:endParaRPr>
            </a:p>
          </p:txBody>
        </p:sp>
      </p:grp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286B830F-B59D-3DF1-898E-C8085A3B3071}"/>
              </a:ext>
            </a:extLst>
          </p:cNvPr>
          <p:cNvSpPr/>
          <p:nvPr/>
        </p:nvSpPr>
        <p:spPr>
          <a:xfrm>
            <a:off x="4424081" y="5190065"/>
            <a:ext cx="6867199" cy="638520"/>
          </a:xfrm>
          <a:prstGeom prst="roundRect">
            <a:avLst/>
          </a:prstGeom>
          <a:solidFill>
            <a:schemeClr val="tx2">
              <a:alpha val="10000"/>
            </a:schemeClr>
          </a:solidFill>
          <a:ln w="12700">
            <a:solidFill>
              <a:schemeClr val="accent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l" defTabSz="609559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CEB"/>
                </a:solidFill>
                <a:effectLst/>
                <a:uLnTx/>
                <a:uFillTx/>
                <a:latin typeface="CiscoSansTT" panose="020B0503020201020303" pitchFamily="34" charset="0"/>
                <a:ea typeface="ＭＳ Ｐゴシック" charset="0"/>
                <a:cs typeface="CiscoSansTT" panose="020B0503020201020303" pitchFamily="34" charset="0"/>
              </a:rPr>
              <a:t>Desired Certification: 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BCEB"/>
                </a:solidFill>
                <a:effectLst/>
                <a:uLnTx/>
                <a:uFillTx/>
                <a:latin typeface="CiscoSansTT" panose="020B0503020201020303" pitchFamily="34" charset="0"/>
                <a:ea typeface="ＭＳ Ｐゴシック" charset="0"/>
                <a:cs typeface="CiscoSansTT" panose="020B0503020201020303" pitchFamily="34" charset="0"/>
              </a:rPr>
            </a:b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ＭＳ Ｐゴシック" charset="0"/>
                <a:cs typeface="+mn-cs"/>
              </a:rPr>
              <a:t>Cisco Certified Support Technician - Networking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2B979E4-2101-21E0-BC39-86B219EBEF84}"/>
              </a:ext>
            </a:extLst>
          </p:cNvPr>
          <p:cNvGrpSpPr/>
          <p:nvPr/>
        </p:nvGrpSpPr>
        <p:grpSpPr>
          <a:xfrm>
            <a:off x="9361027" y="1394290"/>
            <a:ext cx="1978571" cy="1571429"/>
            <a:chOff x="10840476" y="1436768"/>
            <a:chExt cx="1978571" cy="1571429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42E51F3E-5A33-9F37-CF97-25EE36D613E9}"/>
                </a:ext>
              </a:extLst>
            </p:cNvPr>
            <p:cNvSpPr/>
            <p:nvPr/>
          </p:nvSpPr>
          <p:spPr>
            <a:xfrm>
              <a:off x="11857612" y="2439841"/>
              <a:ext cx="170405" cy="70215"/>
            </a:xfrm>
            <a:custGeom>
              <a:avLst/>
              <a:gdLst>
                <a:gd name="connsiteX0" fmla="*/ 151890 w 170405"/>
                <a:gd name="connsiteY0" fmla="*/ 19908 h 70215"/>
                <a:gd name="connsiteX1" fmla="*/ 170406 w 170405"/>
                <a:gd name="connsiteY1" fmla="*/ 51908 h 70215"/>
                <a:gd name="connsiteX2" fmla="*/ 0 w 170405"/>
                <a:gd name="connsiteY2" fmla="*/ 24658 h 70215"/>
                <a:gd name="connsiteX3" fmla="*/ 27601 w 170405"/>
                <a:gd name="connsiteY3" fmla="*/ 0 h 70215"/>
                <a:gd name="connsiteX4" fmla="*/ 151890 w 170405"/>
                <a:gd name="connsiteY4" fmla="*/ 19908 h 70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0405" h="70215">
                  <a:moveTo>
                    <a:pt x="151890" y="19908"/>
                  </a:moveTo>
                  <a:lnTo>
                    <a:pt x="170406" y="51908"/>
                  </a:lnTo>
                  <a:cubicBezTo>
                    <a:pt x="114305" y="84248"/>
                    <a:pt x="43170" y="72874"/>
                    <a:pt x="0" y="24658"/>
                  </a:cubicBezTo>
                  <a:lnTo>
                    <a:pt x="27601" y="0"/>
                  </a:lnTo>
                  <a:cubicBezTo>
                    <a:pt x="59077" y="35182"/>
                    <a:pt x="110965" y="43495"/>
                    <a:pt x="151890" y="19908"/>
                  </a:cubicBezTo>
                  <a:close/>
                </a:path>
              </a:pathLst>
            </a:custGeom>
            <a:noFill/>
            <a:ln w="5812" cap="flat">
              <a:solidFill>
                <a:srgbClr val="002D5D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CiscoSansTT ExtraLight"/>
                <a:ea typeface="ＭＳ Ｐゴシック" charset="0"/>
                <a:cs typeface="+mn-cs"/>
              </a:endParaRPr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C711FDF0-23EC-F3C9-A15B-EA7E3597EEC3}"/>
                </a:ext>
              </a:extLst>
            </p:cNvPr>
            <p:cNvSpPr/>
            <p:nvPr/>
          </p:nvSpPr>
          <p:spPr>
            <a:xfrm>
              <a:off x="12025681" y="2390007"/>
              <a:ext cx="68828" cy="85893"/>
            </a:xfrm>
            <a:custGeom>
              <a:avLst/>
              <a:gdLst>
                <a:gd name="connsiteX0" fmla="*/ 32360 w 68828"/>
                <a:gd name="connsiteY0" fmla="*/ 0 h 85893"/>
                <a:gd name="connsiteX1" fmla="*/ 68829 w 68828"/>
                <a:gd name="connsiteY1" fmla="*/ 6132 h 85893"/>
                <a:gd name="connsiteX2" fmla="*/ 24443 w 68828"/>
                <a:gd name="connsiteY2" fmla="*/ 85894 h 85893"/>
                <a:gd name="connsiteX3" fmla="*/ 0 w 68828"/>
                <a:gd name="connsiteY3" fmla="*/ 58169 h 85893"/>
                <a:gd name="connsiteX4" fmla="*/ 32360 w 68828"/>
                <a:gd name="connsiteY4" fmla="*/ 0 h 85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28" h="85893">
                  <a:moveTo>
                    <a:pt x="32360" y="0"/>
                  </a:moveTo>
                  <a:lnTo>
                    <a:pt x="68829" y="6132"/>
                  </a:lnTo>
                  <a:cubicBezTo>
                    <a:pt x="63577" y="36992"/>
                    <a:pt x="47916" y="65135"/>
                    <a:pt x="24443" y="85894"/>
                  </a:cubicBezTo>
                  <a:lnTo>
                    <a:pt x="0" y="58169"/>
                  </a:lnTo>
                  <a:cubicBezTo>
                    <a:pt x="17127" y="43038"/>
                    <a:pt x="28548" y="22512"/>
                    <a:pt x="32360" y="0"/>
                  </a:cubicBezTo>
                  <a:close/>
                </a:path>
              </a:pathLst>
            </a:custGeom>
            <a:noFill/>
            <a:ln w="5812" cap="flat">
              <a:solidFill>
                <a:srgbClr val="002D5D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CiscoSansTT ExtraLight"/>
                <a:ea typeface="ＭＳ Ｐゴシック" charset="0"/>
                <a:cs typeface="+mn-cs"/>
              </a:endParaRPr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B8233654-EE24-A1C8-2F9A-ABE3B7F6D68E}"/>
                </a:ext>
              </a:extLst>
            </p:cNvPr>
            <p:cNvSpPr/>
            <p:nvPr/>
          </p:nvSpPr>
          <p:spPr>
            <a:xfrm>
              <a:off x="11822633" y="2236751"/>
              <a:ext cx="273736" cy="205076"/>
            </a:xfrm>
            <a:custGeom>
              <a:avLst/>
              <a:gdLst>
                <a:gd name="connsiteX0" fmla="*/ 273737 w 273736"/>
                <a:gd name="connsiteY0" fmla="*/ 136630 h 205076"/>
                <a:gd name="connsiteX1" fmla="*/ 236792 w 273736"/>
                <a:gd name="connsiteY1" fmla="*/ 136630 h 205076"/>
                <a:gd name="connsiteX2" fmla="*/ 137006 w 273736"/>
                <a:gd name="connsiteY2" fmla="*/ 36900 h 205076"/>
                <a:gd name="connsiteX3" fmla="*/ 37098 w 273736"/>
                <a:gd name="connsiteY3" fmla="*/ 136513 h 205076"/>
                <a:gd name="connsiteX4" fmla="*/ 50509 w 273736"/>
                <a:gd name="connsiteY4" fmla="*/ 186465 h 205076"/>
                <a:gd name="connsiteX5" fmla="*/ 18453 w 273736"/>
                <a:gd name="connsiteY5" fmla="*/ 205077 h 205076"/>
                <a:gd name="connsiteX6" fmla="*/ 68272 w 273736"/>
                <a:gd name="connsiteY6" fmla="*/ 18417 h 205076"/>
                <a:gd name="connsiteX7" fmla="*/ 255264 w 273736"/>
                <a:gd name="connsiteY7" fmla="*/ 68152 h 205076"/>
                <a:gd name="connsiteX8" fmla="*/ 273694 w 273736"/>
                <a:gd name="connsiteY8" fmla="*/ 136759 h 205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3736" h="205076">
                  <a:moveTo>
                    <a:pt x="273737" y="136630"/>
                  </a:moveTo>
                  <a:lnTo>
                    <a:pt x="236792" y="136630"/>
                  </a:lnTo>
                  <a:cubicBezTo>
                    <a:pt x="236827" y="81583"/>
                    <a:pt x="192146" y="36934"/>
                    <a:pt x="137006" y="36900"/>
                  </a:cubicBezTo>
                  <a:cubicBezTo>
                    <a:pt x="81860" y="36870"/>
                    <a:pt x="37133" y="81466"/>
                    <a:pt x="37098" y="136513"/>
                  </a:cubicBezTo>
                  <a:cubicBezTo>
                    <a:pt x="37089" y="154050"/>
                    <a:pt x="41714" y="171281"/>
                    <a:pt x="50509" y="186465"/>
                  </a:cubicBezTo>
                  <a:lnTo>
                    <a:pt x="18453" y="205077"/>
                  </a:lnTo>
                  <a:cubicBezTo>
                    <a:pt x="-19427" y="139800"/>
                    <a:pt x="2879" y="56229"/>
                    <a:pt x="68272" y="18417"/>
                  </a:cubicBezTo>
                  <a:cubicBezTo>
                    <a:pt x="133666" y="-19391"/>
                    <a:pt x="217385" y="2875"/>
                    <a:pt x="255264" y="68152"/>
                  </a:cubicBezTo>
                  <a:cubicBezTo>
                    <a:pt x="267360" y="88997"/>
                    <a:pt x="273719" y="112667"/>
                    <a:pt x="273694" y="136759"/>
                  </a:cubicBezTo>
                  <a:close/>
                </a:path>
              </a:pathLst>
            </a:custGeom>
            <a:noFill/>
            <a:ln w="5812" cap="flat">
              <a:solidFill>
                <a:srgbClr val="002D5D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CiscoSansTT ExtraLight"/>
                <a:ea typeface="ＭＳ Ｐゴシック" charset="0"/>
                <a:cs typeface="+mn-cs"/>
              </a:endParaRPr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977C03D3-DDE5-F644-6A2C-A53E3C849464}"/>
                </a:ext>
              </a:extLst>
            </p:cNvPr>
            <p:cNvSpPr/>
            <p:nvPr/>
          </p:nvSpPr>
          <p:spPr>
            <a:xfrm>
              <a:off x="12145990" y="2461995"/>
              <a:ext cx="29590" cy="29538"/>
            </a:xfrm>
            <a:custGeom>
              <a:avLst/>
              <a:gdLst>
                <a:gd name="connsiteX0" fmla="*/ 29591 w 29590"/>
                <a:gd name="connsiteY0" fmla="*/ 14769 h 29538"/>
                <a:gd name="connsiteX1" fmla="*/ 14796 w 29590"/>
                <a:gd name="connsiteY1" fmla="*/ 29538 h 29538"/>
                <a:gd name="connsiteX2" fmla="*/ 0 w 29590"/>
                <a:gd name="connsiteY2" fmla="*/ 14769 h 29538"/>
                <a:gd name="connsiteX3" fmla="*/ 14796 w 29590"/>
                <a:gd name="connsiteY3" fmla="*/ 0 h 29538"/>
                <a:gd name="connsiteX4" fmla="*/ 29591 w 29590"/>
                <a:gd name="connsiteY4" fmla="*/ 14683 h 29538"/>
                <a:gd name="connsiteX5" fmla="*/ 29591 w 29590"/>
                <a:gd name="connsiteY5" fmla="*/ 14769 h 2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590" h="29538">
                  <a:moveTo>
                    <a:pt x="29591" y="14769"/>
                  </a:moveTo>
                  <a:cubicBezTo>
                    <a:pt x="29591" y="22927"/>
                    <a:pt x="22967" y="29538"/>
                    <a:pt x="14796" y="29538"/>
                  </a:cubicBezTo>
                  <a:cubicBezTo>
                    <a:pt x="6623" y="29538"/>
                    <a:pt x="0" y="22927"/>
                    <a:pt x="0" y="14769"/>
                  </a:cubicBezTo>
                  <a:cubicBezTo>
                    <a:pt x="0" y="6611"/>
                    <a:pt x="6623" y="0"/>
                    <a:pt x="14796" y="0"/>
                  </a:cubicBezTo>
                  <a:cubicBezTo>
                    <a:pt x="22942" y="-26"/>
                    <a:pt x="29569" y="6551"/>
                    <a:pt x="29591" y="14683"/>
                  </a:cubicBezTo>
                  <a:cubicBezTo>
                    <a:pt x="29591" y="14713"/>
                    <a:pt x="29591" y="14739"/>
                    <a:pt x="29591" y="14769"/>
                  </a:cubicBezTo>
                  <a:close/>
                </a:path>
              </a:pathLst>
            </a:custGeom>
            <a:noFill/>
            <a:ln w="5812" cap="flat">
              <a:solidFill>
                <a:srgbClr val="002D5D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CiscoSansTT ExtraLight"/>
                <a:ea typeface="ＭＳ Ｐゴシック" charset="0"/>
                <a:cs typeface="+mn-cs"/>
              </a:endParaRPr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458FF3B4-0883-3B2B-4D02-62BC53ACF339}"/>
                </a:ext>
              </a:extLst>
            </p:cNvPr>
            <p:cNvSpPr/>
            <p:nvPr/>
          </p:nvSpPr>
          <p:spPr>
            <a:xfrm>
              <a:off x="12145990" y="2393073"/>
              <a:ext cx="29590" cy="29538"/>
            </a:xfrm>
            <a:custGeom>
              <a:avLst/>
              <a:gdLst>
                <a:gd name="connsiteX0" fmla="*/ 29591 w 29590"/>
                <a:gd name="connsiteY0" fmla="*/ 14769 h 29538"/>
                <a:gd name="connsiteX1" fmla="*/ 14796 w 29590"/>
                <a:gd name="connsiteY1" fmla="*/ 29538 h 29538"/>
                <a:gd name="connsiteX2" fmla="*/ 0 w 29590"/>
                <a:gd name="connsiteY2" fmla="*/ 14769 h 29538"/>
                <a:gd name="connsiteX3" fmla="*/ 14796 w 29590"/>
                <a:gd name="connsiteY3" fmla="*/ 0 h 29538"/>
                <a:gd name="connsiteX4" fmla="*/ 29591 w 29590"/>
                <a:gd name="connsiteY4" fmla="*/ 14769 h 2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590" h="29538">
                  <a:moveTo>
                    <a:pt x="29591" y="14769"/>
                  </a:moveTo>
                  <a:cubicBezTo>
                    <a:pt x="29591" y="22927"/>
                    <a:pt x="22967" y="29538"/>
                    <a:pt x="14796" y="29538"/>
                  </a:cubicBezTo>
                  <a:cubicBezTo>
                    <a:pt x="6623" y="29538"/>
                    <a:pt x="0" y="22927"/>
                    <a:pt x="0" y="14769"/>
                  </a:cubicBezTo>
                  <a:cubicBezTo>
                    <a:pt x="0" y="6612"/>
                    <a:pt x="6623" y="0"/>
                    <a:pt x="14796" y="0"/>
                  </a:cubicBezTo>
                  <a:cubicBezTo>
                    <a:pt x="22967" y="0"/>
                    <a:pt x="29591" y="6612"/>
                    <a:pt x="29591" y="14769"/>
                  </a:cubicBezTo>
                  <a:close/>
                </a:path>
              </a:pathLst>
            </a:custGeom>
            <a:noFill/>
            <a:ln w="5812" cap="flat">
              <a:solidFill>
                <a:srgbClr val="002D5D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CiscoSansTT ExtraLight"/>
                <a:ea typeface="ＭＳ Ｐゴシック" charset="0"/>
                <a:cs typeface="+mn-cs"/>
              </a:endParaRPr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3D02CC0E-F407-DA8D-B250-EF862E109C7B}"/>
                </a:ext>
              </a:extLst>
            </p:cNvPr>
            <p:cNvSpPr/>
            <p:nvPr/>
          </p:nvSpPr>
          <p:spPr>
            <a:xfrm>
              <a:off x="12145990" y="2324151"/>
              <a:ext cx="29590" cy="29538"/>
            </a:xfrm>
            <a:custGeom>
              <a:avLst/>
              <a:gdLst>
                <a:gd name="connsiteX0" fmla="*/ 29591 w 29590"/>
                <a:gd name="connsiteY0" fmla="*/ 14769 h 29538"/>
                <a:gd name="connsiteX1" fmla="*/ 14796 w 29590"/>
                <a:gd name="connsiteY1" fmla="*/ 29538 h 29538"/>
                <a:gd name="connsiteX2" fmla="*/ 0 w 29590"/>
                <a:gd name="connsiteY2" fmla="*/ 14769 h 29538"/>
                <a:gd name="connsiteX3" fmla="*/ 14796 w 29590"/>
                <a:gd name="connsiteY3" fmla="*/ 0 h 29538"/>
                <a:gd name="connsiteX4" fmla="*/ 29591 w 29590"/>
                <a:gd name="connsiteY4" fmla="*/ 14769 h 2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590" h="29538">
                  <a:moveTo>
                    <a:pt x="29591" y="14769"/>
                  </a:moveTo>
                  <a:cubicBezTo>
                    <a:pt x="29591" y="22927"/>
                    <a:pt x="22967" y="29538"/>
                    <a:pt x="14796" y="29538"/>
                  </a:cubicBezTo>
                  <a:cubicBezTo>
                    <a:pt x="6623" y="29538"/>
                    <a:pt x="0" y="22927"/>
                    <a:pt x="0" y="14769"/>
                  </a:cubicBezTo>
                  <a:cubicBezTo>
                    <a:pt x="0" y="6612"/>
                    <a:pt x="6623" y="0"/>
                    <a:pt x="14796" y="0"/>
                  </a:cubicBezTo>
                  <a:cubicBezTo>
                    <a:pt x="22967" y="0"/>
                    <a:pt x="29591" y="6612"/>
                    <a:pt x="29591" y="14769"/>
                  </a:cubicBezTo>
                  <a:close/>
                </a:path>
              </a:pathLst>
            </a:custGeom>
            <a:noFill/>
            <a:ln w="5812" cap="flat">
              <a:solidFill>
                <a:srgbClr val="002D5D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CiscoSansTT ExtraLight"/>
                <a:ea typeface="ＭＳ Ｐゴシック" charset="0"/>
                <a:cs typeface="+mn-cs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291B4BAC-A367-D936-76C5-D142AF9AB581}"/>
                </a:ext>
              </a:extLst>
            </p:cNvPr>
            <p:cNvSpPr/>
            <p:nvPr/>
          </p:nvSpPr>
          <p:spPr>
            <a:xfrm>
              <a:off x="12145990" y="2255228"/>
              <a:ext cx="29590" cy="29538"/>
            </a:xfrm>
            <a:custGeom>
              <a:avLst/>
              <a:gdLst>
                <a:gd name="connsiteX0" fmla="*/ 29591 w 29590"/>
                <a:gd name="connsiteY0" fmla="*/ 14769 h 29538"/>
                <a:gd name="connsiteX1" fmla="*/ 14796 w 29590"/>
                <a:gd name="connsiteY1" fmla="*/ 29538 h 29538"/>
                <a:gd name="connsiteX2" fmla="*/ 0 w 29590"/>
                <a:gd name="connsiteY2" fmla="*/ 14769 h 29538"/>
                <a:gd name="connsiteX3" fmla="*/ 14796 w 29590"/>
                <a:gd name="connsiteY3" fmla="*/ 0 h 29538"/>
                <a:gd name="connsiteX4" fmla="*/ 29591 w 29590"/>
                <a:gd name="connsiteY4" fmla="*/ 14769 h 2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590" h="29538">
                  <a:moveTo>
                    <a:pt x="29591" y="14769"/>
                  </a:moveTo>
                  <a:cubicBezTo>
                    <a:pt x="29591" y="22927"/>
                    <a:pt x="22967" y="29538"/>
                    <a:pt x="14796" y="29538"/>
                  </a:cubicBezTo>
                  <a:cubicBezTo>
                    <a:pt x="6623" y="29538"/>
                    <a:pt x="0" y="22927"/>
                    <a:pt x="0" y="14769"/>
                  </a:cubicBezTo>
                  <a:cubicBezTo>
                    <a:pt x="0" y="6612"/>
                    <a:pt x="6623" y="0"/>
                    <a:pt x="14796" y="0"/>
                  </a:cubicBezTo>
                  <a:cubicBezTo>
                    <a:pt x="22967" y="0"/>
                    <a:pt x="29591" y="6612"/>
                    <a:pt x="29591" y="14769"/>
                  </a:cubicBezTo>
                  <a:close/>
                </a:path>
              </a:pathLst>
            </a:custGeom>
            <a:noFill/>
            <a:ln w="5812" cap="flat">
              <a:solidFill>
                <a:srgbClr val="002D5D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CiscoSansTT ExtraLight"/>
                <a:ea typeface="ＭＳ Ｐゴシック" charset="0"/>
                <a:cs typeface="+mn-cs"/>
              </a:endParaRP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07904A94-1B39-6F9D-BC57-3D01B7F6F008}"/>
                </a:ext>
              </a:extLst>
            </p:cNvPr>
            <p:cNvSpPr/>
            <p:nvPr/>
          </p:nvSpPr>
          <p:spPr>
            <a:xfrm>
              <a:off x="12389001" y="2284723"/>
              <a:ext cx="39398" cy="39384"/>
            </a:xfrm>
            <a:custGeom>
              <a:avLst/>
              <a:gdLst>
                <a:gd name="connsiteX0" fmla="*/ 33775 w 39398"/>
                <a:gd name="connsiteY0" fmla="*/ 5959 h 39384"/>
                <a:gd name="connsiteX1" fmla="*/ 39399 w 39398"/>
                <a:gd name="connsiteY1" fmla="*/ 19692 h 39384"/>
                <a:gd name="connsiteX2" fmla="*/ 19672 w 39398"/>
                <a:gd name="connsiteY2" fmla="*/ 39384 h 39384"/>
                <a:gd name="connsiteX3" fmla="*/ 11495 w 39398"/>
                <a:gd name="connsiteY3" fmla="*/ 37657 h 39384"/>
                <a:gd name="connsiteX4" fmla="*/ 1822 w 39398"/>
                <a:gd name="connsiteY4" fmla="*/ 11470 h 39384"/>
                <a:gd name="connsiteX5" fmla="*/ 19672 w 39398"/>
                <a:gd name="connsiteY5" fmla="*/ 0 h 39384"/>
                <a:gd name="connsiteX6" fmla="*/ 33775 w 39398"/>
                <a:gd name="connsiteY6" fmla="*/ 5959 h 39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9398" h="39384">
                  <a:moveTo>
                    <a:pt x="33775" y="5959"/>
                  </a:moveTo>
                  <a:cubicBezTo>
                    <a:pt x="37396" y="9613"/>
                    <a:pt x="39416" y="14553"/>
                    <a:pt x="39399" y="19692"/>
                  </a:cubicBezTo>
                  <a:cubicBezTo>
                    <a:pt x="39377" y="30557"/>
                    <a:pt x="30556" y="39358"/>
                    <a:pt x="19672" y="39384"/>
                  </a:cubicBezTo>
                  <a:cubicBezTo>
                    <a:pt x="16855" y="39371"/>
                    <a:pt x="14074" y="38784"/>
                    <a:pt x="11495" y="37657"/>
                  </a:cubicBezTo>
                  <a:cubicBezTo>
                    <a:pt x="1580" y="33092"/>
                    <a:pt x="-2751" y="21368"/>
                    <a:pt x="1822" y="11470"/>
                  </a:cubicBezTo>
                  <a:cubicBezTo>
                    <a:pt x="5036" y="4513"/>
                    <a:pt x="11993" y="39"/>
                    <a:pt x="19672" y="0"/>
                  </a:cubicBezTo>
                  <a:cubicBezTo>
                    <a:pt x="24988" y="-9"/>
                    <a:pt x="30080" y="2142"/>
                    <a:pt x="33775" y="5959"/>
                  </a:cubicBezTo>
                  <a:close/>
                </a:path>
              </a:pathLst>
            </a:custGeom>
            <a:noFill/>
            <a:ln w="5812" cap="flat">
              <a:solidFill>
                <a:srgbClr val="002D5D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CiscoSansTT ExtraLight"/>
                <a:ea typeface="ＭＳ Ｐゴシック" charset="0"/>
                <a:cs typeface="+mn-cs"/>
              </a:endParaRPr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B3EF1B3-4C2E-B5A5-7879-3B3D20676AC8}"/>
                </a:ext>
              </a:extLst>
            </p:cNvPr>
            <p:cNvSpPr/>
            <p:nvPr/>
          </p:nvSpPr>
          <p:spPr>
            <a:xfrm>
              <a:off x="12487494" y="2353689"/>
              <a:ext cx="39454" cy="39384"/>
            </a:xfrm>
            <a:custGeom>
              <a:avLst/>
              <a:gdLst>
                <a:gd name="connsiteX0" fmla="*/ 39454 w 39454"/>
                <a:gd name="connsiteY0" fmla="*/ 19692 h 39384"/>
                <a:gd name="connsiteX1" fmla="*/ 19727 w 39454"/>
                <a:gd name="connsiteY1" fmla="*/ 39384 h 39384"/>
                <a:gd name="connsiteX2" fmla="*/ 0 w 39454"/>
                <a:gd name="connsiteY2" fmla="*/ 19692 h 39384"/>
                <a:gd name="connsiteX3" fmla="*/ 19727 w 39454"/>
                <a:gd name="connsiteY3" fmla="*/ 0 h 39384"/>
                <a:gd name="connsiteX4" fmla="*/ 19770 w 39454"/>
                <a:gd name="connsiteY4" fmla="*/ 0 h 39384"/>
                <a:gd name="connsiteX5" fmla="*/ 39454 w 39454"/>
                <a:gd name="connsiteY5" fmla="*/ 19649 h 39384"/>
                <a:gd name="connsiteX6" fmla="*/ 39454 w 39454"/>
                <a:gd name="connsiteY6" fmla="*/ 19692 h 39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9454" h="39384">
                  <a:moveTo>
                    <a:pt x="39454" y="19692"/>
                  </a:moveTo>
                  <a:cubicBezTo>
                    <a:pt x="39454" y="30566"/>
                    <a:pt x="30620" y="39384"/>
                    <a:pt x="19727" y="39384"/>
                  </a:cubicBezTo>
                  <a:cubicBezTo>
                    <a:pt x="8834" y="39384"/>
                    <a:pt x="0" y="30566"/>
                    <a:pt x="0" y="19692"/>
                  </a:cubicBezTo>
                  <a:cubicBezTo>
                    <a:pt x="0" y="8818"/>
                    <a:pt x="8834" y="0"/>
                    <a:pt x="19727" y="0"/>
                  </a:cubicBezTo>
                  <a:cubicBezTo>
                    <a:pt x="19740" y="0"/>
                    <a:pt x="19757" y="0"/>
                    <a:pt x="19770" y="0"/>
                  </a:cubicBezTo>
                  <a:cubicBezTo>
                    <a:pt x="30642" y="0"/>
                    <a:pt x="39454" y="8797"/>
                    <a:pt x="39454" y="19649"/>
                  </a:cubicBezTo>
                  <a:cubicBezTo>
                    <a:pt x="39454" y="19662"/>
                    <a:pt x="39454" y="19679"/>
                    <a:pt x="39454" y="19692"/>
                  </a:cubicBezTo>
                  <a:close/>
                </a:path>
              </a:pathLst>
            </a:custGeom>
            <a:noFill/>
            <a:ln w="5812" cap="flat">
              <a:solidFill>
                <a:srgbClr val="002D5D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CiscoSansTT ExtraLight"/>
                <a:ea typeface="ＭＳ Ｐゴシック" charset="0"/>
                <a:cs typeface="+mn-cs"/>
              </a:endParaRPr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01EF1F10-688D-EE3A-8588-86FE79348E49}"/>
                </a:ext>
              </a:extLst>
            </p:cNvPr>
            <p:cNvSpPr/>
            <p:nvPr/>
          </p:nvSpPr>
          <p:spPr>
            <a:xfrm>
              <a:off x="12566402" y="2442331"/>
              <a:ext cx="29594" cy="29510"/>
            </a:xfrm>
            <a:custGeom>
              <a:avLst/>
              <a:gdLst>
                <a:gd name="connsiteX0" fmla="*/ 28813 w 29594"/>
                <a:gd name="connsiteY0" fmla="*/ 10034 h 29510"/>
                <a:gd name="connsiteX1" fmla="*/ 29591 w 29594"/>
                <a:gd name="connsiteY1" fmla="*/ 14741 h 29510"/>
                <a:gd name="connsiteX2" fmla="*/ 14883 w 29594"/>
                <a:gd name="connsiteY2" fmla="*/ 29510 h 29510"/>
                <a:gd name="connsiteX3" fmla="*/ 14796 w 29594"/>
                <a:gd name="connsiteY3" fmla="*/ 29510 h 29510"/>
                <a:gd name="connsiteX4" fmla="*/ 8393 w 29594"/>
                <a:gd name="connsiteY4" fmla="*/ 28085 h 29510"/>
                <a:gd name="connsiteX5" fmla="*/ 1463 w 29594"/>
                <a:gd name="connsiteY5" fmla="*/ 8376 h 29510"/>
                <a:gd name="connsiteX6" fmla="*/ 21207 w 29594"/>
                <a:gd name="connsiteY6" fmla="*/ 1458 h 29510"/>
                <a:gd name="connsiteX7" fmla="*/ 28813 w 29594"/>
                <a:gd name="connsiteY7" fmla="*/ 10034 h 29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9594" h="29510">
                  <a:moveTo>
                    <a:pt x="28813" y="10034"/>
                  </a:moveTo>
                  <a:cubicBezTo>
                    <a:pt x="29362" y="11541"/>
                    <a:pt x="29626" y="13139"/>
                    <a:pt x="29591" y="14741"/>
                  </a:cubicBezTo>
                  <a:cubicBezTo>
                    <a:pt x="29617" y="22873"/>
                    <a:pt x="23029" y="29484"/>
                    <a:pt x="14883" y="29510"/>
                  </a:cubicBezTo>
                  <a:cubicBezTo>
                    <a:pt x="14852" y="29510"/>
                    <a:pt x="14826" y="29510"/>
                    <a:pt x="14796" y="29510"/>
                  </a:cubicBezTo>
                  <a:cubicBezTo>
                    <a:pt x="12581" y="29510"/>
                    <a:pt x="10396" y="29022"/>
                    <a:pt x="8393" y="28085"/>
                  </a:cubicBezTo>
                  <a:cubicBezTo>
                    <a:pt x="1026" y="24553"/>
                    <a:pt x="-2076" y="15730"/>
                    <a:pt x="1463" y="8376"/>
                  </a:cubicBezTo>
                  <a:cubicBezTo>
                    <a:pt x="5002" y="1026"/>
                    <a:pt x="13840" y="-2071"/>
                    <a:pt x="21207" y="1458"/>
                  </a:cubicBezTo>
                  <a:cubicBezTo>
                    <a:pt x="24794" y="3181"/>
                    <a:pt x="27536" y="6273"/>
                    <a:pt x="28813" y="10034"/>
                  </a:cubicBezTo>
                  <a:close/>
                </a:path>
              </a:pathLst>
            </a:custGeom>
            <a:noFill/>
            <a:ln w="5812" cap="flat">
              <a:solidFill>
                <a:srgbClr val="002D5D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CiscoSansTT ExtraLight"/>
                <a:ea typeface="ＭＳ Ｐゴシック" charset="0"/>
                <a:cs typeface="+mn-cs"/>
              </a:endParaRPr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1A5B1175-6FA4-28EC-21C8-A343F867CC0C}"/>
                </a:ext>
              </a:extLst>
            </p:cNvPr>
            <p:cNvSpPr/>
            <p:nvPr/>
          </p:nvSpPr>
          <p:spPr>
            <a:xfrm>
              <a:off x="12388905" y="2255171"/>
              <a:ext cx="235727" cy="236300"/>
            </a:xfrm>
            <a:custGeom>
              <a:avLst/>
              <a:gdLst>
                <a:gd name="connsiteX0" fmla="*/ 221884 w 235727"/>
                <a:gd name="connsiteY0" fmla="*/ 118210 h 236300"/>
                <a:gd name="connsiteX1" fmla="*/ 235728 w 235727"/>
                <a:gd name="connsiteY1" fmla="*/ 103484 h 236300"/>
                <a:gd name="connsiteX2" fmla="*/ 103820 w 235727"/>
                <a:gd name="connsiteY2" fmla="*/ 913 h 236300"/>
                <a:gd name="connsiteX3" fmla="*/ 33871 w 235727"/>
                <a:gd name="connsiteY3" fmla="*/ 35512 h 236300"/>
                <a:gd name="connsiteX4" fmla="*/ 39495 w 235727"/>
                <a:gd name="connsiteY4" fmla="*/ 49245 h 236300"/>
                <a:gd name="connsiteX5" fmla="*/ 19768 w 235727"/>
                <a:gd name="connsiteY5" fmla="*/ 68937 h 236300"/>
                <a:gd name="connsiteX6" fmla="*/ 11591 w 235727"/>
                <a:gd name="connsiteY6" fmla="*/ 67209 h 236300"/>
                <a:gd name="connsiteX7" fmla="*/ 67359 w 235727"/>
                <a:gd name="connsiteY7" fmla="*/ 224755 h 236300"/>
                <a:gd name="connsiteX8" fmla="*/ 185891 w 235727"/>
                <a:gd name="connsiteY8" fmla="*/ 215202 h 236300"/>
                <a:gd name="connsiteX9" fmla="*/ 178960 w 235727"/>
                <a:gd name="connsiteY9" fmla="*/ 195493 h 236300"/>
                <a:gd name="connsiteX10" fmla="*/ 198705 w 235727"/>
                <a:gd name="connsiteY10" fmla="*/ 188575 h 236300"/>
                <a:gd name="connsiteX11" fmla="*/ 206310 w 235727"/>
                <a:gd name="connsiteY11" fmla="*/ 197151 h 236300"/>
                <a:gd name="connsiteX12" fmla="*/ 235728 w 235727"/>
                <a:gd name="connsiteY12" fmla="*/ 132893 h 236300"/>
                <a:gd name="connsiteX13" fmla="*/ 221884 w 235727"/>
                <a:gd name="connsiteY13" fmla="*/ 118167 h 236300"/>
                <a:gd name="connsiteX14" fmla="*/ 118360 w 235727"/>
                <a:gd name="connsiteY14" fmla="*/ 137902 h 236300"/>
                <a:gd name="connsiteX15" fmla="*/ 98590 w 235727"/>
                <a:gd name="connsiteY15" fmla="*/ 118253 h 236300"/>
                <a:gd name="connsiteX16" fmla="*/ 118274 w 235727"/>
                <a:gd name="connsiteY16" fmla="*/ 98518 h 236300"/>
                <a:gd name="connsiteX17" fmla="*/ 138044 w 235727"/>
                <a:gd name="connsiteY17" fmla="*/ 118167 h 236300"/>
                <a:gd name="connsiteX18" fmla="*/ 138044 w 235727"/>
                <a:gd name="connsiteY18" fmla="*/ 118210 h 236300"/>
                <a:gd name="connsiteX19" fmla="*/ 118360 w 235727"/>
                <a:gd name="connsiteY19" fmla="*/ 137902 h 236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727" h="236300">
                  <a:moveTo>
                    <a:pt x="221884" y="118210"/>
                  </a:moveTo>
                  <a:cubicBezTo>
                    <a:pt x="221871" y="110420"/>
                    <a:pt x="227936" y="103964"/>
                    <a:pt x="235728" y="103484"/>
                  </a:cubicBezTo>
                  <a:cubicBezTo>
                    <a:pt x="227677" y="38798"/>
                    <a:pt x="168621" y="-7124"/>
                    <a:pt x="103820" y="913"/>
                  </a:cubicBezTo>
                  <a:cubicBezTo>
                    <a:pt x="77253" y="4208"/>
                    <a:pt x="52590" y="16407"/>
                    <a:pt x="33871" y="35512"/>
                  </a:cubicBezTo>
                  <a:cubicBezTo>
                    <a:pt x="37492" y="39166"/>
                    <a:pt x="39512" y="44106"/>
                    <a:pt x="39495" y="49245"/>
                  </a:cubicBezTo>
                  <a:cubicBezTo>
                    <a:pt x="39473" y="60110"/>
                    <a:pt x="30652" y="68911"/>
                    <a:pt x="19768" y="68937"/>
                  </a:cubicBezTo>
                  <a:cubicBezTo>
                    <a:pt x="16952" y="68924"/>
                    <a:pt x="14170" y="68337"/>
                    <a:pt x="11591" y="67209"/>
                  </a:cubicBezTo>
                  <a:cubicBezTo>
                    <a:pt x="-16589" y="126087"/>
                    <a:pt x="8377" y="196624"/>
                    <a:pt x="67359" y="224755"/>
                  </a:cubicBezTo>
                  <a:cubicBezTo>
                    <a:pt x="105724" y="243052"/>
                    <a:pt x="150966" y="239407"/>
                    <a:pt x="185891" y="215202"/>
                  </a:cubicBezTo>
                  <a:cubicBezTo>
                    <a:pt x="178524" y="211670"/>
                    <a:pt x="175422" y="202847"/>
                    <a:pt x="178960" y="195493"/>
                  </a:cubicBezTo>
                  <a:cubicBezTo>
                    <a:pt x="182499" y="188143"/>
                    <a:pt x="191337" y="185047"/>
                    <a:pt x="198705" y="188575"/>
                  </a:cubicBezTo>
                  <a:cubicBezTo>
                    <a:pt x="202291" y="190298"/>
                    <a:pt x="205034" y="193390"/>
                    <a:pt x="206310" y="197151"/>
                  </a:cubicBezTo>
                  <a:cubicBezTo>
                    <a:pt x="222520" y="179273"/>
                    <a:pt x="232795" y="156830"/>
                    <a:pt x="235728" y="132893"/>
                  </a:cubicBezTo>
                  <a:cubicBezTo>
                    <a:pt x="227936" y="132413"/>
                    <a:pt x="221867" y="125957"/>
                    <a:pt x="221884" y="118167"/>
                  </a:cubicBezTo>
                  <a:close/>
                  <a:moveTo>
                    <a:pt x="118360" y="137902"/>
                  </a:moveTo>
                  <a:cubicBezTo>
                    <a:pt x="107467" y="137928"/>
                    <a:pt x="98616" y="129127"/>
                    <a:pt x="98590" y="118253"/>
                  </a:cubicBezTo>
                  <a:cubicBezTo>
                    <a:pt x="98564" y="107380"/>
                    <a:pt x="107380" y="98544"/>
                    <a:pt x="118274" y="98518"/>
                  </a:cubicBezTo>
                  <a:cubicBezTo>
                    <a:pt x="129167" y="98496"/>
                    <a:pt x="138018" y="107293"/>
                    <a:pt x="138044" y="118167"/>
                  </a:cubicBezTo>
                  <a:cubicBezTo>
                    <a:pt x="138044" y="118180"/>
                    <a:pt x="138044" y="118197"/>
                    <a:pt x="138044" y="118210"/>
                  </a:cubicBezTo>
                  <a:cubicBezTo>
                    <a:pt x="138044" y="129071"/>
                    <a:pt x="129240" y="137876"/>
                    <a:pt x="118360" y="137902"/>
                  </a:cubicBezTo>
                  <a:close/>
                </a:path>
              </a:pathLst>
            </a:custGeom>
            <a:solidFill>
              <a:srgbClr val="FFFFFF"/>
            </a:solidFill>
            <a:ln w="5812" cap="flat">
              <a:solidFill>
                <a:srgbClr val="002D5D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CiscoSansTT ExtraLight"/>
                <a:ea typeface="ＭＳ Ｐゴシック" charset="0"/>
                <a:cs typeface="+mn-cs"/>
              </a:endParaRPr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82EFF6AF-FC31-B815-2074-3B6B6C401B2D}"/>
                </a:ext>
              </a:extLst>
            </p:cNvPr>
            <p:cNvSpPr/>
            <p:nvPr/>
          </p:nvSpPr>
          <p:spPr>
            <a:xfrm>
              <a:off x="12400539" y="2290683"/>
              <a:ext cx="27860" cy="33424"/>
            </a:xfrm>
            <a:custGeom>
              <a:avLst/>
              <a:gdLst>
                <a:gd name="connsiteX0" fmla="*/ 22236 w 27860"/>
                <a:gd name="connsiteY0" fmla="*/ 0 h 33424"/>
                <a:gd name="connsiteX1" fmla="*/ 27860 w 27860"/>
                <a:gd name="connsiteY1" fmla="*/ 13733 h 33424"/>
                <a:gd name="connsiteX2" fmla="*/ 8133 w 27860"/>
                <a:gd name="connsiteY2" fmla="*/ 33425 h 33424"/>
                <a:gd name="connsiteX3" fmla="*/ 0 w 27860"/>
                <a:gd name="connsiteY3" fmla="*/ 31697 h 33424"/>
                <a:gd name="connsiteX4" fmla="*/ 22236 w 27860"/>
                <a:gd name="connsiteY4" fmla="*/ 0 h 33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860" h="33424">
                  <a:moveTo>
                    <a:pt x="22236" y="0"/>
                  </a:moveTo>
                  <a:cubicBezTo>
                    <a:pt x="25857" y="3653"/>
                    <a:pt x="27877" y="8594"/>
                    <a:pt x="27860" y="13733"/>
                  </a:cubicBezTo>
                  <a:cubicBezTo>
                    <a:pt x="27839" y="24598"/>
                    <a:pt x="19018" y="33399"/>
                    <a:pt x="8133" y="33425"/>
                  </a:cubicBezTo>
                  <a:cubicBezTo>
                    <a:pt x="5330" y="33416"/>
                    <a:pt x="2561" y="32829"/>
                    <a:pt x="0" y="31697"/>
                  </a:cubicBezTo>
                  <a:cubicBezTo>
                    <a:pt x="5594" y="19968"/>
                    <a:pt x="13108" y="9254"/>
                    <a:pt x="22236" y="0"/>
                  </a:cubicBezTo>
                  <a:close/>
                </a:path>
              </a:pathLst>
            </a:custGeom>
            <a:noFill/>
            <a:ln w="5812" cap="flat">
              <a:solidFill>
                <a:srgbClr val="002D5D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CiscoSansTT ExtraLight"/>
                <a:ea typeface="ＭＳ Ｐゴシック" charset="0"/>
                <a:cs typeface="+mn-cs"/>
              </a:endParaRPr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1BA43D2A-6096-B997-E276-E9E7277D0EE1}"/>
                </a:ext>
              </a:extLst>
            </p:cNvPr>
            <p:cNvSpPr/>
            <p:nvPr/>
          </p:nvSpPr>
          <p:spPr>
            <a:xfrm>
              <a:off x="12487494" y="2353689"/>
              <a:ext cx="39454" cy="39384"/>
            </a:xfrm>
            <a:custGeom>
              <a:avLst/>
              <a:gdLst>
                <a:gd name="connsiteX0" fmla="*/ 39454 w 39454"/>
                <a:gd name="connsiteY0" fmla="*/ 19692 h 39384"/>
                <a:gd name="connsiteX1" fmla="*/ 19727 w 39454"/>
                <a:gd name="connsiteY1" fmla="*/ 39384 h 39384"/>
                <a:gd name="connsiteX2" fmla="*/ 0 w 39454"/>
                <a:gd name="connsiteY2" fmla="*/ 19692 h 39384"/>
                <a:gd name="connsiteX3" fmla="*/ 19727 w 39454"/>
                <a:gd name="connsiteY3" fmla="*/ 0 h 39384"/>
                <a:gd name="connsiteX4" fmla="*/ 19770 w 39454"/>
                <a:gd name="connsiteY4" fmla="*/ 0 h 39384"/>
                <a:gd name="connsiteX5" fmla="*/ 39454 w 39454"/>
                <a:gd name="connsiteY5" fmla="*/ 19649 h 39384"/>
                <a:gd name="connsiteX6" fmla="*/ 39454 w 39454"/>
                <a:gd name="connsiteY6" fmla="*/ 19692 h 39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9454" h="39384">
                  <a:moveTo>
                    <a:pt x="39454" y="19692"/>
                  </a:moveTo>
                  <a:cubicBezTo>
                    <a:pt x="39454" y="30566"/>
                    <a:pt x="30620" y="39384"/>
                    <a:pt x="19727" y="39384"/>
                  </a:cubicBezTo>
                  <a:cubicBezTo>
                    <a:pt x="8834" y="39384"/>
                    <a:pt x="0" y="30566"/>
                    <a:pt x="0" y="19692"/>
                  </a:cubicBezTo>
                  <a:cubicBezTo>
                    <a:pt x="0" y="8818"/>
                    <a:pt x="8834" y="0"/>
                    <a:pt x="19727" y="0"/>
                  </a:cubicBezTo>
                  <a:cubicBezTo>
                    <a:pt x="19740" y="0"/>
                    <a:pt x="19757" y="0"/>
                    <a:pt x="19770" y="0"/>
                  </a:cubicBezTo>
                  <a:cubicBezTo>
                    <a:pt x="30642" y="0"/>
                    <a:pt x="39454" y="8797"/>
                    <a:pt x="39454" y="19649"/>
                  </a:cubicBezTo>
                  <a:cubicBezTo>
                    <a:pt x="39454" y="19662"/>
                    <a:pt x="39454" y="19679"/>
                    <a:pt x="39454" y="19692"/>
                  </a:cubicBezTo>
                  <a:close/>
                </a:path>
              </a:pathLst>
            </a:custGeom>
            <a:noFill/>
            <a:ln w="5812" cap="flat">
              <a:solidFill>
                <a:srgbClr val="002D5D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CiscoSansTT ExtraLight"/>
                <a:ea typeface="ＭＳ Ｐゴシック" charset="0"/>
                <a:cs typeface="+mn-cs"/>
              </a:endParaRP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D3E4291-58B2-A08A-D49A-82A7D30D6589}"/>
                </a:ext>
              </a:extLst>
            </p:cNvPr>
            <p:cNvSpPr/>
            <p:nvPr/>
          </p:nvSpPr>
          <p:spPr>
            <a:xfrm>
              <a:off x="12566402" y="2442331"/>
              <a:ext cx="28812" cy="28085"/>
            </a:xfrm>
            <a:custGeom>
              <a:avLst/>
              <a:gdLst>
                <a:gd name="connsiteX0" fmla="*/ 28813 w 28812"/>
                <a:gd name="connsiteY0" fmla="*/ 10034 h 28085"/>
                <a:gd name="connsiteX1" fmla="*/ 8393 w 28812"/>
                <a:gd name="connsiteY1" fmla="*/ 28085 h 28085"/>
                <a:gd name="connsiteX2" fmla="*/ 1463 w 28812"/>
                <a:gd name="connsiteY2" fmla="*/ 8376 h 28085"/>
                <a:gd name="connsiteX3" fmla="*/ 21207 w 28812"/>
                <a:gd name="connsiteY3" fmla="*/ 1458 h 28085"/>
                <a:gd name="connsiteX4" fmla="*/ 28813 w 28812"/>
                <a:gd name="connsiteY4" fmla="*/ 10034 h 280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812" h="28085">
                  <a:moveTo>
                    <a:pt x="28813" y="10034"/>
                  </a:moveTo>
                  <a:cubicBezTo>
                    <a:pt x="22730" y="16818"/>
                    <a:pt x="15878" y="22877"/>
                    <a:pt x="8393" y="28085"/>
                  </a:cubicBezTo>
                  <a:cubicBezTo>
                    <a:pt x="1026" y="24553"/>
                    <a:pt x="-2076" y="15730"/>
                    <a:pt x="1463" y="8376"/>
                  </a:cubicBezTo>
                  <a:cubicBezTo>
                    <a:pt x="5002" y="1026"/>
                    <a:pt x="13840" y="-2071"/>
                    <a:pt x="21207" y="1458"/>
                  </a:cubicBezTo>
                  <a:cubicBezTo>
                    <a:pt x="24794" y="3181"/>
                    <a:pt x="27536" y="6273"/>
                    <a:pt x="28813" y="10034"/>
                  </a:cubicBezTo>
                  <a:close/>
                </a:path>
              </a:pathLst>
            </a:custGeom>
            <a:noFill/>
            <a:ln w="5812" cap="flat">
              <a:solidFill>
                <a:srgbClr val="002D5D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CiscoSansTT ExtraLight"/>
                <a:ea typeface="ＭＳ Ｐゴシック" charset="0"/>
                <a:cs typeface="+mn-cs"/>
              </a:endParaRPr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70B8D54A-D145-682F-BA36-A6F9324CF564}"/>
                </a:ext>
              </a:extLst>
            </p:cNvPr>
            <p:cNvSpPr/>
            <p:nvPr/>
          </p:nvSpPr>
          <p:spPr>
            <a:xfrm>
              <a:off x="12487494" y="2353689"/>
              <a:ext cx="39454" cy="39384"/>
            </a:xfrm>
            <a:custGeom>
              <a:avLst/>
              <a:gdLst>
                <a:gd name="connsiteX0" fmla="*/ 39454 w 39454"/>
                <a:gd name="connsiteY0" fmla="*/ 19692 h 39384"/>
                <a:gd name="connsiteX1" fmla="*/ 19727 w 39454"/>
                <a:gd name="connsiteY1" fmla="*/ 39384 h 39384"/>
                <a:gd name="connsiteX2" fmla="*/ 0 w 39454"/>
                <a:gd name="connsiteY2" fmla="*/ 19692 h 39384"/>
                <a:gd name="connsiteX3" fmla="*/ 19727 w 39454"/>
                <a:gd name="connsiteY3" fmla="*/ 0 h 39384"/>
                <a:gd name="connsiteX4" fmla="*/ 19770 w 39454"/>
                <a:gd name="connsiteY4" fmla="*/ 0 h 39384"/>
                <a:gd name="connsiteX5" fmla="*/ 39454 w 39454"/>
                <a:gd name="connsiteY5" fmla="*/ 19649 h 39384"/>
                <a:gd name="connsiteX6" fmla="*/ 39454 w 39454"/>
                <a:gd name="connsiteY6" fmla="*/ 19692 h 39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9454" h="39384">
                  <a:moveTo>
                    <a:pt x="39454" y="19692"/>
                  </a:moveTo>
                  <a:cubicBezTo>
                    <a:pt x="39454" y="30566"/>
                    <a:pt x="30620" y="39384"/>
                    <a:pt x="19727" y="39384"/>
                  </a:cubicBezTo>
                  <a:cubicBezTo>
                    <a:pt x="8834" y="39384"/>
                    <a:pt x="0" y="30566"/>
                    <a:pt x="0" y="19692"/>
                  </a:cubicBezTo>
                  <a:cubicBezTo>
                    <a:pt x="0" y="8818"/>
                    <a:pt x="8834" y="0"/>
                    <a:pt x="19727" y="0"/>
                  </a:cubicBezTo>
                  <a:cubicBezTo>
                    <a:pt x="19740" y="0"/>
                    <a:pt x="19757" y="0"/>
                    <a:pt x="19770" y="0"/>
                  </a:cubicBezTo>
                  <a:cubicBezTo>
                    <a:pt x="30642" y="0"/>
                    <a:pt x="39454" y="8797"/>
                    <a:pt x="39454" y="19649"/>
                  </a:cubicBezTo>
                  <a:cubicBezTo>
                    <a:pt x="39454" y="19662"/>
                    <a:pt x="39454" y="19679"/>
                    <a:pt x="39454" y="19692"/>
                  </a:cubicBezTo>
                  <a:close/>
                </a:path>
              </a:pathLst>
            </a:custGeom>
            <a:solidFill>
              <a:srgbClr val="0D274D"/>
            </a:solidFill>
            <a:ln w="29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CiscoSansTT ExtraLight"/>
                <a:ea typeface="ＭＳ Ｐゴシック" charset="0"/>
                <a:cs typeface="+mn-cs"/>
              </a:endParaRPr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5AF9F6BD-743B-2D46-6305-A9E2D64F5F90}"/>
                </a:ext>
              </a:extLst>
            </p:cNvPr>
            <p:cNvSpPr/>
            <p:nvPr/>
          </p:nvSpPr>
          <p:spPr>
            <a:xfrm>
              <a:off x="12389001" y="2284766"/>
              <a:ext cx="39398" cy="39384"/>
            </a:xfrm>
            <a:custGeom>
              <a:avLst/>
              <a:gdLst>
                <a:gd name="connsiteX0" fmla="*/ 39399 w 39398"/>
                <a:gd name="connsiteY0" fmla="*/ 19692 h 39384"/>
                <a:gd name="connsiteX1" fmla="*/ 19672 w 39398"/>
                <a:gd name="connsiteY1" fmla="*/ 39384 h 39384"/>
                <a:gd name="connsiteX2" fmla="*/ 11495 w 39398"/>
                <a:gd name="connsiteY2" fmla="*/ 37657 h 39384"/>
                <a:gd name="connsiteX3" fmla="*/ 1822 w 39398"/>
                <a:gd name="connsiteY3" fmla="*/ 11470 h 39384"/>
                <a:gd name="connsiteX4" fmla="*/ 19672 w 39398"/>
                <a:gd name="connsiteY4" fmla="*/ 0 h 39384"/>
                <a:gd name="connsiteX5" fmla="*/ 39399 w 39398"/>
                <a:gd name="connsiteY5" fmla="*/ 19692 h 39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9398" h="39384">
                  <a:moveTo>
                    <a:pt x="39399" y="19692"/>
                  </a:moveTo>
                  <a:cubicBezTo>
                    <a:pt x="39377" y="30557"/>
                    <a:pt x="30556" y="39363"/>
                    <a:pt x="19672" y="39384"/>
                  </a:cubicBezTo>
                  <a:cubicBezTo>
                    <a:pt x="16855" y="39371"/>
                    <a:pt x="14074" y="38784"/>
                    <a:pt x="11495" y="37657"/>
                  </a:cubicBezTo>
                  <a:cubicBezTo>
                    <a:pt x="1580" y="33092"/>
                    <a:pt x="-2751" y="21368"/>
                    <a:pt x="1822" y="11470"/>
                  </a:cubicBezTo>
                  <a:cubicBezTo>
                    <a:pt x="5036" y="4513"/>
                    <a:pt x="11993" y="39"/>
                    <a:pt x="19672" y="0"/>
                  </a:cubicBezTo>
                  <a:cubicBezTo>
                    <a:pt x="30556" y="22"/>
                    <a:pt x="39377" y="8827"/>
                    <a:pt x="39399" y="19692"/>
                  </a:cubicBezTo>
                  <a:close/>
                </a:path>
              </a:pathLst>
            </a:custGeom>
            <a:solidFill>
              <a:srgbClr val="0D274D"/>
            </a:solidFill>
            <a:ln w="29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CiscoSansTT ExtraLight"/>
                <a:ea typeface="ＭＳ Ｐゴシック" charset="0"/>
                <a:cs typeface="+mn-cs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7E5833DD-27E4-BA1A-1367-54700BBB9EFD}"/>
                </a:ext>
              </a:extLst>
            </p:cNvPr>
            <p:cNvSpPr/>
            <p:nvPr/>
          </p:nvSpPr>
          <p:spPr>
            <a:xfrm>
              <a:off x="12566402" y="2442331"/>
              <a:ext cx="29594" cy="29510"/>
            </a:xfrm>
            <a:custGeom>
              <a:avLst/>
              <a:gdLst>
                <a:gd name="connsiteX0" fmla="*/ 29591 w 29594"/>
                <a:gd name="connsiteY0" fmla="*/ 14741 h 29510"/>
                <a:gd name="connsiteX1" fmla="*/ 14883 w 29594"/>
                <a:gd name="connsiteY1" fmla="*/ 29510 h 29510"/>
                <a:gd name="connsiteX2" fmla="*/ 14796 w 29594"/>
                <a:gd name="connsiteY2" fmla="*/ 29510 h 29510"/>
                <a:gd name="connsiteX3" fmla="*/ 8393 w 29594"/>
                <a:gd name="connsiteY3" fmla="*/ 28085 h 29510"/>
                <a:gd name="connsiteX4" fmla="*/ 1463 w 29594"/>
                <a:gd name="connsiteY4" fmla="*/ 8376 h 29510"/>
                <a:gd name="connsiteX5" fmla="*/ 21207 w 29594"/>
                <a:gd name="connsiteY5" fmla="*/ 1458 h 29510"/>
                <a:gd name="connsiteX6" fmla="*/ 28813 w 29594"/>
                <a:gd name="connsiteY6" fmla="*/ 10034 h 29510"/>
                <a:gd name="connsiteX7" fmla="*/ 29591 w 29594"/>
                <a:gd name="connsiteY7" fmla="*/ 14741 h 29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9594" h="29510">
                  <a:moveTo>
                    <a:pt x="29591" y="14741"/>
                  </a:moveTo>
                  <a:cubicBezTo>
                    <a:pt x="29617" y="22873"/>
                    <a:pt x="23029" y="29484"/>
                    <a:pt x="14883" y="29510"/>
                  </a:cubicBezTo>
                  <a:cubicBezTo>
                    <a:pt x="14852" y="29510"/>
                    <a:pt x="14826" y="29510"/>
                    <a:pt x="14796" y="29510"/>
                  </a:cubicBezTo>
                  <a:cubicBezTo>
                    <a:pt x="12581" y="29510"/>
                    <a:pt x="10396" y="29022"/>
                    <a:pt x="8393" y="28085"/>
                  </a:cubicBezTo>
                  <a:cubicBezTo>
                    <a:pt x="1026" y="24553"/>
                    <a:pt x="-2076" y="15730"/>
                    <a:pt x="1463" y="8376"/>
                  </a:cubicBezTo>
                  <a:cubicBezTo>
                    <a:pt x="5002" y="1026"/>
                    <a:pt x="13840" y="-2071"/>
                    <a:pt x="21207" y="1458"/>
                  </a:cubicBezTo>
                  <a:cubicBezTo>
                    <a:pt x="24794" y="3181"/>
                    <a:pt x="27536" y="6273"/>
                    <a:pt x="28813" y="10034"/>
                  </a:cubicBezTo>
                  <a:cubicBezTo>
                    <a:pt x="29362" y="11541"/>
                    <a:pt x="29626" y="13139"/>
                    <a:pt x="29591" y="14741"/>
                  </a:cubicBezTo>
                  <a:close/>
                </a:path>
              </a:pathLst>
            </a:custGeom>
            <a:solidFill>
              <a:srgbClr val="0D274D"/>
            </a:solidFill>
            <a:ln w="29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CiscoSansTT ExtraLight"/>
                <a:ea typeface="ＭＳ Ｐゴシック" charset="0"/>
                <a:cs typeface="+mn-cs"/>
              </a:endParaRPr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350B5210-67D4-1B2C-D779-3FFD705CE824}"/>
                </a:ext>
              </a:extLst>
            </p:cNvPr>
            <p:cNvSpPr/>
            <p:nvPr/>
          </p:nvSpPr>
          <p:spPr>
            <a:xfrm>
              <a:off x="12145990" y="2255228"/>
              <a:ext cx="29590" cy="29538"/>
            </a:xfrm>
            <a:custGeom>
              <a:avLst/>
              <a:gdLst>
                <a:gd name="connsiteX0" fmla="*/ 29591 w 29590"/>
                <a:gd name="connsiteY0" fmla="*/ 14769 h 29538"/>
                <a:gd name="connsiteX1" fmla="*/ 14796 w 29590"/>
                <a:gd name="connsiteY1" fmla="*/ 29538 h 29538"/>
                <a:gd name="connsiteX2" fmla="*/ 0 w 29590"/>
                <a:gd name="connsiteY2" fmla="*/ 14769 h 29538"/>
                <a:gd name="connsiteX3" fmla="*/ 14796 w 29590"/>
                <a:gd name="connsiteY3" fmla="*/ 0 h 29538"/>
                <a:gd name="connsiteX4" fmla="*/ 29591 w 29590"/>
                <a:gd name="connsiteY4" fmla="*/ 14769 h 2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590" h="29538">
                  <a:moveTo>
                    <a:pt x="29591" y="14769"/>
                  </a:moveTo>
                  <a:cubicBezTo>
                    <a:pt x="29591" y="22927"/>
                    <a:pt x="22967" y="29538"/>
                    <a:pt x="14796" y="29538"/>
                  </a:cubicBezTo>
                  <a:cubicBezTo>
                    <a:pt x="6623" y="29538"/>
                    <a:pt x="0" y="22927"/>
                    <a:pt x="0" y="14769"/>
                  </a:cubicBezTo>
                  <a:cubicBezTo>
                    <a:pt x="0" y="6612"/>
                    <a:pt x="6623" y="0"/>
                    <a:pt x="14796" y="0"/>
                  </a:cubicBezTo>
                  <a:cubicBezTo>
                    <a:pt x="22967" y="0"/>
                    <a:pt x="29591" y="6612"/>
                    <a:pt x="29591" y="14769"/>
                  </a:cubicBezTo>
                  <a:close/>
                </a:path>
              </a:pathLst>
            </a:custGeom>
            <a:solidFill>
              <a:srgbClr val="E6E6E6"/>
            </a:solidFill>
            <a:ln w="5812" cap="flat">
              <a:solidFill>
                <a:srgbClr val="002D5D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CiscoSansTT ExtraLight"/>
                <a:ea typeface="ＭＳ Ｐゴシック" charset="0"/>
                <a:cs typeface="+mn-cs"/>
              </a:endParaRPr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8832247B-B17A-D141-F83A-B06FA0D8EF1B}"/>
                </a:ext>
              </a:extLst>
            </p:cNvPr>
            <p:cNvSpPr/>
            <p:nvPr/>
          </p:nvSpPr>
          <p:spPr>
            <a:xfrm>
              <a:off x="12145990" y="2324151"/>
              <a:ext cx="29590" cy="29538"/>
            </a:xfrm>
            <a:custGeom>
              <a:avLst/>
              <a:gdLst>
                <a:gd name="connsiteX0" fmla="*/ 29591 w 29590"/>
                <a:gd name="connsiteY0" fmla="*/ 14769 h 29538"/>
                <a:gd name="connsiteX1" fmla="*/ 14796 w 29590"/>
                <a:gd name="connsiteY1" fmla="*/ 29538 h 29538"/>
                <a:gd name="connsiteX2" fmla="*/ 0 w 29590"/>
                <a:gd name="connsiteY2" fmla="*/ 14769 h 29538"/>
                <a:gd name="connsiteX3" fmla="*/ 14796 w 29590"/>
                <a:gd name="connsiteY3" fmla="*/ 0 h 29538"/>
                <a:gd name="connsiteX4" fmla="*/ 29591 w 29590"/>
                <a:gd name="connsiteY4" fmla="*/ 14769 h 2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590" h="29538">
                  <a:moveTo>
                    <a:pt x="29591" y="14769"/>
                  </a:moveTo>
                  <a:cubicBezTo>
                    <a:pt x="29591" y="22927"/>
                    <a:pt x="22967" y="29538"/>
                    <a:pt x="14796" y="29538"/>
                  </a:cubicBezTo>
                  <a:cubicBezTo>
                    <a:pt x="6623" y="29538"/>
                    <a:pt x="0" y="22927"/>
                    <a:pt x="0" y="14769"/>
                  </a:cubicBezTo>
                  <a:cubicBezTo>
                    <a:pt x="0" y="6612"/>
                    <a:pt x="6623" y="0"/>
                    <a:pt x="14796" y="0"/>
                  </a:cubicBezTo>
                  <a:cubicBezTo>
                    <a:pt x="22967" y="0"/>
                    <a:pt x="29591" y="6612"/>
                    <a:pt x="29591" y="14769"/>
                  </a:cubicBezTo>
                  <a:close/>
                </a:path>
              </a:pathLst>
            </a:custGeom>
            <a:solidFill>
              <a:srgbClr val="E6E6E6"/>
            </a:solidFill>
            <a:ln w="5812" cap="flat">
              <a:solidFill>
                <a:srgbClr val="002D5D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CiscoSansTT ExtraLight"/>
                <a:ea typeface="ＭＳ Ｐゴシック" charset="0"/>
                <a:cs typeface="+mn-cs"/>
              </a:endParaRPr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A921D716-95B6-9E5D-72CF-401075F193E5}"/>
                </a:ext>
              </a:extLst>
            </p:cNvPr>
            <p:cNvSpPr/>
            <p:nvPr/>
          </p:nvSpPr>
          <p:spPr>
            <a:xfrm>
              <a:off x="12145990" y="2393073"/>
              <a:ext cx="29590" cy="29538"/>
            </a:xfrm>
            <a:custGeom>
              <a:avLst/>
              <a:gdLst>
                <a:gd name="connsiteX0" fmla="*/ 29591 w 29590"/>
                <a:gd name="connsiteY0" fmla="*/ 14769 h 29538"/>
                <a:gd name="connsiteX1" fmla="*/ 14796 w 29590"/>
                <a:gd name="connsiteY1" fmla="*/ 29538 h 29538"/>
                <a:gd name="connsiteX2" fmla="*/ 0 w 29590"/>
                <a:gd name="connsiteY2" fmla="*/ 14769 h 29538"/>
                <a:gd name="connsiteX3" fmla="*/ 14796 w 29590"/>
                <a:gd name="connsiteY3" fmla="*/ 0 h 29538"/>
                <a:gd name="connsiteX4" fmla="*/ 29591 w 29590"/>
                <a:gd name="connsiteY4" fmla="*/ 14769 h 2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590" h="29538">
                  <a:moveTo>
                    <a:pt x="29591" y="14769"/>
                  </a:moveTo>
                  <a:cubicBezTo>
                    <a:pt x="29591" y="22927"/>
                    <a:pt x="22967" y="29538"/>
                    <a:pt x="14796" y="29538"/>
                  </a:cubicBezTo>
                  <a:cubicBezTo>
                    <a:pt x="6623" y="29538"/>
                    <a:pt x="0" y="22927"/>
                    <a:pt x="0" y="14769"/>
                  </a:cubicBezTo>
                  <a:cubicBezTo>
                    <a:pt x="0" y="6612"/>
                    <a:pt x="6623" y="0"/>
                    <a:pt x="14796" y="0"/>
                  </a:cubicBezTo>
                  <a:cubicBezTo>
                    <a:pt x="22967" y="0"/>
                    <a:pt x="29591" y="6612"/>
                    <a:pt x="29591" y="14769"/>
                  </a:cubicBezTo>
                  <a:close/>
                </a:path>
              </a:pathLst>
            </a:custGeom>
            <a:solidFill>
              <a:srgbClr val="E6E6E6"/>
            </a:solidFill>
            <a:ln w="5812" cap="flat">
              <a:solidFill>
                <a:srgbClr val="002D5D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CiscoSansTT ExtraLight"/>
                <a:ea typeface="ＭＳ Ｐゴシック" charset="0"/>
                <a:cs typeface="+mn-cs"/>
              </a:endParaRPr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FCEF676F-25D0-A17D-D6E4-DB6BCD0F5D53}"/>
                </a:ext>
              </a:extLst>
            </p:cNvPr>
            <p:cNvSpPr/>
            <p:nvPr/>
          </p:nvSpPr>
          <p:spPr>
            <a:xfrm>
              <a:off x="12145990" y="2393073"/>
              <a:ext cx="29590" cy="29538"/>
            </a:xfrm>
            <a:custGeom>
              <a:avLst/>
              <a:gdLst>
                <a:gd name="connsiteX0" fmla="*/ 29591 w 29590"/>
                <a:gd name="connsiteY0" fmla="*/ 14769 h 29538"/>
                <a:gd name="connsiteX1" fmla="*/ 14796 w 29590"/>
                <a:gd name="connsiteY1" fmla="*/ 29538 h 29538"/>
                <a:gd name="connsiteX2" fmla="*/ 0 w 29590"/>
                <a:gd name="connsiteY2" fmla="*/ 14769 h 29538"/>
                <a:gd name="connsiteX3" fmla="*/ 14796 w 29590"/>
                <a:gd name="connsiteY3" fmla="*/ 0 h 29538"/>
                <a:gd name="connsiteX4" fmla="*/ 29591 w 29590"/>
                <a:gd name="connsiteY4" fmla="*/ 14769 h 2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590" h="29538">
                  <a:moveTo>
                    <a:pt x="29591" y="14769"/>
                  </a:moveTo>
                  <a:cubicBezTo>
                    <a:pt x="29591" y="22927"/>
                    <a:pt x="22967" y="29538"/>
                    <a:pt x="14796" y="29538"/>
                  </a:cubicBezTo>
                  <a:cubicBezTo>
                    <a:pt x="6623" y="29538"/>
                    <a:pt x="0" y="22927"/>
                    <a:pt x="0" y="14769"/>
                  </a:cubicBezTo>
                  <a:cubicBezTo>
                    <a:pt x="0" y="6612"/>
                    <a:pt x="6623" y="0"/>
                    <a:pt x="14796" y="0"/>
                  </a:cubicBezTo>
                  <a:cubicBezTo>
                    <a:pt x="22967" y="0"/>
                    <a:pt x="29591" y="6612"/>
                    <a:pt x="29591" y="14769"/>
                  </a:cubicBezTo>
                  <a:close/>
                </a:path>
              </a:pathLst>
            </a:custGeom>
            <a:solidFill>
              <a:srgbClr val="E6E6E6"/>
            </a:solidFill>
            <a:ln w="5812" cap="flat">
              <a:solidFill>
                <a:srgbClr val="002D5D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CiscoSansTT ExtraLight"/>
                <a:ea typeface="ＭＳ Ｐゴシック" charset="0"/>
                <a:cs typeface="+mn-cs"/>
              </a:endParaRPr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7C6A4218-DBAE-68B4-D2D3-1BA2EA9C6F71}"/>
                </a:ext>
              </a:extLst>
            </p:cNvPr>
            <p:cNvSpPr/>
            <p:nvPr/>
          </p:nvSpPr>
          <p:spPr>
            <a:xfrm>
              <a:off x="12145990" y="2461995"/>
              <a:ext cx="29590" cy="29538"/>
            </a:xfrm>
            <a:custGeom>
              <a:avLst/>
              <a:gdLst>
                <a:gd name="connsiteX0" fmla="*/ 29591 w 29590"/>
                <a:gd name="connsiteY0" fmla="*/ 14769 h 29538"/>
                <a:gd name="connsiteX1" fmla="*/ 14796 w 29590"/>
                <a:gd name="connsiteY1" fmla="*/ 29538 h 29538"/>
                <a:gd name="connsiteX2" fmla="*/ 0 w 29590"/>
                <a:gd name="connsiteY2" fmla="*/ 14769 h 29538"/>
                <a:gd name="connsiteX3" fmla="*/ 14796 w 29590"/>
                <a:gd name="connsiteY3" fmla="*/ 0 h 29538"/>
                <a:gd name="connsiteX4" fmla="*/ 29591 w 29590"/>
                <a:gd name="connsiteY4" fmla="*/ 14683 h 29538"/>
                <a:gd name="connsiteX5" fmla="*/ 29591 w 29590"/>
                <a:gd name="connsiteY5" fmla="*/ 14769 h 2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590" h="29538">
                  <a:moveTo>
                    <a:pt x="29591" y="14769"/>
                  </a:moveTo>
                  <a:cubicBezTo>
                    <a:pt x="29591" y="22927"/>
                    <a:pt x="22967" y="29538"/>
                    <a:pt x="14796" y="29538"/>
                  </a:cubicBezTo>
                  <a:cubicBezTo>
                    <a:pt x="6623" y="29538"/>
                    <a:pt x="0" y="22927"/>
                    <a:pt x="0" y="14769"/>
                  </a:cubicBezTo>
                  <a:cubicBezTo>
                    <a:pt x="0" y="6611"/>
                    <a:pt x="6623" y="0"/>
                    <a:pt x="14796" y="0"/>
                  </a:cubicBezTo>
                  <a:cubicBezTo>
                    <a:pt x="22942" y="-26"/>
                    <a:pt x="29569" y="6551"/>
                    <a:pt x="29591" y="14683"/>
                  </a:cubicBezTo>
                  <a:cubicBezTo>
                    <a:pt x="29591" y="14713"/>
                    <a:pt x="29591" y="14739"/>
                    <a:pt x="29591" y="14769"/>
                  </a:cubicBezTo>
                  <a:close/>
                </a:path>
              </a:pathLst>
            </a:custGeom>
            <a:solidFill>
              <a:srgbClr val="E6E6E6"/>
            </a:solidFill>
            <a:ln w="5812" cap="flat">
              <a:solidFill>
                <a:srgbClr val="002D5D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CiscoSansTT ExtraLight"/>
                <a:ea typeface="ＭＳ Ｐゴシック" charset="0"/>
                <a:cs typeface="+mn-cs"/>
              </a:endParaRPr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1B60063B-CE6F-1A3D-C25E-A19AC02BD8E6}"/>
                </a:ext>
              </a:extLst>
            </p:cNvPr>
            <p:cNvSpPr/>
            <p:nvPr/>
          </p:nvSpPr>
          <p:spPr>
            <a:xfrm>
              <a:off x="12195438" y="2274920"/>
              <a:ext cx="98592" cy="4318"/>
            </a:xfrm>
            <a:custGeom>
              <a:avLst/>
              <a:gdLst>
                <a:gd name="connsiteX0" fmla="*/ 0 w 98592"/>
                <a:gd name="connsiteY0" fmla="*/ 0 h 4318"/>
                <a:gd name="connsiteX1" fmla="*/ 98592 w 98592"/>
                <a:gd name="connsiteY1" fmla="*/ 0 h 4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8592" h="4318">
                  <a:moveTo>
                    <a:pt x="0" y="0"/>
                  </a:moveTo>
                  <a:lnTo>
                    <a:pt x="98592" y="0"/>
                  </a:lnTo>
                </a:path>
              </a:pathLst>
            </a:custGeom>
            <a:noFill/>
            <a:ln w="5812" cap="rnd">
              <a:solidFill>
                <a:srgbClr val="002D5D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CiscoSansTT ExtraLight"/>
                <a:ea typeface="ＭＳ Ｐゴシック" charset="0"/>
                <a:cs typeface="+mn-cs"/>
              </a:endParaRPr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8D5E3C94-C4F4-89CE-621F-F8EC1DAB23F0}"/>
                </a:ext>
              </a:extLst>
            </p:cNvPr>
            <p:cNvSpPr/>
            <p:nvPr/>
          </p:nvSpPr>
          <p:spPr>
            <a:xfrm>
              <a:off x="12195438" y="2343843"/>
              <a:ext cx="98592" cy="4318"/>
            </a:xfrm>
            <a:custGeom>
              <a:avLst/>
              <a:gdLst>
                <a:gd name="connsiteX0" fmla="*/ 0 w 98592"/>
                <a:gd name="connsiteY0" fmla="*/ 0 h 4318"/>
                <a:gd name="connsiteX1" fmla="*/ 98592 w 98592"/>
                <a:gd name="connsiteY1" fmla="*/ 0 h 4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8592" h="4318">
                  <a:moveTo>
                    <a:pt x="0" y="0"/>
                  </a:moveTo>
                  <a:lnTo>
                    <a:pt x="98592" y="0"/>
                  </a:lnTo>
                </a:path>
              </a:pathLst>
            </a:custGeom>
            <a:noFill/>
            <a:ln w="5812" cap="rnd">
              <a:solidFill>
                <a:srgbClr val="002D5D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CiscoSansTT ExtraLight"/>
                <a:ea typeface="ＭＳ Ｐゴシック" charset="0"/>
                <a:cs typeface="+mn-cs"/>
              </a:endParaRPr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F4B4F1B4-9EF1-F05A-E182-2104DE66B878}"/>
                </a:ext>
              </a:extLst>
            </p:cNvPr>
            <p:cNvSpPr/>
            <p:nvPr/>
          </p:nvSpPr>
          <p:spPr>
            <a:xfrm>
              <a:off x="12195438" y="2412765"/>
              <a:ext cx="98592" cy="4318"/>
            </a:xfrm>
            <a:custGeom>
              <a:avLst/>
              <a:gdLst>
                <a:gd name="connsiteX0" fmla="*/ 0 w 98592"/>
                <a:gd name="connsiteY0" fmla="*/ 0 h 4318"/>
                <a:gd name="connsiteX1" fmla="*/ 98592 w 98592"/>
                <a:gd name="connsiteY1" fmla="*/ 0 h 4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8592" h="4318">
                  <a:moveTo>
                    <a:pt x="0" y="0"/>
                  </a:moveTo>
                  <a:lnTo>
                    <a:pt x="98592" y="0"/>
                  </a:lnTo>
                </a:path>
              </a:pathLst>
            </a:custGeom>
            <a:noFill/>
            <a:ln w="5812" cap="rnd">
              <a:solidFill>
                <a:srgbClr val="002D5D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CiscoSansTT ExtraLight"/>
                <a:ea typeface="ＭＳ Ｐゴシック" charset="0"/>
                <a:cs typeface="+mn-cs"/>
              </a:endParaRPr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7A916F8E-07E2-D405-0595-955B2D594E0E}"/>
                </a:ext>
              </a:extLst>
            </p:cNvPr>
            <p:cNvSpPr/>
            <p:nvPr/>
          </p:nvSpPr>
          <p:spPr>
            <a:xfrm>
              <a:off x="12195438" y="2481687"/>
              <a:ext cx="98592" cy="4318"/>
            </a:xfrm>
            <a:custGeom>
              <a:avLst/>
              <a:gdLst>
                <a:gd name="connsiteX0" fmla="*/ 0 w 98592"/>
                <a:gd name="connsiteY0" fmla="*/ 0 h 4318"/>
                <a:gd name="connsiteX1" fmla="*/ 98592 w 98592"/>
                <a:gd name="connsiteY1" fmla="*/ 0 h 4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8592" h="4318">
                  <a:moveTo>
                    <a:pt x="0" y="0"/>
                  </a:moveTo>
                  <a:lnTo>
                    <a:pt x="98592" y="0"/>
                  </a:lnTo>
                </a:path>
              </a:pathLst>
            </a:custGeom>
            <a:noFill/>
            <a:ln w="5812" cap="rnd">
              <a:solidFill>
                <a:srgbClr val="002D5D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CiscoSansTT ExtraLight"/>
                <a:ea typeface="ＭＳ Ｐゴシック" charset="0"/>
                <a:cs typeface="+mn-cs"/>
              </a:endParaRPr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2A24F66-F920-4E5C-6CA1-08A0425684F1}"/>
                </a:ext>
              </a:extLst>
            </p:cNvPr>
            <p:cNvSpPr/>
            <p:nvPr/>
          </p:nvSpPr>
          <p:spPr>
            <a:xfrm>
              <a:off x="12025681" y="2390007"/>
              <a:ext cx="68828" cy="85893"/>
            </a:xfrm>
            <a:custGeom>
              <a:avLst/>
              <a:gdLst>
                <a:gd name="connsiteX0" fmla="*/ 68829 w 68828"/>
                <a:gd name="connsiteY0" fmla="*/ 6132 h 85893"/>
                <a:gd name="connsiteX1" fmla="*/ 24443 w 68828"/>
                <a:gd name="connsiteY1" fmla="*/ 85894 h 85893"/>
                <a:gd name="connsiteX2" fmla="*/ 0 w 68828"/>
                <a:gd name="connsiteY2" fmla="*/ 58169 h 85893"/>
                <a:gd name="connsiteX3" fmla="*/ 32360 w 68828"/>
                <a:gd name="connsiteY3" fmla="*/ 0 h 85893"/>
                <a:gd name="connsiteX4" fmla="*/ 68829 w 68828"/>
                <a:gd name="connsiteY4" fmla="*/ 6132 h 85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28" h="85893">
                  <a:moveTo>
                    <a:pt x="68829" y="6132"/>
                  </a:moveTo>
                  <a:cubicBezTo>
                    <a:pt x="63577" y="36992"/>
                    <a:pt x="47916" y="65135"/>
                    <a:pt x="24443" y="85894"/>
                  </a:cubicBezTo>
                  <a:lnTo>
                    <a:pt x="0" y="58169"/>
                  </a:lnTo>
                  <a:cubicBezTo>
                    <a:pt x="17127" y="43038"/>
                    <a:pt x="28548" y="22512"/>
                    <a:pt x="32360" y="0"/>
                  </a:cubicBezTo>
                  <a:lnTo>
                    <a:pt x="68829" y="6132"/>
                  </a:lnTo>
                  <a:close/>
                </a:path>
              </a:pathLst>
            </a:custGeom>
            <a:solidFill>
              <a:srgbClr val="0D274D"/>
            </a:solidFill>
            <a:ln w="29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CiscoSansTT ExtraLight"/>
                <a:ea typeface="ＭＳ Ｐゴシック" charset="0"/>
                <a:cs typeface="+mn-cs"/>
              </a:endParaRPr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AA267082-D9C8-231D-6B9C-433A8071F56F}"/>
                </a:ext>
              </a:extLst>
            </p:cNvPr>
            <p:cNvSpPr/>
            <p:nvPr/>
          </p:nvSpPr>
          <p:spPr>
            <a:xfrm>
              <a:off x="11822633" y="2236751"/>
              <a:ext cx="273736" cy="205076"/>
            </a:xfrm>
            <a:custGeom>
              <a:avLst/>
              <a:gdLst>
                <a:gd name="connsiteX0" fmla="*/ 273737 w 273736"/>
                <a:gd name="connsiteY0" fmla="*/ 136630 h 205076"/>
                <a:gd name="connsiteX1" fmla="*/ 236792 w 273736"/>
                <a:gd name="connsiteY1" fmla="*/ 136630 h 205076"/>
                <a:gd name="connsiteX2" fmla="*/ 137006 w 273736"/>
                <a:gd name="connsiteY2" fmla="*/ 36900 h 205076"/>
                <a:gd name="connsiteX3" fmla="*/ 37098 w 273736"/>
                <a:gd name="connsiteY3" fmla="*/ 136513 h 205076"/>
                <a:gd name="connsiteX4" fmla="*/ 50509 w 273736"/>
                <a:gd name="connsiteY4" fmla="*/ 186465 h 205076"/>
                <a:gd name="connsiteX5" fmla="*/ 18453 w 273736"/>
                <a:gd name="connsiteY5" fmla="*/ 205077 h 205076"/>
                <a:gd name="connsiteX6" fmla="*/ 68272 w 273736"/>
                <a:gd name="connsiteY6" fmla="*/ 18417 h 205076"/>
                <a:gd name="connsiteX7" fmla="*/ 255264 w 273736"/>
                <a:gd name="connsiteY7" fmla="*/ 68152 h 205076"/>
                <a:gd name="connsiteX8" fmla="*/ 273694 w 273736"/>
                <a:gd name="connsiteY8" fmla="*/ 136759 h 205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3736" h="205076">
                  <a:moveTo>
                    <a:pt x="273737" y="136630"/>
                  </a:moveTo>
                  <a:lnTo>
                    <a:pt x="236792" y="136630"/>
                  </a:lnTo>
                  <a:cubicBezTo>
                    <a:pt x="236827" y="81583"/>
                    <a:pt x="192146" y="36934"/>
                    <a:pt x="137006" y="36900"/>
                  </a:cubicBezTo>
                  <a:cubicBezTo>
                    <a:pt x="81860" y="36870"/>
                    <a:pt x="37133" y="81466"/>
                    <a:pt x="37098" y="136513"/>
                  </a:cubicBezTo>
                  <a:cubicBezTo>
                    <a:pt x="37089" y="154050"/>
                    <a:pt x="41714" y="171281"/>
                    <a:pt x="50509" y="186465"/>
                  </a:cubicBezTo>
                  <a:lnTo>
                    <a:pt x="18453" y="205077"/>
                  </a:lnTo>
                  <a:cubicBezTo>
                    <a:pt x="-19427" y="139800"/>
                    <a:pt x="2879" y="56229"/>
                    <a:pt x="68272" y="18417"/>
                  </a:cubicBezTo>
                  <a:cubicBezTo>
                    <a:pt x="133666" y="-19391"/>
                    <a:pt x="217385" y="2875"/>
                    <a:pt x="255264" y="68152"/>
                  </a:cubicBezTo>
                  <a:cubicBezTo>
                    <a:pt x="267360" y="88997"/>
                    <a:pt x="273719" y="112667"/>
                    <a:pt x="273694" y="136759"/>
                  </a:cubicBezTo>
                  <a:close/>
                </a:path>
              </a:pathLst>
            </a:custGeom>
            <a:solidFill>
              <a:srgbClr val="0D274D"/>
            </a:solidFill>
            <a:ln w="29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CiscoSansTT ExtraLight"/>
                <a:ea typeface="ＭＳ Ｐゴシック" charset="0"/>
                <a:cs typeface="+mn-cs"/>
              </a:endParaRPr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680FFC2-1599-4179-CDD6-D23064628A65}"/>
                </a:ext>
              </a:extLst>
            </p:cNvPr>
            <p:cNvSpPr/>
            <p:nvPr/>
          </p:nvSpPr>
          <p:spPr>
            <a:xfrm>
              <a:off x="11857612" y="2439841"/>
              <a:ext cx="170405" cy="70215"/>
            </a:xfrm>
            <a:custGeom>
              <a:avLst/>
              <a:gdLst>
                <a:gd name="connsiteX0" fmla="*/ 170406 w 170405"/>
                <a:gd name="connsiteY0" fmla="*/ 51908 h 70215"/>
                <a:gd name="connsiteX1" fmla="*/ 0 w 170405"/>
                <a:gd name="connsiteY1" fmla="*/ 24658 h 70215"/>
                <a:gd name="connsiteX2" fmla="*/ 27601 w 170405"/>
                <a:gd name="connsiteY2" fmla="*/ 0 h 70215"/>
                <a:gd name="connsiteX3" fmla="*/ 151890 w 170405"/>
                <a:gd name="connsiteY3" fmla="*/ 19908 h 70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0405" h="70215">
                  <a:moveTo>
                    <a:pt x="170406" y="51908"/>
                  </a:moveTo>
                  <a:cubicBezTo>
                    <a:pt x="114305" y="84248"/>
                    <a:pt x="43170" y="72874"/>
                    <a:pt x="0" y="24658"/>
                  </a:cubicBezTo>
                  <a:lnTo>
                    <a:pt x="27601" y="0"/>
                  </a:lnTo>
                  <a:cubicBezTo>
                    <a:pt x="59077" y="35182"/>
                    <a:pt x="110965" y="43495"/>
                    <a:pt x="151890" y="19908"/>
                  </a:cubicBezTo>
                  <a:close/>
                </a:path>
              </a:pathLst>
            </a:custGeom>
            <a:solidFill>
              <a:srgbClr val="0D274D"/>
            </a:solidFill>
            <a:ln w="29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CiscoSansTT ExtraLight"/>
                <a:ea typeface="ＭＳ Ｐゴシック" charset="0"/>
                <a:cs typeface="+mn-cs"/>
              </a:endParaRPr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ADB9C6F3-841C-451B-D8C2-32C6130C39C2}"/>
                </a:ext>
              </a:extLst>
            </p:cNvPr>
            <p:cNvSpPr/>
            <p:nvPr/>
          </p:nvSpPr>
          <p:spPr>
            <a:xfrm>
              <a:off x="11784889" y="1472555"/>
              <a:ext cx="434991" cy="579879"/>
            </a:xfrm>
            <a:custGeom>
              <a:avLst/>
              <a:gdLst>
                <a:gd name="connsiteX0" fmla="*/ 170060 w 434991"/>
                <a:gd name="connsiteY0" fmla="*/ 579880 h 579879"/>
                <a:gd name="connsiteX1" fmla="*/ 170060 w 434991"/>
                <a:gd name="connsiteY1" fmla="*/ 468939 h 579879"/>
                <a:gd name="connsiteX2" fmla="*/ 0 w 434991"/>
                <a:gd name="connsiteY2" fmla="*/ 299181 h 579879"/>
                <a:gd name="connsiteX3" fmla="*/ 0 w 434991"/>
                <a:gd name="connsiteY3" fmla="*/ 136981 h 579879"/>
                <a:gd name="connsiteX4" fmla="*/ 69564 w 434991"/>
                <a:gd name="connsiteY4" fmla="*/ 0 h 579879"/>
                <a:gd name="connsiteX5" fmla="*/ 307068 w 434991"/>
                <a:gd name="connsiteY5" fmla="*/ 204910 h 579879"/>
                <a:gd name="connsiteX6" fmla="*/ 386859 w 434991"/>
                <a:gd name="connsiteY6" fmla="*/ 210161 h 579879"/>
                <a:gd name="connsiteX7" fmla="*/ 381594 w 434991"/>
                <a:gd name="connsiteY7" fmla="*/ 289810 h 579879"/>
                <a:gd name="connsiteX8" fmla="*/ 344316 w 434991"/>
                <a:gd name="connsiteY8" fmla="*/ 303802 h 579879"/>
                <a:gd name="connsiteX9" fmla="*/ 344316 w 434991"/>
                <a:gd name="connsiteY9" fmla="*/ 316757 h 579879"/>
                <a:gd name="connsiteX10" fmla="*/ 388442 w 434991"/>
                <a:gd name="connsiteY10" fmla="*/ 429037 h 579879"/>
                <a:gd name="connsiteX11" fmla="*/ 408732 w 434991"/>
                <a:gd name="connsiteY11" fmla="*/ 450931 h 579879"/>
                <a:gd name="connsiteX12" fmla="*/ 434991 w 434991"/>
                <a:gd name="connsiteY12" fmla="*/ 578627 h 579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34991" h="579879">
                  <a:moveTo>
                    <a:pt x="170060" y="579880"/>
                  </a:moveTo>
                  <a:lnTo>
                    <a:pt x="170060" y="468939"/>
                  </a:lnTo>
                  <a:cubicBezTo>
                    <a:pt x="76140" y="468939"/>
                    <a:pt x="0" y="392934"/>
                    <a:pt x="0" y="299181"/>
                  </a:cubicBezTo>
                  <a:lnTo>
                    <a:pt x="0" y="136981"/>
                  </a:lnTo>
                  <a:cubicBezTo>
                    <a:pt x="-39" y="82853"/>
                    <a:pt x="25805" y="31961"/>
                    <a:pt x="69564" y="0"/>
                  </a:cubicBezTo>
                  <a:lnTo>
                    <a:pt x="307068" y="204910"/>
                  </a:lnTo>
                  <a:cubicBezTo>
                    <a:pt x="330554" y="184367"/>
                    <a:pt x="366275" y="186716"/>
                    <a:pt x="386859" y="210161"/>
                  </a:cubicBezTo>
                  <a:cubicBezTo>
                    <a:pt x="407438" y="233606"/>
                    <a:pt x="405080" y="269267"/>
                    <a:pt x="381594" y="289810"/>
                  </a:cubicBezTo>
                  <a:cubicBezTo>
                    <a:pt x="371280" y="298831"/>
                    <a:pt x="358030" y="303806"/>
                    <a:pt x="344316" y="303802"/>
                  </a:cubicBezTo>
                  <a:lnTo>
                    <a:pt x="344316" y="316757"/>
                  </a:lnTo>
                  <a:cubicBezTo>
                    <a:pt x="344428" y="358378"/>
                    <a:pt x="360171" y="398445"/>
                    <a:pt x="388442" y="429037"/>
                  </a:cubicBezTo>
                  <a:lnTo>
                    <a:pt x="408732" y="450931"/>
                  </a:lnTo>
                  <a:lnTo>
                    <a:pt x="434991" y="578627"/>
                  </a:lnTo>
                  <a:close/>
                </a:path>
              </a:pathLst>
            </a:custGeom>
            <a:solidFill>
              <a:srgbClr val="FFFFFF"/>
            </a:solidFill>
            <a:ln w="5812" cap="rnd">
              <a:solidFill>
                <a:srgbClr val="0D274D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CiscoSansTT ExtraLight"/>
                <a:ea typeface="ＭＳ Ｐゴシック" charset="0"/>
                <a:cs typeface="+mn-cs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A5E1C63D-8E39-11E9-5B3F-399ABE68910C}"/>
                </a:ext>
              </a:extLst>
            </p:cNvPr>
            <p:cNvSpPr/>
            <p:nvPr/>
          </p:nvSpPr>
          <p:spPr>
            <a:xfrm>
              <a:off x="11726380" y="2736907"/>
              <a:ext cx="459670" cy="191231"/>
            </a:xfrm>
            <a:custGeom>
              <a:avLst/>
              <a:gdLst>
                <a:gd name="connsiteX0" fmla="*/ 444875 w 459670"/>
                <a:gd name="connsiteY0" fmla="*/ 0 h 191231"/>
                <a:gd name="connsiteX1" fmla="*/ 270273 w 459670"/>
                <a:gd name="connsiteY1" fmla="*/ 21247 h 191231"/>
                <a:gd name="connsiteX2" fmla="*/ 157016 w 459670"/>
                <a:gd name="connsiteY2" fmla="*/ 40550 h 191231"/>
                <a:gd name="connsiteX3" fmla="*/ 121801 w 459670"/>
                <a:gd name="connsiteY3" fmla="*/ 55449 h 191231"/>
                <a:gd name="connsiteX4" fmla="*/ 7418 w 459670"/>
                <a:gd name="connsiteY4" fmla="*/ 154773 h 191231"/>
                <a:gd name="connsiteX5" fmla="*/ 5325 w 459670"/>
                <a:gd name="connsiteY5" fmla="*/ 185239 h 191231"/>
                <a:gd name="connsiteX6" fmla="*/ 5385 w 459670"/>
                <a:gd name="connsiteY6" fmla="*/ 185304 h 191231"/>
                <a:gd name="connsiteX7" fmla="*/ 6726 w 459670"/>
                <a:gd name="connsiteY7" fmla="*/ 186988 h 191231"/>
                <a:gd name="connsiteX8" fmla="*/ 36101 w 459670"/>
                <a:gd name="connsiteY8" fmla="*/ 186988 h 191231"/>
                <a:gd name="connsiteX9" fmla="*/ 159352 w 459670"/>
                <a:gd name="connsiteY9" fmla="*/ 101872 h 191231"/>
                <a:gd name="connsiteX10" fmla="*/ 253272 w 459670"/>
                <a:gd name="connsiteY10" fmla="*/ 136765 h 191231"/>
                <a:gd name="connsiteX11" fmla="*/ 352773 w 459670"/>
                <a:gd name="connsiteY11" fmla="*/ 143286 h 191231"/>
                <a:gd name="connsiteX12" fmla="*/ 459671 w 459670"/>
                <a:gd name="connsiteY12" fmla="*/ 119059 h 191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9670" h="191231">
                  <a:moveTo>
                    <a:pt x="444875" y="0"/>
                  </a:moveTo>
                  <a:cubicBezTo>
                    <a:pt x="345375" y="6435"/>
                    <a:pt x="372370" y="3843"/>
                    <a:pt x="270273" y="21247"/>
                  </a:cubicBezTo>
                  <a:lnTo>
                    <a:pt x="157016" y="40550"/>
                  </a:lnTo>
                  <a:cubicBezTo>
                    <a:pt x="143990" y="41660"/>
                    <a:pt x="131656" y="46877"/>
                    <a:pt x="121801" y="55449"/>
                  </a:cubicBezTo>
                  <a:lnTo>
                    <a:pt x="7418" y="154773"/>
                  </a:lnTo>
                  <a:cubicBezTo>
                    <a:pt x="-1589" y="162611"/>
                    <a:pt x="-2523" y="176248"/>
                    <a:pt x="5325" y="185239"/>
                  </a:cubicBezTo>
                  <a:cubicBezTo>
                    <a:pt x="5346" y="185261"/>
                    <a:pt x="5364" y="185283"/>
                    <a:pt x="5385" y="185304"/>
                  </a:cubicBezTo>
                  <a:cubicBezTo>
                    <a:pt x="5757" y="185922"/>
                    <a:pt x="6207" y="186487"/>
                    <a:pt x="6726" y="186988"/>
                  </a:cubicBezTo>
                  <a:cubicBezTo>
                    <a:pt x="13605" y="192646"/>
                    <a:pt x="28357" y="192646"/>
                    <a:pt x="36101" y="186988"/>
                  </a:cubicBezTo>
                  <a:lnTo>
                    <a:pt x="159352" y="101872"/>
                  </a:lnTo>
                  <a:lnTo>
                    <a:pt x="253272" y="136765"/>
                  </a:lnTo>
                  <a:cubicBezTo>
                    <a:pt x="285103" y="148533"/>
                    <a:pt x="319673" y="150800"/>
                    <a:pt x="352773" y="143286"/>
                  </a:cubicBezTo>
                  <a:lnTo>
                    <a:pt x="459671" y="119059"/>
                  </a:lnTo>
                </a:path>
              </a:pathLst>
            </a:custGeom>
            <a:solidFill>
              <a:srgbClr val="FFFFFF"/>
            </a:solidFill>
            <a:ln w="29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CiscoSansTT ExtraLight"/>
                <a:ea typeface="ＭＳ Ｐゴシック" charset="0"/>
                <a:cs typeface="+mn-cs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9B155463-B1B9-B052-5EBF-F28E4026BBA1}"/>
                </a:ext>
              </a:extLst>
            </p:cNvPr>
            <p:cNvSpPr/>
            <p:nvPr/>
          </p:nvSpPr>
          <p:spPr>
            <a:xfrm>
              <a:off x="11679028" y="2743255"/>
              <a:ext cx="423009" cy="178988"/>
            </a:xfrm>
            <a:custGeom>
              <a:avLst/>
              <a:gdLst>
                <a:gd name="connsiteX0" fmla="*/ 423010 w 423009"/>
                <a:gd name="connsiteY0" fmla="*/ 0 h 178988"/>
                <a:gd name="connsiteX1" fmla="*/ 153233 w 423009"/>
                <a:gd name="connsiteY1" fmla="*/ 30229 h 178988"/>
                <a:gd name="connsiteX2" fmla="*/ 103785 w 423009"/>
                <a:gd name="connsiteY2" fmla="*/ 52685 h 178988"/>
                <a:gd name="connsiteX3" fmla="*/ 7313 w 423009"/>
                <a:gd name="connsiteY3" fmla="*/ 141213 h 178988"/>
                <a:gd name="connsiteX4" fmla="*/ 5418 w 423009"/>
                <a:gd name="connsiteY4" fmla="*/ 171688 h 178988"/>
                <a:gd name="connsiteX5" fmla="*/ 33010 w 423009"/>
                <a:gd name="connsiteY5" fmla="*/ 175760 h 178988"/>
                <a:gd name="connsiteX6" fmla="*/ 47156 w 423009"/>
                <a:gd name="connsiteY6" fmla="*/ 167426 h 178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3009" h="178988">
                  <a:moveTo>
                    <a:pt x="423010" y="0"/>
                  </a:moveTo>
                  <a:lnTo>
                    <a:pt x="153233" y="30229"/>
                  </a:lnTo>
                  <a:cubicBezTo>
                    <a:pt x="134782" y="32285"/>
                    <a:pt x="117460" y="40148"/>
                    <a:pt x="103785" y="52685"/>
                  </a:cubicBezTo>
                  <a:lnTo>
                    <a:pt x="7313" y="141213"/>
                  </a:lnTo>
                  <a:cubicBezTo>
                    <a:pt x="-1642" y="149107"/>
                    <a:pt x="-2490" y="162753"/>
                    <a:pt x="5418" y="171688"/>
                  </a:cubicBezTo>
                  <a:cubicBezTo>
                    <a:pt x="12396" y="179574"/>
                    <a:pt x="24046" y="181292"/>
                    <a:pt x="33010" y="175760"/>
                  </a:cubicBezTo>
                  <a:lnTo>
                    <a:pt x="47156" y="167426"/>
                  </a:lnTo>
                </a:path>
              </a:pathLst>
            </a:custGeom>
            <a:solidFill>
              <a:srgbClr val="FFFFFF"/>
            </a:solidFill>
            <a:ln w="29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CiscoSansTT ExtraLight"/>
                <a:ea typeface="ＭＳ Ｐゴシック" charset="0"/>
                <a:cs typeface="+mn-cs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2FB9963-F30C-9392-1AA1-CAAABBB612C4}"/>
                </a:ext>
              </a:extLst>
            </p:cNvPr>
            <p:cNvSpPr/>
            <p:nvPr/>
          </p:nvSpPr>
          <p:spPr>
            <a:xfrm>
              <a:off x="11679028" y="2743255"/>
              <a:ext cx="423009" cy="178988"/>
            </a:xfrm>
            <a:custGeom>
              <a:avLst/>
              <a:gdLst>
                <a:gd name="connsiteX0" fmla="*/ 423010 w 423009"/>
                <a:gd name="connsiteY0" fmla="*/ 0 h 178988"/>
                <a:gd name="connsiteX1" fmla="*/ 153233 w 423009"/>
                <a:gd name="connsiteY1" fmla="*/ 30229 h 178988"/>
                <a:gd name="connsiteX2" fmla="*/ 103785 w 423009"/>
                <a:gd name="connsiteY2" fmla="*/ 52685 h 178988"/>
                <a:gd name="connsiteX3" fmla="*/ 7313 w 423009"/>
                <a:gd name="connsiteY3" fmla="*/ 141213 h 178988"/>
                <a:gd name="connsiteX4" fmla="*/ 5418 w 423009"/>
                <a:gd name="connsiteY4" fmla="*/ 171688 h 178988"/>
                <a:gd name="connsiteX5" fmla="*/ 33010 w 423009"/>
                <a:gd name="connsiteY5" fmla="*/ 175760 h 178988"/>
                <a:gd name="connsiteX6" fmla="*/ 47156 w 423009"/>
                <a:gd name="connsiteY6" fmla="*/ 167426 h 178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3009" h="178988">
                  <a:moveTo>
                    <a:pt x="423010" y="0"/>
                  </a:moveTo>
                  <a:lnTo>
                    <a:pt x="153233" y="30229"/>
                  </a:lnTo>
                  <a:cubicBezTo>
                    <a:pt x="134782" y="32285"/>
                    <a:pt x="117460" y="40148"/>
                    <a:pt x="103785" y="52685"/>
                  </a:cubicBezTo>
                  <a:lnTo>
                    <a:pt x="7313" y="141213"/>
                  </a:lnTo>
                  <a:cubicBezTo>
                    <a:pt x="-1642" y="149107"/>
                    <a:pt x="-2490" y="162753"/>
                    <a:pt x="5418" y="171688"/>
                  </a:cubicBezTo>
                  <a:cubicBezTo>
                    <a:pt x="12396" y="179574"/>
                    <a:pt x="24046" y="181292"/>
                    <a:pt x="33010" y="175760"/>
                  </a:cubicBezTo>
                  <a:lnTo>
                    <a:pt x="47156" y="167426"/>
                  </a:lnTo>
                </a:path>
              </a:pathLst>
            </a:custGeom>
            <a:noFill/>
            <a:ln w="5812" cap="rnd">
              <a:solidFill>
                <a:srgbClr val="042750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CiscoSansTT ExtraLight"/>
                <a:ea typeface="ＭＳ Ｐゴシック" charset="0"/>
                <a:cs typeface="+mn-cs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B1073731-9F15-05F4-D048-3A627ABC832D}"/>
                </a:ext>
              </a:extLst>
            </p:cNvPr>
            <p:cNvSpPr/>
            <p:nvPr/>
          </p:nvSpPr>
          <p:spPr>
            <a:xfrm>
              <a:off x="11492617" y="2050621"/>
              <a:ext cx="1326430" cy="950055"/>
            </a:xfrm>
            <a:custGeom>
              <a:avLst/>
              <a:gdLst>
                <a:gd name="connsiteX0" fmla="*/ 1136082 w 1326430"/>
                <a:gd name="connsiteY0" fmla="*/ 950056 h 950055"/>
                <a:gd name="connsiteX1" fmla="*/ 1326431 w 1326430"/>
                <a:gd name="connsiteY1" fmla="*/ 760032 h 950055"/>
                <a:gd name="connsiteX2" fmla="*/ 1316524 w 1326430"/>
                <a:gd name="connsiteY2" fmla="*/ 699587 h 950055"/>
                <a:gd name="connsiteX3" fmla="*/ 1080967 w 1326430"/>
                <a:gd name="connsiteY3" fmla="*/ 136635 h 950055"/>
                <a:gd name="connsiteX4" fmla="*/ 889709 w 1326430"/>
                <a:gd name="connsiteY4" fmla="*/ 2764 h 950055"/>
                <a:gd name="connsiteX5" fmla="*/ 284961 w 1326430"/>
                <a:gd name="connsiteY5" fmla="*/ 0 h 950055"/>
                <a:gd name="connsiteX6" fmla="*/ 182346 w 1326430"/>
                <a:gd name="connsiteY6" fmla="*/ 31870 h 950055"/>
                <a:gd name="connsiteX7" fmla="*/ 95824 w 1326430"/>
                <a:gd name="connsiteY7" fmla="*/ 175544 h 950055"/>
                <a:gd name="connsiteX8" fmla="*/ 0 w 1326430"/>
                <a:gd name="connsiteY8" fmla="*/ 950056 h 950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26430" h="950055">
                  <a:moveTo>
                    <a:pt x="1136082" y="950056"/>
                  </a:moveTo>
                  <a:cubicBezTo>
                    <a:pt x="1241211" y="950047"/>
                    <a:pt x="1326431" y="864970"/>
                    <a:pt x="1326431" y="760032"/>
                  </a:cubicBezTo>
                  <a:cubicBezTo>
                    <a:pt x="1326431" y="739480"/>
                    <a:pt x="1323057" y="719067"/>
                    <a:pt x="1316524" y="699587"/>
                  </a:cubicBezTo>
                  <a:lnTo>
                    <a:pt x="1080967" y="136635"/>
                  </a:lnTo>
                  <a:cubicBezTo>
                    <a:pt x="1053626" y="55362"/>
                    <a:pt x="979476" y="3498"/>
                    <a:pt x="889709" y="2764"/>
                  </a:cubicBezTo>
                  <a:lnTo>
                    <a:pt x="284961" y="0"/>
                  </a:lnTo>
                  <a:cubicBezTo>
                    <a:pt x="248336" y="164"/>
                    <a:pt x="212598" y="11262"/>
                    <a:pt x="182346" y="31870"/>
                  </a:cubicBezTo>
                  <a:cubicBezTo>
                    <a:pt x="134001" y="64971"/>
                    <a:pt x="102430" y="117397"/>
                    <a:pt x="95824" y="175544"/>
                  </a:cubicBezTo>
                  <a:lnTo>
                    <a:pt x="0" y="950056"/>
                  </a:lnTo>
                  <a:close/>
                </a:path>
              </a:pathLst>
            </a:custGeom>
            <a:solidFill>
              <a:srgbClr val="FFFFFF"/>
            </a:solidFill>
            <a:ln w="5812" cap="rnd">
              <a:solidFill>
                <a:srgbClr val="0D274D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CiscoSansTT ExtraLight"/>
                <a:ea typeface="ＭＳ Ｐゴシック" charset="0"/>
                <a:cs typeface="+mn-cs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104B87C8-B2FF-A19A-0252-F2C4FFED91CC}"/>
                </a:ext>
              </a:extLst>
            </p:cNvPr>
            <p:cNvSpPr/>
            <p:nvPr/>
          </p:nvSpPr>
          <p:spPr>
            <a:xfrm>
              <a:off x="11854367" y="1472512"/>
              <a:ext cx="235773" cy="201757"/>
            </a:xfrm>
            <a:custGeom>
              <a:avLst/>
              <a:gdLst>
                <a:gd name="connsiteX0" fmla="*/ 0 w 235773"/>
                <a:gd name="connsiteY0" fmla="*/ 0 h 201757"/>
                <a:gd name="connsiteX1" fmla="*/ 235773 w 235773"/>
                <a:gd name="connsiteY1" fmla="*/ 201757 h 201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5773" h="201757">
                  <a:moveTo>
                    <a:pt x="0" y="0"/>
                  </a:moveTo>
                  <a:cubicBezTo>
                    <a:pt x="55850" y="126098"/>
                    <a:pt x="235773" y="201757"/>
                    <a:pt x="235773" y="201757"/>
                  </a:cubicBezTo>
                </a:path>
              </a:pathLst>
            </a:custGeom>
            <a:noFill/>
            <a:ln w="5812" cap="rnd">
              <a:solidFill>
                <a:srgbClr val="0D274D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CiscoSansTT ExtraLight"/>
                <a:ea typeface="ＭＳ Ｐゴシック" charset="0"/>
                <a:cs typeface="+mn-cs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B2222CEB-1F47-4C0B-BD9B-59854834B5E4}"/>
                </a:ext>
              </a:extLst>
            </p:cNvPr>
            <p:cNvSpPr/>
            <p:nvPr/>
          </p:nvSpPr>
          <p:spPr>
            <a:xfrm>
              <a:off x="12193621" y="1609536"/>
              <a:ext cx="93876" cy="314079"/>
            </a:xfrm>
            <a:custGeom>
              <a:avLst/>
              <a:gdLst>
                <a:gd name="connsiteX0" fmla="*/ 93877 w 93876"/>
                <a:gd name="connsiteY0" fmla="*/ 0 h 314079"/>
                <a:gd name="connsiteX1" fmla="*/ 93877 w 93876"/>
                <a:gd name="connsiteY1" fmla="*/ 45344 h 314079"/>
                <a:gd name="connsiteX2" fmla="*/ 32360 w 93876"/>
                <a:gd name="connsiteY2" fmla="*/ 261611 h 314079"/>
                <a:gd name="connsiteX3" fmla="*/ 0 w 93876"/>
                <a:gd name="connsiteY3" fmla="*/ 314080 h 314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876" h="314079">
                  <a:moveTo>
                    <a:pt x="93877" y="0"/>
                  </a:moveTo>
                  <a:lnTo>
                    <a:pt x="93877" y="45344"/>
                  </a:lnTo>
                  <a:cubicBezTo>
                    <a:pt x="93886" y="121737"/>
                    <a:pt x="72584" y="196623"/>
                    <a:pt x="32360" y="261611"/>
                  </a:cubicBezTo>
                  <a:lnTo>
                    <a:pt x="0" y="314080"/>
                  </a:lnTo>
                </a:path>
              </a:pathLst>
            </a:custGeom>
            <a:noFill/>
            <a:ln w="5812" cap="rnd">
              <a:solidFill>
                <a:srgbClr val="0D274D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CiscoSansTT ExtraLight"/>
                <a:ea typeface="ＭＳ Ｐゴシック" charset="0"/>
                <a:cs typeface="+mn-cs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12198BB3-E258-58C5-B1C2-9E5C0189FD78}"/>
                </a:ext>
              </a:extLst>
            </p:cNvPr>
            <p:cNvSpPr/>
            <p:nvPr/>
          </p:nvSpPr>
          <p:spPr>
            <a:xfrm>
              <a:off x="12242463" y="1494449"/>
              <a:ext cx="45034" cy="115086"/>
            </a:xfrm>
            <a:custGeom>
              <a:avLst/>
              <a:gdLst>
                <a:gd name="connsiteX0" fmla="*/ 0 w 45034"/>
                <a:gd name="connsiteY0" fmla="*/ 0 h 115086"/>
                <a:gd name="connsiteX1" fmla="*/ 45035 w 45034"/>
                <a:gd name="connsiteY1" fmla="*/ 115086 h 115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5034" h="115086">
                  <a:moveTo>
                    <a:pt x="0" y="0"/>
                  </a:moveTo>
                  <a:cubicBezTo>
                    <a:pt x="29002" y="31330"/>
                    <a:pt x="45087" y="72429"/>
                    <a:pt x="45035" y="115086"/>
                  </a:cubicBezTo>
                </a:path>
              </a:pathLst>
            </a:custGeom>
            <a:noFill/>
            <a:ln w="5812" cap="rnd">
              <a:solidFill>
                <a:srgbClr val="0D274D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CiscoSansTT ExtraLight"/>
                <a:ea typeface="ＭＳ Ｐゴシック" charset="0"/>
                <a:cs typeface="+mn-cs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941C11B-37ED-9C24-87F6-9E2410595F99}"/>
                </a:ext>
              </a:extLst>
            </p:cNvPr>
            <p:cNvSpPr/>
            <p:nvPr/>
          </p:nvSpPr>
          <p:spPr>
            <a:xfrm>
              <a:off x="11880799" y="2000786"/>
              <a:ext cx="410981" cy="49748"/>
            </a:xfrm>
            <a:custGeom>
              <a:avLst/>
              <a:gdLst>
                <a:gd name="connsiteX0" fmla="*/ 410981 w 410981"/>
                <a:gd name="connsiteY0" fmla="*/ 49748 h 49748"/>
                <a:gd name="connsiteX1" fmla="*/ 0 w 410981"/>
                <a:gd name="connsiteY1" fmla="*/ 49748 h 49748"/>
                <a:gd name="connsiteX2" fmla="*/ 0 w 410981"/>
                <a:gd name="connsiteY2" fmla="*/ 31395 h 49748"/>
                <a:gd name="connsiteX3" fmla="*/ 31364 w 410981"/>
                <a:gd name="connsiteY3" fmla="*/ 0 h 49748"/>
                <a:gd name="connsiteX4" fmla="*/ 362269 w 410981"/>
                <a:gd name="connsiteY4" fmla="*/ 0 h 49748"/>
                <a:gd name="connsiteX5" fmla="*/ 395494 w 410981"/>
                <a:gd name="connsiteY5" fmla="*/ 20124 h 49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0981" h="49748">
                  <a:moveTo>
                    <a:pt x="410981" y="49748"/>
                  </a:moveTo>
                  <a:lnTo>
                    <a:pt x="0" y="49748"/>
                  </a:lnTo>
                  <a:lnTo>
                    <a:pt x="0" y="31395"/>
                  </a:lnTo>
                  <a:cubicBezTo>
                    <a:pt x="-26" y="14078"/>
                    <a:pt x="14017" y="26"/>
                    <a:pt x="31364" y="0"/>
                  </a:cubicBezTo>
                  <a:lnTo>
                    <a:pt x="362269" y="0"/>
                  </a:lnTo>
                  <a:cubicBezTo>
                    <a:pt x="376234" y="0"/>
                    <a:pt x="389044" y="7760"/>
                    <a:pt x="395494" y="20124"/>
                  </a:cubicBezTo>
                  <a:close/>
                </a:path>
              </a:pathLst>
            </a:custGeom>
            <a:solidFill>
              <a:srgbClr val="FFFFFF"/>
            </a:solidFill>
            <a:ln w="29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CiscoSansTT ExtraLight"/>
                <a:ea typeface="ＭＳ Ｐゴシック" charset="0"/>
                <a:cs typeface="+mn-cs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146999AC-D18D-3004-C2FB-0EE603A6AC7E}"/>
                </a:ext>
              </a:extLst>
            </p:cNvPr>
            <p:cNvSpPr/>
            <p:nvPr/>
          </p:nvSpPr>
          <p:spPr>
            <a:xfrm>
              <a:off x="11880799" y="2000786"/>
              <a:ext cx="410981" cy="49748"/>
            </a:xfrm>
            <a:custGeom>
              <a:avLst/>
              <a:gdLst>
                <a:gd name="connsiteX0" fmla="*/ 410981 w 410981"/>
                <a:gd name="connsiteY0" fmla="*/ 49748 h 49748"/>
                <a:gd name="connsiteX1" fmla="*/ 0 w 410981"/>
                <a:gd name="connsiteY1" fmla="*/ 49748 h 49748"/>
                <a:gd name="connsiteX2" fmla="*/ 0 w 410981"/>
                <a:gd name="connsiteY2" fmla="*/ 31395 h 49748"/>
                <a:gd name="connsiteX3" fmla="*/ 31364 w 410981"/>
                <a:gd name="connsiteY3" fmla="*/ 0 h 49748"/>
                <a:gd name="connsiteX4" fmla="*/ 362269 w 410981"/>
                <a:gd name="connsiteY4" fmla="*/ 0 h 49748"/>
                <a:gd name="connsiteX5" fmla="*/ 395494 w 410981"/>
                <a:gd name="connsiteY5" fmla="*/ 20124 h 49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0981" h="49748">
                  <a:moveTo>
                    <a:pt x="410981" y="49748"/>
                  </a:moveTo>
                  <a:lnTo>
                    <a:pt x="0" y="49748"/>
                  </a:lnTo>
                  <a:lnTo>
                    <a:pt x="0" y="31395"/>
                  </a:lnTo>
                  <a:cubicBezTo>
                    <a:pt x="-26" y="14078"/>
                    <a:pt x="14017" y="26"/>
                    <a:pt x="31364" y="0"/>
                  </a:cubicBezTo>
                  <a:lnTo>
                    <a:pt x="362269" y="0"/>
                  </a:lnTo>
                  <a:cubicBezTo>
                    <a:pt x="376234" y="0"/>
                    <a:pt x="389044" y="7760"/>
                    <a:pt x="395494" y="20124"/>
                  </a:cubicBezTo>
                  <a:close/>
                </a:path>
              </a:pathLst>
            </a:custGeom>
            <a:noFill/>
            <a:ln w="5812" cap="rnd">
              <a:solidFill>
                <a:srgbClr val="002753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CiscoSansTT ExtraLight"/>
                <a:ea typeface="ＭＳ Ｐゴシック" charset="0"/>
                <a:cs typeface="+mn-cs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F5FE205E-F8E9-1B1D-8622-450F231120D2}"/>
                </a:ext>
              </a:extLst>
            </p:cNvPr>
            <p:cNvSpPr/>
            <p:nvPr/>
          </p:nvSpPr>
          <p:spPr>
            <a:xfrm>
              <a:off x="11726185" y="2731984"/>
              <a:ext cx="889794" cy="196154"/>
            </a:xfrm>
            <a:custGeom>
              <a:avLst/>
              <a:gdLst>
                <a:gd name="connsiteX0" fmla="*/ 889795 w 889794"/>
                <a:gd name="connsiteY0" fmla="*/ 0 h 196154"/>
                <a:gd name="connsiteX1" fmla="*/ 579439 w 889794"/>
                <a:gd name="connsiteY1" fmla="*/ 0 h 196154"/>
                <a:gd name="connsiteX2" fmla="*/ 270295 w 889794"/>
                <a:gd name="connsiteY2" fmla="*/ 26170 h 196154"/>
                <a:gd name="connsiteX3" fmla="*/ 157037 w 889794"/>
                <a:gd name="connsiteY3" fmla="*/ 45430 h 196154"/>
                <a:gd name="connsiteX4" fmla="*/ 121823 w 889794"/>
                <a:gd name="connsiteY4" fmla="*/ 60329 h 196154"/>
                <a:gd name="connsiteX5" fmla="*/ 7440 w 889794"/>
                <a:gd name="connsiteY5" fmla="*/ 159653 h 196154"/>
                <a:gd name="connsiteX6" fmla="*/ 5307 w 889794"/>
                <a:gd name="connsiteY6" fmla="*/ 190115 h 196154"/>
                <a:gd name="connsiteX7" fmla="*/ 5407 w 889794"/>
                <a:gd name="connsiteY7" fmla="*/ 190227 h 196154"/>
                <a:gd name="connsiteX8" fmla="*/ 6748 w 889794"/>
                <a:gd name="connsiteY8" fmla="*/ 191911 h 196154"/>
                <a:gd name="connsiteX9" fmla="*/ 36122 w 889794"/>
                <a:gd name="connsiteY9" fmla="*/ 191911 h 196154"/>
                <a:gd name="connsiteX10" fmla="*/ 159546 w 889794"/>
                <a:gd name="connsiteY10" fmla="*/ 106795 h 196154"/>
                <a:gd name="connsiteX11" fmla="*/ 253466 w 889794"/>
                <a:gd name="connsiteY11" fmla="*/ 141688 h 196154"/>
                <a:gd name="connsiteX12" fmla="*/ 352967 w 889794"/>
                <a:gd name="connsiteY12" fmla="*/ 148209 h 196154"/>
                <a:gd name="connsiteX13" fmla="*/ 459865 w 889794"/>
                <a:gd name="connsiteY13" fmla="*/ 123939 h 196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89794" h="196154">
                  <a:moveTo>
                    <a:pt x="889795" y="0"/>
                  </a:moveTo>
                  <a:lnTo>
                    <a:pt x="579439" y="0"/>
                  </a:lnTo>
                  <a:cubicBezTo>
                    <a:pt x="475837" y="4"/>
                    <a:pt x="372417" y="8758"/>
                    <a:pt x="270295" y="26170"/>
                  </a:cubicBezTo>
                  <a:lnTo>
                    <a:pt x="157037" y="45430"/>
                  </a:lnTo>
                  <a:cubicBezTo>
                    <a:pt x="144020" y="46566"/>
                    <a:pt x="131695" y="51782"/>
                    <a:pt x="121823" y="60329"/>
                  </a:cubicBezTo>
                  <a:lnTo>
                    <a:pt x="7440" y="159653"/>
                  </a:lnTo>
                  <a:cubicBezTo>
                    <a:pt x="-1576" y="167478"/>
                    <a:pt x="-2532" y="181115"/>
                    <a:pt x="5307" y="190115"/>
                  </a:cubicBezTo>
                  <a:cubicBezTo>
                    <a:pt x="5342" y="190154"/>
                    <a:pt x="5372" y="190188"/>
                    <a:pt x="5407" y="190227"/>
                  </a:cubicBezTo>
                  <a:cubicBezTo>
                    <a:pt x="5779" y="190845"/>
                    <a:pt x="6229" y="191410"/>
                    <a:pt x="6748" y="191911"/>
                  </a:cubicBezTo>
                  <a:cubicBezTo>
                    <a:pt x="13670" y="197568"/>
                    <a:pt x="28378" y="197568"/>
                    <a:pt x="36122" y="191911"/>
                  </a:cubicBezTo>
                  <a:lnTo>
                    <a:pt x="159546" y="106795"/>
                  </a:lnTo>
                  <a:lnTo>
                    <a:pt x="253466" y="141688"/>
                  </a:lnTo>
                  <a:cubicBezTo>
                    <a:pt x="285298" y="153456"/>
                    <a:pt x="319868" y="155723"/>
                    <a:pt x="352967" y="148209"/>
                  </a:cubicBezTo>
                  <a:lnTo>
                    <a:pt x="459865" y="123939"/>
                  </a:lnTo>
                </a:path>
              </a:pathLst>
            </a:custGeom>
            <a:noFill/>
            <a:ln w="5812" cap="rnd">
              <a:solidFill>
                <a:srgbClr val="042750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CiscoSansTT ExtraLight"/>
                <a:ea typeface="ＭＳ Ｐゴシック" charset="0"/>
                <a:cs typeface="+mn-cs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14B638F3-966A-108F-12CE-9EC7E9E620F0}"/>
                </a:ext>
              </a:extLst>
            </p:cNvPr>
            <p:cNvSpPr/>
            <p:nvPr/>
          </p:nvSpPr>
          <p:spPr>
            <a:xfrm>
              <a:off x="12305321" y="2311066"/>
              <a:ext cx="172958" cy="420917"/>
            </a:xfrm>
            <a:custGeom>
              <a:avLst/>
              <a:gdLst>
                <a:gd name="connsiteX0" fmla="*/ 0 w 172958"/>
                <a:gd name="connsiteY0" fmla="*/ 0 h 420917"/>
                <a:gd name="connsiteX1" fmla="*/ 33701 w 172958"/>
                <a:gd name="connsiteY1" fmla="*/ 82050 h 420917"/>
                <a:gd name="connsiteX2" fmla="*/ 172958 w 172958"/>
                <a:gd name="connsiteY2" fmla="*/ 420918 h 420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2958" h="420917">
                  <a:moveTo>
                    <a:pt x="0" y="0"/>
                  </a:moveTo>
                  <a:lnTo>
                    <a:pt x="33701" y="82050"/>
                  </a:lnTo>
                  <a:lnTo>
                    <a:pt x="172958" y="420918"/>
                  </a:lnTo>
                </a:path>
              </a:pathLst>
            </a:custGeom>
            <a:solidFill>
              <a:srgbClr val="FFFFFF"/>
            </a:solidFill>
            <a:ln w="29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CiscoSansTT ExtraLight"/>
                <a:ea typeface="ＭＳ Ｐゴシック" charset="0"/>
                <a:cs typeface="+mn-cs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1F34F307-E9F6-1F03-4EEF-878A25E1AADB}"/>
                </a:ext>
              </a:extLst>
            </p:cNvPr>
            <p:cNvSpPr/>
            <p:nvPr/>
          </p:nvSpPr>
          <p:spPr>
            <a:xfrm>
              <a:off x="12305321" y="2311066"/>
              <a:ext cx="172958" cy="420917"/>
            </a:xfrm>
            <a:custGeom>
              <a:avLst/>
              <a:gdLst>
                <a:gd name="connsiteX0" fmla="*/ 0 w 172958"/>
                <a:gd name="connsiteY0" fmla="*/ 0 h 420917"/>
                <a:gd name="connsiteX1" fmla="*/ 33701 w 172958"/>
                <a:gd name="connsiteY1" fmla="*/ 82050 h 420917"/>
                <a:gd name="connsiteX2" fmla="*/ 172958 w 172958"/>
                <a:gd name="connsiteY2" fmla="*/ 420918 h 420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2958" h="420917">
                  <a:moveTo>
                    <a:pt x="0" y="0"/>
                  </a:moveTo>
                  <a:lnTo>
                    <a:pt x="33701" y="82050"/>
                  </a:lnTo>
                  <a:lnTo>
                    <a:pt x="172958" y="420918"/>
                  </a:lnTo>
                </a:path>
              </a:pathLst>
            </a:custGeom>
            <a:noFill/>
            <a:ln w="5812" cap="rnd">
              <a:solidFill>
                <a:srgbClr val="042750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CiscoSansTT ExtraLight"/>
                <a:ea typeface="ＭＳ Ｐゴシック" charset="0"/>
                <a:cs typeface="+mn-cs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91A7C9E7-E834-30FC-BC1E-0F2029439F15}"/>
                </a:ext>
              </a:extLst>
            </p:cNvPr>
            <p:cNvSpPr/>
            <p:nvPr/>
          </p:nvSpPr>
          <p:spPr>
            <a:xfrm>
              <a:off x="11763801" y="1436768"/>
              <a:ext cx="524473" cy="479462"/>
            </a:xfrm>
            <a:custGeom>
              <a:avLst/>
              <a:gdLst>
                <a:gd name="connsiteX0" fmla="*/ 90739 w 524473"/>
                <a:gd name="connsiteY0" fmla="*/ 36089 h 479462"/>
                <a:gd name="connsiteX1" fmla="*/ 24549 w 524473"/>
                <a:gd name="connsiteY1" fmla="*/ 141286 h 479462"/>
                <a:gd name="connsiteX2" fmla="*/ 14297 w 524473"/>
                <a:gd name="connsiteY2" fmla="*/ 41962 h 479462"/>
                <a:gd name="connsiteX3" fmla="*/ 195994 w 524473"/>
                <a:gd name="connsiteY3" fmla="*/ 3701 h 479462"/>
                <a:gd name="connsiteX4" fmla="*/ 450456 w 524473"/>
                <a:gd name="connsiteY4" fmla="*/ 35311 h 479462"/>
                <a:gd name="connsiteX5" fmla="*/ 514093 w 524473"/>
                <a:gd name="connsiteY5" fmla="*/ 290661 h 479462"/>
                <a:gd name="connsiteX6" fmla="*/ 430339 w 524473"/>
                <a:gd name="connsiteY6" fmla="*/ 479463 h 479462"/>
                <a:gd name="connsiteX7" fmla="*/ 363544 w 524473"/>
                <a:gd name="connsiteY7" fmla="*/ 337775 h 479462"/>
                <a:gd name="connsiteX8" fmla="*/ 419567 w 524473"/>
                <a:gd name="connsiteY8" fmla="*/ 279001 h 479462"/>
                <a:gd name="connsiteX9" fmla="*/ 326599 w 524473"/>
                <a:gd name="connsiteY9" fmla="*/ 238408 h 479462"/>
                <a:gd name="connsiteX10" fmla="*/ 90739 w 524473"/>
                <a:gd name="connsiteY10" fmla="*/ 36089 h 479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24473" h="479462">
                  <a:moveTo>
                    <a:pt x="90739" y="36089"/>
                  </a:moveTo>
                  <a:cubicBezTo>
                    <a:pt x="90739" y="36089"/>
                    <a:pt x="27362" y="100304"/>
                    <a:pt x="24549" y="141286"/>
                  </a:cubicBezTo>
                  <a:cubicBezTo>
                    <a:pt x="24549" y="141286"/>
                    <a:pt x="-23038" y="101513"/>
                    <a:pt x="14297" y="41962"/>
                  </a:cubicBezTo>
                  <a:cubicBezTo>
                    <a:pt x="51631" y="-17589"/>
                    <a:pt x="152732" y="3701"/>
                    <a:pt x="195994" y="3701"/>
                  </a:cubicBezTo>
                  <a:cubicBezTo>
                    <a:pt x="239255" y="3701"/>
                    <a:pt x="396163" y="-8046"/>
                    <a:pt x="450456" y="35311"/>
                  </a:cubicBezTo>
                  <a:cubicBezTo>
                    <a:pt x="507474" y="80914"/>
                    <a:pt x="543251" y="143272"/>
                    <a:pt x="514093" y="290661"/>
                  </a:cubicBezTo>
                  <a:cubicBezTo>
                    <a:pt x="488958" y="417968"/>
                    <a:pt x="430339" y="479463"/>
                    <a:pt x="430339" y="479463"/>
                  </a:cubicBezTo>
                  <a:cubicBezTo>
                    <a:pt x="430339" y="479463"/>
                    <a:pt x="356925" y="430708"/>
                    <a:pt x="363544" y="337775"/>
                  </a:cubicBezTo>
                  <a:cubicBezTo>
                    <a:pt x="363544" y="337775"/>
                    <a:pt x="424413" y="333888"/>
                    <a:pt x="419567" y="279001"/>
                  </a:cubicBezTo>
                  <a:cubicBezTo>
                    <a:pt x="414722" y="224114"/>
                    <a:pt x="360386" y="214786"/>
                    <a:pt x="326599" y="238408"/>
                  </a:cubicBezTo>
                  <a:cubicBezTo>
                    <a:pt x="326599" y="238408"/>
                    <a:pt x="157275" y="163310"/>
                    <a:pt x="90739" y="36089"/>
                  </a:cubicBezTo>
                </a:path>
              </a:pathLst>
            </a:custGeom>
            <a:solidFill>
              <a:srgbClr val="0D274D"/>
            </a:solidFill>
            <a:ln w="29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CiscoSansTT ExtraLight"/>
                <a:ea typeface="ＭＳ Ｐゴシック" charset="0"/>
                <a:cs typeface="+mn-cs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D1056DF5-F320-5075-D2A4-92C91E382770}"/>
                </a:ext>
              </a:extLst>
            </p:cNvPr>
            <p:cNvSpPr/>
            <p:nvPr/>
          </p:nvSpPr>
          <p:spPr>
            <a:xfrm>
              <a:off x="12328683" y="2367896"/>
              <a:ext cx="149596" cy="364087"/>
            </a:xfrm>
            <a:custGeom>
              <a:avLst/>
              <a:gdLst>
                <a:gd name="connsiteX0" fmla="*/ 0 w 149596"/>
                <a:gd name="connsiteY0" fmla="*/ 0 h 364087"/>
                <a:gd name="connsiteX1" fmla="*/ 82802 w 149596"/>
                <a:gd name="connsiteY1" fmla="*/ 364087 h 364087"/>
                <a:gd name="connsiteX2" fmla="*/ 149597 w 149596"/>
                <a:gd name="connsiteY2" fmla="*/ 364087 h 364087"/>
                <a:gd name="connsiteX3" fmla="*/ 0 w 149596"/>
                <a:gd name="connsiteY3" fmla="*/ 0 h 364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9596" h="364087">
                  <a:moveTo>
                    <a:pt x="0" y="0"/>
                  </a:moveTo>
                  <a:lnTo>
                    <a:pt x="82802" y="364087"/>
                  </a:lnTo>
                  <a:lnTo>
                    <a:pt x="149597" y="3640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D274D"/>
            </a:solidFill>
            <a:ln w="29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CiscoSansTT ExtraLight"/>
                <a:ea typeface="ＭＳ Ｐゴシック" charset="0"/>
                <a:cs typeface="+mn-cs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53FA29B-2A2C-0674-CAB4-5CE47F24CFA9}"/>
                </a:ext>
              </a:extLst>
            </p:cNvPr>
            <p:cNvSpPr/>
            <p:nvPr/>
          </p:nvSpPr>
          <p:spPr>
            <a:xfrm>
              <a:off x="12186224" y="2735870"/>
              <a:ext cx="429756" cy="264806"/>
            </a:xfrm>
            <a:custGeom>
              <a:avLst/>
              <a:gdLst>
                <a:gd name="connsiteX0" fmla="*/ 0 w 429756"/>
                <a:gd name="connsiteY0" fmla="*/ 0 h 264806"/>
                <a:gd name="connsiteX1" fmla="*/ 27038 w 429756"/>
                <a:gd name="connsiteY1" fmla="*/ 154600 h 264806"/>
                <a:gd name="connsiteX2" fmla="*/ 19597 w 429756"/>
                <a:gd name="connsiteY2" fmla="*/ 178999 h 264806"/>
                <a:gd name="connsiteX3" fmla="*/ 9647 w 429756"/>
                <a:gd name="connsiteY3" fmla="*/ 206724 h 264806"/>
                <a:gd name="connsiteX4" fmla="*/ 429756 w 429756"/>
                <a:gd name="connsiteY4" fmla="*/ 264807 h 264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9756" h="264806">
                  <a:moveTo>
                    <a:pt x="0" y="0"/>
                  </a:moveTo>
                  <a:lnTo>
                    <a:pt x="27038" y="154600"/>
                  </a:lnTo>
                  <a:cubicBezTo>
                    <a:pt x="28552" y="163237"/>
                    <a:pt x="21111" y="170276"/>
                    <a:pt x="19597" y="178999"/>
                  </a:cubicBezTo>
                  <a:lnTo>
                    <a:pt x="9647" y="206724"/>
                  </a:lnTo>
                  <a:lnTo>
                    <a:pt x="429756" y="264807"/>
                  </a:lnTo>
                </a:path>
              </a:pathLst>
            </a:custGeom>
            <a:noFill/>
            <a:ln w="5812" cap="rnd">
              <a:solidFill>
                <a:srgbClr val="002753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CiscoSansTT ExtraLight"/>
                <a:ea typeface="ＭＳ Ｐゴシック" charset="0"/>
                <a:cs typeface="+mn-cs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0BC49763-3A0F-A7D7-6F6A-4F4581BD15B2}"/>
                </a:ext>
              </a:extLst>
            </p:cNvPr>
            <p:cNvSpPr/>
            <p:nvPr/>
          </p:nvSpPr>
          <p:spPr>
            <a:xfrm>
              <a:off x="12159575" y="2849920"/>
              <a:ext cx="53687" cy="92846"/>
            </a:xfrm>
            <a:custGeom>
              <a:avLst/>
              <a:gdLst>
                <a:gd name="connsiteX0" fmla="*/ 36296 w 53687"/>
                <a:gd name="connsiteY0" fmla="*/ 92846 h 92846"/>
                <a:gd name="connsiteX1" fmla="*/ 36296 w 53687"/>
                <a:gd name="connsiteY1" fmla="*/ 92846 h 92846"/>
                <a:gd name="connsiteX2" fmla="*/ 22885 w 53687"/>
                <a:gd name="connsiteY2" fmla="*/ 83950 h 92846"/>
                <a:gd name="connsiteX3" fmla="*/ 17953 w 53687"/>
                <a:gd name="connsiteY3" fmla="*/ 72420 h 92846"/>
                <a:gd name="connsiteX4" fmla="*/ 0 w 53687"/>
                <a:gd name="connsiteY4" fmla="*/ 11962 h 92846"/>
                <a:gd name="connsiteX5" fmla="*/ 46592 w 53687"/>
                <a:gd name="connsiteY5" fmla="*/ 0 h 92846"/>
                <a:gd name="connsiteX6" fmla="*/ 53687 w 53687"/>
                <a:gd name="connsiteY6" fmla="*/ 40550 h 92846"/>
                <a:gd name="connsiteX7" fmla="*/ 53687 w 53687"/>
                <a:gd name="connsiteY7" fmla="*/ 56658 h 92846"/>
                <a:gd name="connsiteX8" fmla="*/ 50616 w 53687"/>
                <a:gd name="connsiteY8" fmla="*/ 79891 h 92846"/>
                <a:gd name="connsiteX9" fmla="*/ 36123 w 53687"/>
                <a:gd name="connsiteY9" fmla="*/ 92631 h 92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687" h="92846">
                  <a:moveTo>
                    <a:pt x="36296" y="92846"/>
                  </a:moveTo>
                  <a:lnTo>
                    <a:pt x="36296" y="92846"/>
                  </a:lnTo>
                  <a:cubicBezTo>
                    <a:pt x="30434" y="92859"/>
                    <a:pt x="25143" y="89348"/>
                    <a:pt x="22885" y="83950"/>
                  </a:cubicBezTo>
                  <a:lnTo>
                    <a:pt x="17953" y="72420"/>
                  </a:lnTo>
                  <a:lnTo>
                    <a:pt x="0" y="11962"/>
                  </a:lnTo>
                  <a:lnTo>
                    <a:pt x="46592" y="0"/>
                  </a:lnTo>
                  <a:lnTo>
                    <a:pt x="53687" y="40550"/>
                  </a:lnTo>
                  <a:lnTo>
                    <a:pt x="53687" y="56658"/>
                  </a:lnTo>
                  <a:lnTo>
                    <a:pt x="50616" y="79891"/>
                  </a:lnTo>
                  <a:cubicBezTo>
                    <a:pt x="49681" y="87172"/>
                    <a:pt x="43473" y="92626"/>
                    <a:pt x="36123" y="92631"/>
                  </a:cubicBezTo>
                </a:path>
              </a:pathLst>
            </a:custGeom>
            <a:solidFill>
              <a:srgbClr val="002753"/>
            </a:solidFill>
            <a:ln w="29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CiscoSansTT ExtraLight"/>
                <a:ea typeface="ＭＳ Ｐゴシック" charset="0"/>
                <a:cs typeface="+mn-cs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2F660E42-D6E6-9C2B-C97C-E0E7D24889A3}"/>
                </a:ext>
              </a:extLst>
            </p:cNvPr>
            <p:cNvSpPr/>
            <p:nvPr/>
          </p:nvSpPr>
          <p:spPr>
            <a:xfrm>
              <a:off x="12159575" y="2849920"/>
              <a:ext cx="53687" cy="92846"/>
            </a:xfrm>
            <a:custGeom>
              <a:avLst/>
              <a:gdLst>
                <a:gd name="connsiteX0" fmla="*/ 36296 w 53687"/>
                <a:gd name="connsiteY0" fmla="*/ 92846 h 92846"/>
                <a:gd name="connsiteX1" fmla="*/ 36296 w 53687"/>
                <a:gd name="connsiteY1" fmla="*/ 92846 h 92846"/>
                <a:gd name="connsiteX2" fmla="*/ 22885 w 53687"/>
                <a:gd name="connsiteY2" fmla="*/ 83950 h 92846"/>
                <a:gd name="connsiteX3" fmla="*/ 17953 w 53687"/>
                <a:gd name="connsiteY3" fmla="*/ 72420 h 92846"/>
                <a:gd name="connsiteX4" fmla="*/ 0 w 53687"/>
                <a:gd name="connsiteY4" fmla="*/ 11962 h 92846"/>
                <a:gd name="connsiteX5" fmla="*/ 46592 w 53687"/>
                <a:gd name="connsiteY5" fmla="*/ 0 h 92846"/>
                <a:gd name="connsiteX6" fmla="*/ 53687 w 53687"/>
                <a:gd name="connsiteY6" fmla="*/ 40550 h 92846"/>
                <a:gd name="connsiteX7" fmla="*/ 53687 w 53687"/>
                <a:gd name="connsiteY7" fmla="*/ 56658 h 92846"/>
                <a:gd name="connsiteX8" fmla="*/ 50616 w 53687"/>
                <a:gd name="connsiteY8" fmla="*/ 79891 h 92846"/>
                <a:gd name="connsiteX9" fmla="*/ 36296 w 53687"/>
                <a:gd name="connsiteY9" fmla="*/ 92846 h 92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687" h="92846">
                  <a:moveTo>
                    <a:pt x="36296" y="92846"/>
                  </a:moveTo>
                  <a:lnTo>
                    <a:pt x="36296" y="92846"/>
                  </a:lnTo>
                  <a:cubicBezTo>
                    <a:pt x="30434" y="92859"/>
                    <a:pt x="25143" y="89348"/>
                    <a:pt x="22885" y="83950"/>
                  </a:cubicBezTo>
                  <a:lnTo>
                    <a:pt x="17953" y="72420"/>
                  </a:lnTo>
                  <a:lnTo>
                    <a:pt x="0" y="11962"/>
                  </a:lnTo>
                  <a:lnTo>
                    <a:pt x="46592" y="0"/>
                  </a:lnTo>
                  <a:lnTo>
                    <a:pt x="53687" y="40550"/>
                  </a:lnTo>
                  <a:lnTo>
                    <a:pt x="53687" y="56658"/>
                  </a:lnTo>
                  <a:lnTo>
                    <a:pt x="50616" y="79891"/>
                  </a:lnTo>
                  <a:cubicBezTo>
                    <a:pt x="49789" y="87194"/>
                    <a:pt x="43655" y="92743"/>
                    <a:pt x="36296" y="92846"/>
                  </a:cubicBezTo>
                  <a:close/>
                </a:path>
              </a:pathLst>
            </a:custGeom>
            <a:noFill/>
            <a:ln w="5812" cap="rnd">
              <a:solidFill>
                <a:srgbClr val="002753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CiscoSansTT ExtraLight"/>
                <a:ea typeface="ＭＳ Ｐゴシック" charset="0"/>
                <a:cs typeface="+mn-cs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FF47AE67-796F-7B5B-636B-2DD0A05F9947}"/>
                </a:ext>
              </a:extLst>
            </p:cNvPr>
            <p:cNvSpPr/>
            <p:nvPr/>
          </p:nvSpPr>
          <p:spPr>
            <a:xfrm>
              <a:off x="11062731" y="2978696"/>
              <a:ext cx="1183344" cy="29494"/>
            </a:xfrm>
            <a:custGeom>
              <a:avLst/>
              <a:gdLst>
                <a:gd name="connsiteX0" fmla="*/ 705936 w 1183344"/>
                <a:gd name="connsiteY0" fmla="*/ 0 h 29494"/>
                <a:gd name="connsiteX1" fmla="*/ 1169350 w 1183344"/>
                <a:gd name="connsiteY1" fmla="*/ 0 h 29494"/>
                <a:gd name="connsiteX2" fmla="*/ 1183323 w 1183344"/>
                <a:gd name="connsiteY2" fmla="*/ 15546 h 29494"/>
                <a:gd name="connsiteX3" fmla="*/ 1169350 w 1183344"/>
                <a:gd name="connsiteY3" fmla="*/ 29495 h 29494"/>
                <a:gd name="connsiteX4" fmla="*/ 0 w 1183344"/>
                <a:gd name="connsiteY4" fmla="*/ 29495 h 29494"/>
                <a:gd name="connsiteX5" fmla="*/ 0 w 1183344"/>
                <a:gd name="connsiteY5" fmla="*/ 0 h 29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344" h="29494">
                  <a:moveTo>
                    <a:pt x="705936" y="0"/>
                  </a:moveTo>
                  <a:lnTo>
                    <a:pt x="1169350" y="0"/>
                  </a:lnTo>
                  <a:cubicBezTo>
                    <a:pt x="1177509" y="440"/>
                    <a:pt x="1183764" y="7402"/>
                    <a:pt x="1183323" y="15546"/>
                  </a:cubicBezTo>
                  <a:cubicBezTo>
                    <a:pt x="1182916" y="23073"/>
                    <a:pt x="1176890" y="29089"/>
                    <a:pt x="1169350" y="29495"/>
                  </a:cubicBezTo>
                  <a:lnTo>
                    <a:pt x="0" y="29495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29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CiscoSansTT ExtraLight"/>
                <a:ea typeface="ＭＳ Ｐゴシック" charset="0"/>
                <a:cs typeface="+mn-cs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DC764A97-3BAC-31E4-7C0F-42F1F805A661}"/>
                </a:ext>
              </a:extLst>
            </p:cNvPr>
            <p:cNvSpPr/>
            <p:nvPr/>
          </p:nvSpPr>
          <p:spPr>
            <a:xfrm>
              <a:off x="11062731" y="2978696"/>
              <a:ext cx="1183344" cy="29494"/>
            </a:xfrm>
            <a:custGeom>
              <a:avLst/>
              <a:gdLst>
                <a:gd name="connsiteX0" fmla="*/ 705936 w 1183344"/>
                <a:gd name="connsiteY0" fmla="*/ 0 h 29494"/>
                <a:gd name="connsiteX1" fmla="*/ 1169350 w 1183344"/>
                <a:gd name="connsiteY1" fmla="*/ 0 h 29494"/>
                <a:gd name="connsiteX2" fmla="*/ 1183323 w 1183344"/>
                <a:gd name="connsiteY2" fmla="*/ 15546 h 29494"/>
                <a:gd name="connsiteX3" fmla="*/ 1169350 w 1183344"/>
                <a:gd name="connsiteY3" fmla="*/ 29495 h 29494"/>
                <a:gd name="connsiteX4" fmla="*/ 0 w 1183344"/>
                <a:gd name="connsiteY4" fmla="*/ 29495 h 29494"/>
                <a:gd name="connsiteX5" fmla="*/ 0 w 1183344"/>
                <a:gd name="connsiteY5" fmla="*/ 0 h 29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344" h="29494">
                  <a:moveTo>
                    <a:pt x="705936" y="0"/>
                  </a:moveTo>
                  <a:lnTo>
                    <a:pt x="1169350" y="0"/>
                  </a:lnTo>
                  <a:cubicBezTo>
                    <a:pt x="1177509" y="440"/>
                    <a:pt x="1183764" y="7402"/>
                    <a:pt x="1183323" y="15546"/>
                  </a:cubicBezTo>
                  <a:cubicBezTo>
                    <a:pt x="1182916" y="23073"/>
                    <a:pt x="1176890" y="29089"/>
                    <a:pt x="1169350" y="29495"/>
                  </a:cubicBezTo>
                  <a:lnTo>
                    <a:pt x="0" y="29495"/>
                  </a:lnTo>
                  <a:lnTo>
                    <a:pt x="0" y="0"/>
                  </a:lnTo>
                </a:path>
              </a:pathLst>
            </a:custGeom>
            <a:noFill/>
            <a:ln w="5812" cap="rnd">
              <a:solidFill>
                <a:srgbClr val="002753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CiscoSansTT ExtraLight"/>
                <a:ea typeface="ＭＳ Ｐゴシック" charset="0"/>
                <a:cs typeface="+mn-cs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A0706A4E-35AA-FAFE-3F90-52CE37B94839}"/>
                </a:ext>
              </a:extLst>
            </p:cNvPr>
            <p:cNvSpPr/>
            <p:nvPr/>
          </p:nvSpPr>
          <p:spPr>
            <a:xfrm>
              <a:off x="10866476" y="2388232"/>
              <a:ext cx="902407" cy="619963"/>
            </a:xfrm>
            <a:custGeom>
              <a:avLst/>
              <a:gdLst>
                <a:gd name="connsiteX0" fmla="*/ 100042 w 902407"/>
                <a:gd name="connsiteY0" fmla="*/ 619959 h 619963"/>
                <a:gd name="connsiteX1" fmla="*/ 886833 w 902407"/>
                <a:gd name="connsiteY1" fmla="*/ 619959 h 619963"/>
                <a:gd name="connsiteX2" fmla="*/ 902402 w 902407"/>
                <a:gd name="connsiteY2" fmla="*/ 605194 h 619963"/>
                <a:gd name="connsiteX3" fmla="*/ 902190 w 902407"/>
                <a:gd name="connsiteY3" fmla="*/ 602253 h 619963"/>
                <a:gd name="connsiteX4" fmla="*/ 822330 w 902407"/>
                <a:gd name="connsiteY4" fmla="*/ 8166 h 619963"/>
                <a:gd name="connsiteX5" fmla="*/ 813029 w 902407"/>
                <a:gd name="connsiteY5" fmla="*/ 4 h 619963"/>
                <a:gd name="connsiteX6" fmla="*/ 7203 w 902407"/>
                <a:gd name="connsiteY6" fmla="*/ 4 h 619963"/>
                <a:gd name="connsiteX7" fmla="*/ 4 w 902407"/>
                <a:gd name="connsiteY7" fmla="*/ 6715 h 619963"/>
                <a:gd name="connsiteX8" fmla="*/ 108 w 902407"/>
                <a:gd name="connsiteY8" fmla="*/ 8166 h 619963"/>
                <a:gd name="connsiteX9" fmla="*/ 79968 w 902407"/>
                <a:gd name="connsiteY9" fmla="*/ 602253 h 619963"/>
                <a:gd name="connsiteX10" fmla="*/ 100042 w 902407"/>
                <a:gd name="connsiteY10" fmla="*/ 619959 h 61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02407" h="619963">
                  <a:moveTo>
                    <a:pt x="100042" y="619959"/>
                  </a:moveTo>
                  <a:lnTo>
                    <a:pt x="886833" y="619959"/>
                  </a:lnTo>
                  <a:cubicBezTo>
                    <a:pt x="895217" y="620175"/>
                    <a:pt x="902186" y="613563"/>
                    <a:pt x="902402" y="605194"/>
                  </a:cubicBezTo>
                  <a:cubicBezTo>
                    <a:pt x="902428" y="604209"/>
                    <a:pt x="902355" y="603225"/>
                    <a:pt x="902190" y="602253"/>
                  </a:cubicBezTo>
                  <a:lnTo>
                    <a:pt x="822330" y="8166"/>
                  </a:lnTo>
                  <a:cubicBezTo>
                    <a:pt x="821621" y="3554"/>
                    <a:pt x="817701" y="116"/>
                    <a:pt x="813029" y="4"/>
                  </a:cubicBezTo>
                  <a:lnTo>
                    <a:pt x="7203" y="4"/>
                  </a:lnTo>
                  <a:cubicBezTo>
                    <a:pt x="3357" y="-126"/>
                    <a:pt x="134" y="2880"/>
                    <a:pt x="4" y="6715"/>
                  </a:cubicBezTo>
                  <a:cubicBezTo>
                    <a:pt x="-13" y="7203"/>
                    <a:pt x="22" y="7686"/>
                    <a:pt x="108" y="8166"/>
                  </a:cubicBezTo>
                  <a:lnTo>
                    <a:pt x="79968" y="602253"/>
                  </a:lnTo>
                  <a:cubicBezTo>
                    <a:pt x="81491" y="612224"/>
                    <a:pt x="89944" y="619678"/>
                    <a:pt x="100042" y="619959"/>
                  </a:cubicBezTo>
                </a:path>
              </a:pathLst>
            </a:custGeom>
            <a:solidFill>
              <a:srgbClr val="FFFFFF"/>
            </a:solidFill>
            <a:ln w="29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CiscoSansTT ExtraLight"/>
                <a:ea typeface="ＭＳ Ｐゴシック" charset="0"/>
                <a:cs typeface="+mn-cs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EBCFACB5-889A-56B9-AC9C-9B81BD5EA4CB}"/>
                </a:ext>
              </a:extLst>
            </p:cNvPr>
            <p:cNvSpPr/>
            <p:nvPr/>
          </p:nvSpPr>
          <p:spPr>
            <a:xfrm>
              <a:off x="10866476" y="2388232"/>
              <a:ext cx="902407" cy="619963"/>
            </a:xfrm>
            <a:custGeom>
              <a:avLst/>
              <a:gdLst>
                <a:gd name="connsiteX0" fmla="*/ 100042 w 902407"/>
                <a:gd name="connsiteY0" fmla="*/ 619959 h 619963"/>
                <a:gd name="connsiteX1" fmla="*/ 886833 w 902407"/>
                <a:gd name="connsiteY1" fmla="*/ 619959 h 619963"/>
                <a:gd name="connsiteX2" fmla="*/ 902402 w 902407"/>
                <a:gd name="connsiteY2" fmla="*/ 605194 h 619963"/>
                <a:gd name="connsiteX3" fmla="*/ 902190 w 902407"/>
                <a:gd name="connsiteY3" fmla="*/ 602253 h 619963"/>
                <a:gd name="connsiteX4" fmla="*/ 822330 w 902407"/>
                <a:gd name="connsiteY4" fmla="*/ 8166 h 619963"/>
                <a:gd name="connsiteX5" fmla="*/ 813029 w 902407"/>
                <a:gd name="connsiteY5" fmla="*/ 4 h 619963"/>
                <a:gd name="connsiteX6" fmla="*/ 7203 w 902407"/>
                <a:gd name="connsiteY6" fmla="*/ 4 h 619963"/>
                <a:gd name="connsiteX7" fmla="*/ 4 w 902407"/>
                <a:gd name="connsiteY7" fmla="*/ 6715 h 619963"/>
                <a:gd name="connsiteX8" fmla="*/ 108 w 902407"/>
                <a:gd name="connsiteY8" fmla="*/ 8166 h 619963"/>
                <a:gd name="connsiteX9" fmla="*/ 79968 w 902407"/>
                <a:gd name="connsiteY9" fmla="*/ 602253 h 619963"/>
                <a:gd name="connsiteX10" fmla="*/ 100042 w 902407"/>
                <a:gd name="connsiteY10" fmla="*/ 619959 h 61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02407" h="619963">
                  <a:moveTo>
                    <a:pt x="100042" y="619959"/>
                  </a:moveTo>
                  <a:lnTo>
                    <a:pt x="886833" y="619959"/>
                  </a:lnTo>
                  <a:cubicBezTo>
                    <a:pt x="895217" y="620175"/>
                    <a:pt x="902186" y="613563"/>
                    <a:pt x="902402" y="605194"/>
                  </a:cubicBezTo>
                  <a:cubicBezTo>
                    <a:pt x="902428" y="604209"/>
                    <a:pt x="902355" y="603225"/>
                    <a:pt x="902190" y="602253"/>
                  </a:cubicBezTo>
                  <a:lnTo>
                    <a:pt x="822330" y="8166"/>
                  </a:lnTo>
                  <a:cubicBezTo>
                    <a:pt x="821621" y="3554"/>
                    <a:pt x="817701" y="116"/>
                    <a:pt x="813029" y="4"/>
                  </a:cubicBezTo>
                  <a:lnTo>
                    <a:pt x="7203" y="4"/>
                  </a:lnTo>
                  <a:cubicBezTo>
                    <a:pt x="3357" y="-126"/>
                    <a:pt x="134" y="2880"/>
                    <a:pt x="4" y="6715"/>
                  </a:cubicBezTo>
                  <a:cubicBezTo>
                    <a:pt x="-13" y="7203"/>
                    <a:pt x="22" y="7686"/>
                    <a:pt x="108" y="8166"/>
                  </a:cubicBezTo>
                  <a:lnTo>
                    <a:pt x="79968" y="602253"/>
                  </a:lnTo>
                  <a:cubicBezTo>
                    <a:pt x="81491" y="612224"/>
                    <a:pt x="89944" y="619678"/>
                    <a:pt x="100042" y="619959"/>
                  </a:cubicBezTo>
                  <a:close/>
                </a:path>
              </a:pathLst>
            </a:custGeom>
            <a:noFill/>
            <a:ln w="5812" cap="rnd">
              <a:solidFill>
                <a:srgbClr val="002753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CiscoSansTT ExtraLight"/>
                <a:ea typeface="ＭＳ Ｐゴシック" charset="0"/>
                <a:cs typeface="+mn-cs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C308A8C9-B3FC-554F-B8BC-66353E6AA13A}"/>
                </a:ext>
              </a:extLst>
            </p:cNvPr>
            <p:cNvSpPr/>
            <p:nvPr/>
          </p:nvSpPr>
          <p:spPr>
            <a:xfrm>
              <a:off x="10840476" y="2388232"/>
              <a:ext cx="902416" cy="619965"/>
            </a:xfrm>
            <a:custGeom>
              <a:avLst/>
              <a:gdLst>
                <a:gd name="connsiteX0" fmla="*/ 100085 w 902416"/>
                <a:gd name="connsiteY0" fmla="*/ 619959 h 619965"/>
                <a:gd name="connsiteX1" fmla="*/ 886833 w 902416"/>
                <a:gd name="connsiteY1" fmla="*/ 619959 h 619965"/>
                <a:gd name="connsiteX2" fmla="*/ 902411 w 902416"/>
                <a:gd name="connsiteY2" fmla="*/ 605293 h 619965"/>
                <a:gd name="connsiteX3" fmla="*/ 902190 w 902416"/>
                <a:gd name="connsiteY3" fmla="*/ 602253 h 619965"/>
                <a:gd name="connsiteX4" fmla="*/ 822373 w 902416"/>
                <a:gd name="connsiteY4" fmla="*/ 8166 h 619965"/>
                <a:gd name="connsiteX5" fmla="*/ 813029 w 902416"/>
                <a:gd name="connsiteY5" fmla="*/ 4 h 619965"/>
                <a:gd name="connsiteX6" fmla="*/ 7203 w 902416"/>
                <a:gd name="connsiteY6" fmla="*/ 4 h 619965"/>
                <a:gd name="connsiteX7" fmla="*/ 4 w 902416"/>
                <a:gd name="connsiteY7" fmla="*/ 6715 h 619965"/>
                <a:gd name="connsiteX8" fmla="*/ 108 w 902416"/>
                <a:gd name="connsiteY8" fmla="*/ 8166 h 619965"/>
                <a:gd name="connsiteX9" fmla="*/ 79968 w 902416"/>
                <a:gd name="connsiteY9" fmla="*/ 602253 h 619965"/>
                <a:gd name="connsiteX10" fmla="*/ 100085 w 902416"/>
                <a:gd name="connsiteY10" fmla="*/ 619959 h 619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02416" h="619965">
                  <a:moveTo>
                    <a:pt x="100085" y="619959"/>
                  </a:moveTo>
                  <a:lnTo>
                    <a:pt x="886833" y="619959"/>
                  </a:lnTo>
                  <a:cubicBezTo>
                    <a:pt x="895191" y="620201"/>
                    <a:pt x="902164" y="613637"/>
                    <a:pt x="902411" y="605293"/>
                  </a:cubicBezTo>
                  <a:cubicBezTo>
                    <a:pt x="902437" y="604274"/>
                    <a:pt x="902368" y="603255"/>
                    <a:pt x="902190" y="602253"/>
                  </a:cubicBezTo>
                  <a:lnTo>
                    <a:pt x="822373" y="8166"/>
                  </a:lnTo>
                  <a:cubicBezTo>
                    <a:pt x="821642" y="3550"/>
                    <a:pt x="817710" y="112"/>
                    <a:pt x="813029" y="4"/>
                  </a:cubicBezTo>
                  <a:lnTo>
                    <a:pt x="7203" y="4"/>
                  </a:lnTo>
                  <a:cubicBezTo>
                    <a:pt x="3357" y="-126"/>
                    <a:pt x="134" y="2880"/>
                    <a:pt x="4" y="6715"/>
                  </a:cubicBezTo>
                  <a:cubicBezTo>
                    <a:pt x="-13" y="7203"/>
                    <a:pt x="22" y="7686"/>
                    <a:pt x="108" y="8166"/>
                  </a:cubicBezTo>
                  <a:lnTo>
                    <a:pt x="79968" y="602253"/>
                  </a:lnTo>
                  <a:cubicBezTo>
                    <a:pt x="81513" y="612229"/>
                    <a:pt x="89975" y="619682"/>
                    <a:pt x="100085" y="619959"/>
                  </a:cubicBezTo>
                </a:path>
              </a:pathLst>
            </a:custGeom>
            <a:solidFill>
              <a:srgbClr val="FFFFFF"/>
            </a:solidFill>
            <a:ln w="29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CiscoSansTT ExtraLight"/>
                <a:ea typeface="ＭＳ Ｐゴシック" charset="0"/>
                <a:cs typeface="+mn-cs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44D459F6-C0B3-6474-E47D-4304B4942E26}"/>
                </a:ext>
              </a:extLst>
            </p:cNvPr>
            <p:cNvSpPr/>
            <p:nvPr/>
          </p:nvSpPr>
          <p:spPr>
            <a:xfrm>
              <a:off x="10840476" y="2388232"/>
              <a:ext cx="902416" cy="619965"/>
            </a:xfrm>
            <a:custGeom>
              <a:avLst/>
              <a:gdLst>
                <a:gd name="connsiteX0" fmla="*/ 100085 w 902416"/>
                <a:gd name="connsiteY0" fmla="*/ 619959 h 619965"/>
                <a:gd name="connsiteX1" fmla="*/ 886833 w 902416"/>
                <a:gd name="connsiteY1" fmla="*/ 619959 h 619965"/>
                <a:gd name="connsiteX2" fmla="*/ 902411 w 902416"/>
                <a:gd name="connsiteY2" fmla="*/ 605293 h 619965"/>
                <a:gd name="connsiteX3" fmla="*/ 902190 w 902416"/>
                <a:gd name="connsiteY3" fmla="*/ 602253 h 619965"/>
                <a:gd name="connsiteX4" fmla="*/ 822373 w 902416"/>
                <a:gd name="connsiteY4" fmla="*/ 8166 h 619965"/>
                <a:gd name="connsiteX5" fmla="*/ 813029 w 902416"/>
                <a:gd name="connsiteY5" fmla="*/ 4 h 619965"/>
                <a:gd name="connsiteX6" fmla="*/ 7203 w 902416"/>
                <a:gd name="connsiteY6" fmla="*/ 4 h 619965"/>
                <a:gd name="connsiteX7" fmla="*/ 4 w 902416"/>
                <a:gd name="connsiteY7" fmla="*/ 6715 h 619965"/>
                <a:gd name="connsiteX8" fmla="*/ 108 w 902416"/>
                <a:gd name="connsiteY8" fmla="*/ 8166 h 619965"/>
                <a:gd name="connsiteX9" fmla="*/ 79968 w 902416"/>
                <a:gd name="connsiteY9" fmla="*/ 602253 h 619965"/>
                <a:gd name="connsiteX10" fmla="*/ 100085 w 902416"/>
                <a:gd name="connsiteY10" fmla="*/ 619959 h 619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02416" h="619965">
                  <a:moveTo>
                    <a:pt x="100085" y="619959"/>
                  </a:moveTo>
                  <a:lnTo>
                    <a:pt x="886833" y="619959"/>
                  </a:lnTo>
                  <a:cubicBezTo>
                    <a:pt x="895191" y="620201"/>
                    <a:pt x="902164" y="613637"/>
                    <a:pt x="902411" y="605293"/>
                  </a:cubicBezTo>
                  <a:cubicBezTo>
                    <a:pt x="902437" y="604274"/>
                    <a:pt x="902368" y="603255"/>
                    <a:pt x="902190" y="602253"/>
                  </a:cubicBezTo>
                  <a:lnTo>
                    <a:pt x="822373" y="8166"/>
                  </a:lnTo>
                  <a:cubicBezTo>
                    <a:pt x="821642" y="3550"/>
                    <a:pt x="817710" y="112"/>
                    <a:pt x="813029" y="4"/>
                  </a:cubicBezTo>
                  <a:lnTo>
                    <a:pt x="7203" y="4"/>
                  </a:lnTo>
                  <a:cubicBezTo>
                    <a:pt x="3357" y="-126"/>
                    <a:pt x="134" y="2880"/>
                    <a:pt x="4" y="6715"/>
                  </a:cubicBezTo>
                  <a:cubicBezTo>
                    <a:pt x="-13" y="7203"/>
                    <a:pt x="22" y="7686"/>
                    <a:pt x="108" y="8166"/>
                  </a:cubicBezTo>
                  <a:lnTo>
                    <a:pt x="79968" y="602253"/>
                  </a:lnTo>
                  <a:cubicBezTo>
                    <a:pt x="81513" y="612229"/>
                    <a:pt x="89975" y="619682"/>
                    <a:pt x="100085" y="619959"/>
                  </a:cubicBezTo>
                  <a:close/>
                </a:path>
              </a:pathLst>
            </a:custGeom>
            <a:noFill/>
            <a:ln w="5812" cap="rnd">
              <a:solidFill>
                <a:srgbClr val="002753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CiscoSansTT ExtraLight"/>
                <a:ea typeface="ＭＳ Ｐゴシック" charset="0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167857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>
            <a:extLst>
              <a:ext uri="{FF2B5EF4-FFF2-40B4-BE49-F238E27FC236}">
                <a16:creationId xmlns:a16="http://schemas.microsoft.com/office/drawing/2014/main" id="{C38CF632-72E7-4045-A64E-DA6043492371}"/>
              </a:ext>
            </a:extLst>
          </p:cNvPr>
          <p:cNvSpPr txBox="1"/>
          <p:nvPr/>
        </p:nvSpPr>
        <p:spPr>
          <a:xfrm>
            <a:off x="439750" y="406640"/>
            <a:ext cx="8804075" cy="584775"/>
          </a:xfrm>
          <a:prstGeom prst="rect">
            <a:avLst/>
          </a:prstGeom>
          <a:solidFill>
            <a:srgbClr val="0C274D"/>
          </a:solidFill>
        </p:spPr>
        <p:txBody>
          <a:bodyPr wrap="square" rtlCol="0">
            <a:spAutoFit/>
          </a:bodyPr>
          <a:lstStyle/>
          <a:p>
            <a:pPr marL="0" marR="0" lvl="0" indent="0" algn="l" defTabSz="60953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iscoSansTT ExtraLight" panose="020B0303020201020303" pitchFamily="34" charset="0"/>
                <a:ea typeface="ＭＳ Ｐゴシック" pitchFamily="34" charset="-128"/>
                <a:cs typeface="CiscoSansTT ExtraLight" panose="020B0303020201020303" pitchFamily="34" charset="0"/>
              </a:rPr>
              <a:t>Entry-level Networking Offerings</a:t>
            </a:r>
          </a:p>
        </p:txBody>
      </p:sp>
      <p:sp>
        <p:nvSpPr>
          <p:cNvPr id="24" name="Rectangle: Rounded Corners 17">
            <a:extLst>
              <a:ext uri="{FF2B5EF4-FFF2-40B4-BE49-F238E27FC236}">
                <a16:creationId xmlns:a16="http://schemas.microsoft.com/office/drawing/2014/main" id="{BFA8361E-98B0-77A9-FCAB-C34679863C3C}"/>
              </a:ext>
            </a:extLst>
          </p:cNvPr>
          <p:cNvSpPr/>
          <p:nvPr/>
        </p:nvSpPr>
        <p:spPr>
          <a:xfrm>
            <a:off x="6962757" y="4650859"/>
            <a:ext cx="4308826" cy="1651328"/>
          </a:xfrm>
          <a:prstGeom prst="roundRect">
            <a:avLst/>
          </a:prstGeom>
          <a:noFill/>
          <a:ln w="9525">
            <a:solidFill>
              <a:srgbClr val="00B0F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2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2FB653C-6205-621B-FBDC-C5781B6D3826}"/>
              </a:ext>
            </a:extLst>
          </p:cNvPr>
          <p:cNvGrpSpPr/>
          <p:nvPr/>
        </p:nvGrpSpPr>
        <p:grpSpPr>
          <a:xfrm>
            <a:off x="7257361" y="5411896"/>
            <a:ext cx="1785223" cy="572153"/>
            <a:chOff x="8850387" y="2322022"/>
            <a:chExt cx="3009123" cy="572153"/>
          </a:xfrm>
        </p:grpSpPr>
        <p:sp>
          <p:nvSpPr>
            <p:cNvPr id="26" name="Rounded Rectangle 33">
              <a:extLst>
                <a:ext uri="{FF2B5EF4-FFF2-40B4-BE49-F238E27FC236}">
                  <a16:creationId xmlns:a16="http://schemas.microsoft.com/office/drawing/2014/main" id="{B33598DD-D533-0AFF-FE56-A2322F83D4B4}"/>
                </a:ext>
              </a:extLst>
            </p:cNvPr>
            <p:cNvSpPr/>
            <p:nvPr/>
          </p:nvSpPr>
          <p:spPr>
            <a:xfrm rot="16200000">
              <a:off x="10068872" y="1103537"/>
              <a:ext cx="572153" cy="3009123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 w="25400" cap="flat" cmpd="sng" algn="ctr">
              <a:noFill/>
              <a:prstDash val="solid"/>
            </a:ln>
            <a:effectLst/>
          </p:spPr>
          <p:txBody>
            <a:bodyPr vert="vert" lIns="68589" tIns="34295" rIns="68589" bIns="34295" rtlCol="0" anchor="ctr"/>
            <a:lstStyle/>
            <a:p>
              <a:pPr marL="0" marR="0" lvl="0" indent="0" algn="ctr" defTabSz="457143" rtl="0" eaLnBrk="0" fontAlgn="base" latinLnBrk="0" hangingPunct="0">
                <a:lnSpc>
                  <a:spcPct val="85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D274D"/>
                </a:solidFill>
                <a:effectLst/>
                <a:uLnTx/>
                <a:uFillTx/>
                <a:latin typeface="CiscoSansTT ExtraLight"/>
                <a:ea typeface="ＭＳ Ｐゴシック" charset="0"/>
                <a:cs typeface="+mn-cs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C2B988F-1243-2162-DD9C-8715B3134ED3}"/>
                </a:ext>
              </a:extLst>
            </p:cNvPr>
            <p:cNvSpPr txBox="1"/>
            <p:nvPr/>
          </p:nvSpPr>
          <p:spPr>
            <a:xfrm>
              <a:off x="8953970" y="2479881"/>
              <a:ext cx="281499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2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iscoSansTT ExtraLight"/>
                  <a:ea typeface="ＭＳ Ｐゴシック" charset="0"/>
                  <a:cs typeface="+mn-cs"/>
                </a:rPr>
                <a:t>CCNA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A81C71F5-0290-B325-23B1-8D293399FC94}"/>
              </a:ext>
            </a:extLst>
          </p:cNvPr>
          <p:cNvGrpSpPr/>
          <p:nvPr/>
        </p:nvGrpSpPr>
        <p:grpSpPr>
          <a:xfrm>
            <a:off x="9299287" y="5394501"/>
            <a:ext cx="1785223" cy="572153"/>
            <a:chOff x="8850387" y="5000527"/>
            <a:chExt cx="3009123" cy="572153"/>
          </a:xfrm>
        </p:grpSpPr>
        <p:sp>
          <p:nvSpPr>
            <p:cNvPr id="62" name="Rounded Rectangle 33">
              <a:extLst>
                <a:ext uri="{FF2B5EF4-FFF2-40B4-BE49-F238E27FC236}">
                  <a16:creationId xmlns:a16="http://schemas.microsoft.com/office/drawing/2014/main" id="{C95A7835-2D56-5139-D8F2-389A067DEE0F}"/>
                </a:ext>
              </a:extLst>
            </p:cNvPr>
            <p:cNvSpPr/>
            <p:nvPr/>
          </p:nvSpPr>
          <p:spPr>
            <a:xfrm rot="16200000">
              <a:off x="10068872" y="3782042"/>
              <a:ext cx="572153" cy="3009123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 w="25400" cap="flat" cmpd="sng" algn="ctr">
              <a:noFill/>
              <a:prstDash val="solid"/>
            </a:ln>
            <a:effectLst/>
          </p:spPr>
          <p:txBody>
            <a:bodyPr vert="vert" lIns="68589" tIns="34295" rIns="68589" bIns="34295" rtlCol="0" anchor="ctr"/>
            <a:lstStyle/>
            <a:p>
              <a:pPr marL="0" marR="0" lvl="0" indent="0" algn="ctr" defTabSz="457143" rtl="0" eaLnBrk="0" fontAlgn="base" latinLnBrk="0" hangingPunct="0">
                <a:lnSpc>
                  <a:spcPct val="85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D274D"/>
                </a:solidFill>
                <a:effectLst/>
                <a:uLnTx/>
                <a:uFillTx/>
                <a:latin typeface="CiscoSansTT ExtraLight"/>
                <a:ea typeface="ＭＳ Ｐゴシック" charset="0"/>
                <a:cs typeface="+mn-cs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2E431277-E025-ED90-200C-9DE9F72D240E}"/>
                </a:ext>
              </a:extLst>
            </p:cNvPr>
            <p:cNvSpPr txBox="1"/>
            <p:nvPr/>
          </p:nvSpPr>
          <p:spPr>
            <a:xfrm>
              <a:off x="8953972" y="5140271"/>
              <a:ext cx="281499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2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iscoSansTT ExtraLight"/>
                  <a:ea typeface="ＭＳ Ｐゴシック" charset="0"/>
                  <a:cs typeface="+mn-cs"/>
                </a:rPr>
                <a:t>CyberOps Associate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D0B330C6-67AD-D8CD-216E-F5637EA64DD9}"/>
              </a:ext>
            </a:extLst>
          </p:cNvPr>
          <p:cNvSpPr txBox="1"/>
          <p:nvPr/>
        </p:nvSpPr>
        <p:spPr>
          <a:xfrm>
            <a:off x="7111540" y="4708139"/>
            <a:ext cx="39729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095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iscoSansTT" panose="020B0503020201020303" pitchFamily="34" charset="0"/>
                <a:ea typeface="ＭＳ Ｐゴシック" charset="0"/>
                <a:cs typeface="CiscoSansTT" panose="020B0503020201020303" pitchFamily="34" charset="0"/>
              </a:rPr>
              <a:t>Progress to additional certifications</a:t>
            </a:r>
          </a:p>
        </p:txBody>
      </p:sp>
      <p:pic>
        <p:nvPicPr>
          <p:cNvPr id="9" name="Picture 8" descr="Text&#10;&#10;Description automatically generated with medium confidence">
            <a:extLst>
              <a:ext uri="{FF2B5EF4-FFF2-40B4-BE49-F238E27FC236}">
                <a16:creationId xmlns:a16="http://schemas.microsoft.com/office/drawing/2014/main" id="{8CEDC0A7-C375-C7A0-6CC6-07445858C14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90945" y="430118"/>
            <a:ext cx="1800690" cy="436967"/>
          </a:xfrm>
          <a:prstGeom prst="rect">
            <a:avLst/>
          </a:prstGeom>
        </p:spPr>
      </p:pic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CA27E7BB-B2C6-2061-A08D-A815454E5C72}"/>
              </a:ext>
            </a:extLst>
          </p:cNvPr>
          <p:cNvCxnSpPr>
            <a:cxnSpLocks/>
          </p:cNvCxnSpPr>
          <p:nvPr/>
        </p:nvCxnSpPr>
        <p:spPr>
          <a:xfrm>
            <a:off x="716840" y="5467871"/>
            <a:ext cx="891555" cy="0"/>
          </a:xfrm>
          <a:prstGeom prst="straightConnector1">
            <a:avLst/>
          </a:prstGeom>
          <a:ln w="19050">
            <a:solidFill>
              <a:schemeClr val="accent6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09B30F34-5718-9977-884A-1CC0B48823B7}"/>
              </a:ext>
            </a:extLst>
          </p:cNvPr>
          <p:cNvCxnSpPr>
            <a:cxnSpLocks/>
          </p:cNvCxnSpPr>
          <p:nvPr/>
        </p:nvCxnSpPr>
        <p:spPr>
          <a:xfrm>
            <a:off x="10296380" y="3291887"/>
            <a:ext cx="436499" cy="6713"/>
          </a:xfrm>
          <a:prstGeom prst="straightConnector1">
            <a:avLst/>
          </a:prstGeom>
          <a:ln>
            <a:solidFill>
              <a:schemeClr val="bg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D5EEBDA9-AF1B-1AEB-8493-438DA861229E}"/>
              </a:ext>
            </a:extLst>
          </p:cNvPr>
          <p:cNvGrpSpPr/>
          <p:nvPr/>
        </p:nvGrpSpPr>
        <p:grpSpPr>
          <a:xfrm>
            <a:off x="11029583" y="2852255"/>
            <a:ext cx="901472" cy="906116"/>
            <a:chOff x="10790104" y="2856963"/>
            <a:chExt cx="901472" cy="906116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6F871689-D53D-07F5-2F46-E50743D60323}"/>
                </a:ext>
              </a:extLst>
            </p:cNvPr>
            <p:cNvSpPr/>
            <p:nvPr/>
          </p:nvSpPr>
          <p:spPr>
            <a:xfrm>
              <a:off x="10790104" y="2856963"/>
              <a:ext cx="901472" cy="901472"/>
            </a:xfrm>
            <a:prstGeom prst="ellipse">
              <a:avLst/>
            </a:prstGeom>
            <a:solidFill>
              <a:srgbClr val="FFFFFF"/>
            </a:solidFill>
            <a:ln w="317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ＭＳ Ｐゴシック" charset="0"/>
                <a:cs typeface="+mn-cs"/>
              </a:endParaRPr>
            </a:p>
          </p:txBody>
        </p:sp>
        <p:pic>
          <p:nvPicPr>
            <p:cNvPr id="6" name="Picture 5" descr="Logo, company name&#10;&#10;Description automatically generated">
              <a:extLst>
                <a:ext uri="{FF2B5EF4-FFF2-40B4-BE49-F238E27FC236}">
                  <a16:creationId xmlns:a16="http://schemas.microsoft.com/office/drawing/2014/main" id="{CABD2208-D880-6752-81ED-3D4A983D213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824788" y="2930975"/>
              <a:ext cx="832104" cy="832104"/>
            </a:xfrm>
            <a:prstGeom prst="rect">
              <a:avLst/>
            </a:prstGeom>
          </p:spPr>
        </p:pic>
      </p:grpSp>
      <p:sp>
        <p:nvSpPr>
          <p:cNvPr id="3" name="Rounded Rectangle 33">
            <a:extLst>
              <a:ext uri="{FF2B5EF4-FFF2-40B4-BE49-F238E27FC236}">
                <a16:creationId xmlns:a16="http://schemas.microsoft.com/office/drawing/2014/main" id="{70CFDB0C-90B2-5F2A-606B-80CB831A1FA2}"/>
              </a:ext>
            </a:extLst>
          </p:cNvPr>
          <p:cNvSpPr/>
          <p:nvPr/>
        </p:nvSpPr>
        <p:spPr>
          <a:xfrm rot="16200000">
            <a:off x="4711230" y="-741100"/>
            <a:ext cx="635425" cy="9178387"/>
          </a:xfrm>
          <a:prstGeom prst="roundRect">
            <a:avLst>
              <a:gd name="adj" fmla="val 50000"/>
            </a:avLst>
          </a:prstGeom>
          <a:solidFill>
            <a:srgbClr val="81BB5A"/>
          </a:solidFill>
          <a:ln w="25400" cap="flat" cmpd="sng" algn="ctr">
            <a:noFill/>
            <a:prstDash val="solid"/>
          </a:ln>
          <a:effectLst/>
        </p:spPr>
        <p:txBody>
          <a:bodyPr vert="vert" lIns="68589" tIns="34295" rIns="68589" bIns="34295" rtlCol="0" anchor="ctr"/>
          <a:lstStyle/>
          <a:p>
            <a:pPr marL="0" marR="0" lvl="0" indent="0" algn="ctr" defTabSz="457155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iscoSansTT ExtraLight"/>
                <a:ea typeface="ＭＳ Ｐゴシック" charset="0"/>
                <a:cs typeface="+mn-cs"/>
              </a:rPr>
              <a:t>Networking Essentials </a:t>
            </a:r>
          </a:p>
          <a:p>
            <a:pPr marL="0" marR="0" lvl="0" indent="0" algn="ctr" defTabSz="457155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iscoSansTT ExtraLight"/>
                <a:ea typeface="ＭＳ Ｐゴシック" charset="0"/>
                <a:cs typeface="+mn-cs"/>
              </a:rPr>
              <a:t>Version 3.0, </a:t>
            </a: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iscoSansTT ExtraLight"/>
                <a:ea typeface="ＭＳ Ｐゴシック" charset="0"/>
                <a:cs typeface="+mn-cs"/>
              </a:rPr>
              <a:t>Instructor-Led only</a:t>
            </a:r>
            <a:b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iscoSansTT ExtraLight"/>
                <a:ea typeface="ＭＳ Ｐゴシック" charset="0"/>
                <a:cs typeface="+mn-cs"/>
              </a:rPr>
            </a:b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iscoSansTT ExtraLight"/>
                <a:ea typeface="ＭＳ Ｐゴシック" charset="0"/>
                <a:cs typeface="+mn-cs"/>
              </a:rPr>
              <a:t>(65 hours)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1AFA7F-33AF-0164-80DB-7B6903182E75}"/>
              </a:ext>
            </a:extLst>
          </p:cNvPr>
          <p:cNvCxnSpPr>
            <a:cxnSpLocks/>
          </p:cNvCxnSpPr>
          <p:nvPr/>
        </p:nvCxnSpPr>
        <p:spPr>
          <a:xfrm>
            <a:off x="618067" y="3298600"/>
            <a:ext cx="9084733" cy="6713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66A25AC-71BA-F288-64FB-38E49F27C265}"/>
              </a:ext>
            </a:extLst>
          </p:cNvPr>
          <p:cNvSpPr txBox="1"/>
          <p:nvPr/>
        </p:nvSpPr>
        <p:spPr>
          <a:xfrm>
            <a:off x="5074902" y="3080629"/>
            <a:ext cx="518196" cy="307777"/>
          </a:xfrm>
          <a:prstGeom prst="rect">
            <a:avLst/>
          </a:prstGeom>
          <a:solidFill>
            <a:srgbClr val="0D274D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iscoSansTT ExtraLight"/>
                <a:ea typeface="ＭＳ Ｐゴシック" charset="0"/>
                <a:cs typeface="+mn-cs"/>
              </a:rPr>
              <a:t>or</a:t>
            </a:r>
          </a:p>
        </p:txBody>
      </p:sp>
      <p:sp>
        <p:nvSpPr>
          <p:cNvPr id="13" name="Rounded Rectangle 33">
            <a:extLst>
              <a:ext uri="{FF2B5EF4-FFF2-40B4-BE49-F238E27FC236}">
                <a16:creationId xmlns:a16="http://schemas.microsoft.com/office/drawing/2014/main" id="{829255CF-EBD8-EE11-A1B7-6AEF000FF54B}"/>
              </a:ext>
            </a:extLst>
          </p:cNvPr>
          <p:cNvSpPr/>
          <p:nvPr/>
        </p:nvSpPr>
        <p:spPr>
          <a:xfrm rot="16200000">
            <a:off x="1088825" y="1359176"/>
            <a:ext cx="731520" cy="2029671"/>
          </a:xfrm>
          <a:prstGeom prst="roundRect">
            <a:avLst>
              <a:gd name="adj" fmla="val 50000"/>
            </a:avLst>
          </a:prstGeom>
          <a:solidFill>
            <a:srgbClr val="81BB5A"/>
          </a:solidFill>
          <a:ln w="25400" cap="flat" cmpd="sng" algn="ctr">
            <a:noFill/>
            <a:prstDash val="solid"/>
          </a:ln>
          <a:effectLst/>
        </p:spPr>
        <p:txBody>
          <a:bodyPr vert="vert" lIns="68589" tIns="34295" rIns="68589" bIns="34295" rtlCol="0" anchor="ctr"/>
          <a:lstStyle/>
          <a:p>
            <a:pPr marL="0" marR="0" lvl="0" indent="0" algn="ctr" defTabSz="457155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iscoSansTT ExtraLight"/>
                <a:ea typeface="ＭＳ Ｐゴシック" charset="0"/>
                <a:cs typeface="+mn-cs"/>
              </a:rPr>
              <a:t>Networking Basics</a:t>
            </a:r>
            <a:b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iscoSansTT ExtraLight"/>
                <a:ea typeface="ＭＳ Ｐゴシック" charset="0"/>
                <a:cs typeface="+mn-cs"/>
              </a:rPr>
            </a:b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iscoSansTT ExtraLight"/>
                <a:ea typeface="ＭＳ Ｐゴシック" charset="0"/>
                <a:cs typeface="+mn-cs"/>
              </a:rPr>
              <a:t>(22 hours)</a:t>
            </a:r>
            <a:endParaRPr kumimoji="0" lang="en-US" sz="1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iscoSansTT ExtraLight"/>
              <a:ea typeface="ＭＳ Ｐゴシック" charset="0"/>
              <a:cs typeface="+mn-cs"/>
            </a:endParaRPr>
          </a:p>
        </p:txBody>
      </p:sp>
      <p:sp>
        <p:nvSpPr>
          <p:cNvPr id="14" name="Rounded Rectangle 33">
            <a:extLst>
              <a:ext uri="{FF2B5EF4-FFF2-40B4-BE49-F238E27FC236}">
                <a16:creationId xmlns:a16="http://schemas.microsoft.com/office/drawing/2014/main" id="{2027C4E8-9A07-2CFD-B211-95562EBC3C54}"/>
              </a:ext>
            </a:extLst>
          </p:cNvPr>
          <p:cNvSpPr/>
          <p:nvPr/>
        </p:nvSpPr>
        <p:spPr>
          <a:xfrm rot="16200000">
            <a:off x="3523946" y="1359176"/>
            <a:ext cx="731520" cy="2029671"/>
          </a:xfrm>
          <a:prstGeom prst="roundRect">
            <a:avLst>
              <a:gd name="adj" fmla="val 50000"/>
            </a:avLst>
          </a:prstGeom>
          <a:solidFill>
            <a:srgbClr val="81BB5A"/>
          </a:solidFill>
          <a:ln w="25400" cap="flat" cmpd="sng" algn="ctr">
            <a:noFill/>
            <a:prstDash val="solid"/>
          </a:ln>
          <a:effectLst/>
        </p:spPr>
        <p:txBody>
          <a:bodyPr vert="vert" lIns="68589" tIns="34295" rIns="68589" bIns="34295" rtlCol="0" anchor="ctr"/>
          <a:lstStyle/>
          <a:p>
            <a:pPr marL="0" marR="0" lvl="0" indent="0" algn="ctr" defTabSz="457155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iscoSansTT ExtraLight"/>
                <a:ea typeface="ＭＳ Ｐゴシック" charset="0"/>
                <a:cs typeface="+mn-cs"/>
              </a:rPr>
              <a:t>Networking Devices and Initial Configuration</a:t>
            </a:r>
            <a:b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iscoSansTT ExtraLight"/>
                <a:ea typeface="ＭＳ Ｐゴシック" charset="0"/>
                <a:cs typeface="+mn-cs"/>
              </a:rPr>
            </a:b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iscoSansTT ExtraLight"/>
                <a:ea typeface="ＭＳ Ｐゴシック" charset="0"/>
                <a:cs typeface="+mn-cs"/>
              </a:rPr>
              <a:t>(22 hours)</a:t>
            </a:r>
            <a:endParaRPr kumimoji="0" lang="en-US" sz="1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iscoSansTT ExtraLight"/>
              <a:ea typeface="ＭＳ Ｐゴシック" charset="0"/>
              <a:cs typeface="+mn-cs"/>
            </a:endParaRPr>
          </a:p>
        </p:txBody>
      </p:sp>
      <p:sp>
        <p:nvSpPr>
          <p:cNvPr id="16" name="Rounded Rectangle 33">
            <a:extLst>
              <a:ext uri="{FF2B5EF4-FFF2-40B4-BE49-F238E27FC236}">
                <a16:creationId xmlns:a16="http://schemas.microsoft.com/office/drawing/2014/main" id="{1D121A56-5255-F7CD-F87B-4427AA935E7A}"/>
              </a:ext>
            </a:extLst>
          </p:cNvPr>
          <p:cNvSpPr/>
          <p:nvPr/>
        </p:nvSpPr>
        <p:spPr>
          <a:xfrm rot="16200000">
            <a:off x="5959067" y="1354235"/>
            <a:ext cx="731520" cy="2029671"/>
          </a:xfrm>
          <a:prstGeom prst="roundRect">
            <a:avLst>
              <a:gd name="adj" fmla="val 50000"/>
            </a:avLst>
          </a:prstGeom>
          <a:solidFill>
            <a:srgbClr val="81BB5A"/>
          </a:solidFill>
          <a:ln w="25400" cap="flat" cmpd="sng" algn="ctr">
            <a:noFill/>
            <a:prstDash val="solid"/>
          </a:ln>
          <a:effectLst/>
        </p:spPr>
        <p:txBody>
          <a:bodyPr vert="vert" lIns="68589" tIns="34295" rIns="68589" bIns="34295" rtlCol="0" anchor="ctr"/>
          <a:lstStyle/>
          <a:p>
            <a:pPr marL="0" marR="0" lvl="0" indent="0" algn="ctr" defTabSz="457155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iscoSansTT ExtraLight"/>
                <a:ea typeface="ＭＳ Ｐゴシック" charset="0"/>
                <a:cs typeface="+mn-cs"/>
              </a:rPr>
              <a:t>Network Addressing </a:t>
            </a:r>
            <a:b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iscoSansTT ExtraLight"/>
                <a:ea typeface="ＭＳ Ｐゴシック" charset="0"/>
                <a:cs typeface="+mn-cs"/>
              </a:rPr>
            </a:b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iscoSansTT ExtraLight"/>
                <a:ea typeface="ＭＳ Ｐゴシック" charset="0"/>
                <a:cs typeface="+mn-cs"/>
              </a:rPr>
              <a:t>and Basic Troubleshooting</a:t>
            </a:r>
            <a:b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iscoSansTT ExtraLight"/>
                <a:ea typeface="ＭＳ Ｐゴシック" charset="0"/>
                <a:cs typeface="+mn-cs"/>
              </a:rPr>
            </a:b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iscoSansTT ExtraLight"/>
                <a:ea typeface="ＭＳ Ｐゴシック" charset="0"/>
                <a:cs typeface="+mn-cs"/>
              </a:rPr>
              <a:t>(14 hours)</a:t>
            </a:r>
            <a:endParaRPr kumimoji="0" lang="en-US" sz="1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iscoSansTT ExtraLight"/>
              <a:ea typeface="ＭＳ Ｐゴシック" charset="0"/>
              <a:cs typeface="+mn-cs"/>
            </a:endParaRPr>
          </a:p>
        </p:txBody>
      </p:sp>
      <p:sp>
        <p:nvSpPr>
          <p:cNvPr id="17" name="Rounded Rectangle 33">
            <a:extLst>
              <a:ext uri="{FF2B5EF4-FFF2-40B4-BE49-F238E27FC236}">
                <a16:creationId xmlns:a16="http://schemas.microsoft.com/office/drawing/2014/main" id="{5E21F8C0-C3F3-396E-7F88-96774D50CA93}"/>
              </a:ext>
            </a:extLst>
          </p:cNvPr>
          <p:cNvSpPr/>
          <p:nvPr/>
        </p:nvSpPr>
        <p:spPr>
          <a:xfrm rot="16200000">
            <a:off x="8394188" y="1354234"/>
            <a:ext cx="731520" cy="2029671"/>
          </a:xfrm>
          <a:prstGeom prst="roundRect">
            <a:avLst>
              <a:gd name="adj" fmla="val 50000"/>
            </a:avLst>
          </a:prstGeom>
          <a:solidFill>
            <a:srgbClr val="81BB5A"/>
          </a:solidFill>
          <a:ln w="25400" cap="flat" cmpd="sng" algn="ctr">
            <a:noFill/>
            <a:prstDash val="solid"/>
          </a:ln>
          <a:effectLst/>
        </p:spPr>
        <p:txBody>
          <a:bodyPr vert="vert" lIns="68589" tIns="34295" rIns="68589" bIns="34295" rtlCol="0" anchor="ctr"/>
          <a:lstStyle/>
          <a:p>
            <a:pPr marL="0" marR="0" lvl="0" indent="0" algn="ctr" defTabSz="457155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iscoSansTT ExtraLight"/>
                <a:ea typeface="ＭＳ Ｐゴシック" charset="0"/>
                <a:cs typeface="+mn-cs"/>
              </a:rPr>
              <a:t>Network Support and Security</a:t>
            </a:r>
            <a:b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iscoSansTT ExtraLight"/>
                <a:ea typeface="ＭＳ Ｐゴシック" charset="0"/>
                <a:cs typeface="+mn-cs"/>
              </a:rPr>
            </a:b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iscoSansTT ExtraLight"/>
                <a:ea typeface="ＭＳ Ｐゴシック" charset="0"/>
                <a:cs typeface="+mn-cs"/>
              </a:rPr>
              <a:t>(12 hours)</a:t>
            </a:r>
            <a:endParaRPr kumimoji="0" lang="en-US" sz="1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iscoSansTT ExtraLight"/>
              <a:ea typeface="ＭＳ Ｐゴシック" charset="0"/>
              <a:cs typeface="+mn-cs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82D59B1-A85C-D2EB-BB60-4AFE9171F3EC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>
          <a:xfrm>
            <a:off x="2469421" y="2374011"/>
            <a:ext cx="405450" cy="1"/>
          </a:xfrm>
          <a:prstGeom prst="straightConnector1">
            <a:avLst/>
          </a:prstGeom>
          <a:ln>
            <a:solidFill>
              <a:schemeClr val="bg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71FB3F7-0E11-1685-B240-0EDB8FA4FF61}"/>
              </a:ext>
            </a:extLst>
          </p:cNvPr>
          <p:cNvCxnSpPr>
            <a:cxnSpLocks/>
            <a:stCxn id="14" idx="2"/>
            <a:endCxn id="16" idx="0"/>
          </p:cNvCxnSpPr>
          <p:nvPr/>
        </p:nvCxnSpPr>
        <p:spPr>
          <a:xfrm flipV="1">
            <a:off x="4904542" y="2369071"/>
            <a:ext cx="405450" cy="4940"/>
          </a:xfrm>
          <a:prstGeom prst="straightConnector1">
            <a:avLst/>
          </a:prstGeom>
          <a:ln>
            <a:solidFill>
              <a:schemeClr val="bg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7BE9B85-714C-C76E-B3DF-FD38278CFDE0}"/>
              </a:ext>
            </a:extLst>
          </p:cNvPr>
          <p:cNvCxnSpPr>
            <a:cxnSpLocks/>
            <a:stCxn id="16" idx="2"/>
            <a:endCxn id="17" idx="0"/>
          </p:cNvCxnSpPr>
          <p:nvPr/>
        </p:nvCxnSpPr>
        <p:spPr>
          <a:xfrm>
            <a:off x="7339663" y="2369070"/>
            <a:ext cx="405450" cy="0"/>
          </a:xfrm>
          <a:prstGeom prst="straightConnector1">
            <a:avLst/>
          </a:prstGeom>
          <a:ln>
            <a:solidFill>
              <a:schemeClr val="bg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AE34C2B-7CE9-C24D-277C-4DA3034C989F}"/>
              </a:ext>
            </a:extLst>
          </p:cNvPr>
          <p:cNvSpPr/>
          <p:nvPr/>
        </p:nvSpPr>
        <p:spPr>
          <a:xfrm>
            <a:off x="313765" y="1365437"/>
            <a:ext cx="10040470" cy="1651328"/>
          </a:xfrm>
          <a:prstGeom prst="roundRect">
            <a:avLst>
              <a:gd name="adj" fmla="val 22096"/>
            </a:avLst>
          </a:prstGeom>
          <a:noFill/>
          <a:ln w="19050">
            <a:solidFill>
              <a:srgbClr val="74BF4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: Rounded Corners 17">
            <a:extLst>
              <a:ext uri="{FF2B5EF4-FFF2-40B4-BE49-F238E27FC236}">
                <a16:creationId xmlns:a16="http://schemas.microsoft.com/office/drawing/2014/main" id="{E9BC8407-5119-FBF6-EF4B-F683A90C3BC7}"/>
              </a:ext>
            </a:extLst>
          </p:cNvPr>
          <p:cNvSpPr/>
          <p:nvPr/>
        </p:nvSpPr>
        <p:spPr>
          <a:xfrm>
            <a:off x="2163692" y="4620967"/>
            <a:ext cx="4308826" cy="1651328"/>
          </a:xfrm>
          <a:prstGeom prst="roundRect">
            <a:avLst/>
          </a:prstGeom>
          <a:noFill/>
          <a:ln w="9525">
            <a:solidFill>
              <a:srgbClr val="00B0F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2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6B061D5-3CDB-55E9-00F6-2E7D2CF31972}"/>
              </a:ext>
            </a:extLst>
          </p:cNvPr>
          <p:cNvSpPr txBox="1"/>
          <p:nvPr/>
        </p:nvSpPr>
        <p:spPr>
          <a:xfrm>
            <a:off x="2454160" y="4729207"/>
            <a:ext cx="3972970" cy="147732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6095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iscoSansTT"/>
                <a:ea typeface="ＭＳ Ｐゴシック"/>
                <a:cs typeface="CiscoSansTT"/>
              </a:rPr>
              <a:t>Apply for entry-level jobs, internships, and apprenticeships</a:t>
            </a:r>
          </a:p>
          <a:p>
            <a:pPr marL="285750" marR="0" lvl="0" indent="-285750" algn="l" defTabSz="6095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iscoSansTT" panose="020B0503020201020303" pitchFamily="34" charset="0"/>
                <a:ea typeface="ＭＳ Ｐゴシック" charset="0"/>
                <a:cs typeface="CiscoSansTT" panose="020B0503020201020303" pitchFamily="34" charset="0"/>
              </a:rPr>
              <a:t>Network Support Technician</a:t>
            </a:r>
          </a:p>
          <a:p>
            <a:pPr marL="285750" marR="0" lvl="0" indent="-285750" algn="l" defTabSz="6095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iscoSansTT" panose="020B0503020201020303" pitchFamily="34" charset="0"/>
                <a:ea typeface="ＭＳ Ｐゴシック" charset="0"/>
                <a:cs typeface="CiscoSansTT" panose="020B0503020201020303" pitchFamily="34" charset="0"/>
              </a:rPr>
              <a:t>Entry-level Help Desk Technician</a:t>
            </a:r>
          </a:p>
          <a:p>
            <a:pPr marL="285750" marR="0" lvl="0" indent="-285750" algn="l" defTabSz="6095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iscoSansTT" panose="020B0503020201020303" pitchFamily="34" charset="0"/>
                <a:ea typeface="ＭＳ Ｐゴシック" charset="0"/>
                <a:cs typeface="CiscoSansTT" panose="020B0503020201020303" pitchFamily="34" charset="0"/>
              </a:rPr>
              <a:t>IT Support Specialist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36FFD9D-6FEA-861E-A0FC-B5C3B2DEDEE8}"/>
              </a:ext>
            </a:extLst>
          </p:cNvPr>
          <p:cNvSpPr txBox="1"/>
          <p:nvPr/>
        </p:nvSpPr>
        <p:spPr>
          <a:xfrm>
            <a:off x="615866" y="5026145"/>
            <a:ext cx="12548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095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iscoSansTT" panose="020B0503020201020303" pitchFamily="34" charset="0"/>
                <a:ea typeface="ＭＳ Ｐゴシック" charset="0"/>
                <a:cs typeface="CiscoSansTT" panose="020B0503020201020303" pitchFamily="34" charset="0"/>
              </a:rPr>
              <a:t>Continue 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B63E960-8987-6DE5-3804-71ADCEB9474E}"/>
              </a:ext>
            </a:extLst>
          </p:cNvPr>
          <p:cNvSpPr txBox="1"/>
          <p:nvPr/>
        </p:nvSpPr>
        <p:spPr>
          <a:xfrm>
            <a:off x="716840" y="1464952"/>
            <a:ext cx="39729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095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1BB5A"/>
                </a:solidFill>
                <a:effectLst/>
                <a:uLnTx/>
                <a:uFillTx/>
                <a:latin typeface="CiscoSansTT Light" panose="020B0503020201020303" pitchFamily="34" charset="0"/>
                <a:ea typeface="ＭＳ Ｐゴシック" charset="0"/>
                <a:cs typeface="CiscoSansTT Light" panose="020B0503020201020303" pitchFamily="34" charset="0"/>
              </a:rPr>
              <a:t>Network Technician Career Path</a:t>
            </a:r>
          </a:p>
        </p:txBody>
      </p:sp>
    </p:spTree>
    <p:extLst>
      <p:ext uri="{BB962C8B-B14F-4D97-AF65-F5344CB8AC3E}">
        <p14:creationId xmlns:p14="http://schemas.microsoft.com/office/powerpoint/2010/main" val="384226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C63C934-28F8-3FB4-16CA-2B8FCEAACE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2936124"/>
            <a:ext cx="10972800" cy="1504200"/>
          </a:xfrm>
        </p:spPr>
        <p:txBody>
          <a:bodyPr/>
          <a:lstStyle/>
          <a:p>
            <a:pPr algn="l"/>
            <a:r>
              <a:rPr lang="en-US" sz="4800" dirty="0"/>
              <a:t>Cisco Certified Support Technician (CCST) Cybersecurity</a:t>
            </a:r>
          </a:p>
        </p:txBody>
      </p:sp>
    </p:spTree>
    <p:extLst>
      <p:ext uri="{BB962C8B-B14F-4D97-AF65-F5344CB8AC3E}">
        <p14:creationId xmlns:p14="http://schemas.microsoft.com/office/powerpoint/2010/main" val="133978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790FC-C120-2885-F372-C9602032E85B}"/>
              </a:ext>
            </a:extLst>
          </p:cNvPr>
          <p:cNvSpPr>
            <a:spLocks noGrp="1"/>
          </p:cNvSpPr>
          <p:nvPr>
            <p:ph type="body" sz="quarter" idx="82"/>
          </p:nvPr>
        </p:nvSpPr>
        <p:spPr/>
        <p:txBody>
          <a:bodyPr/>
          <a:lstStyle/>
          <a:p>
            <a:r>
              <a:rPr lang="en-US" dirty="0"/>
              <a:t>The skills gap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AEDDC30-A918-AB89-47A5-398C0C41C04A}"/>
              </a:ext>
            </a:extLst>
          </p:cNvPr>
          <p:cNvSpPr/>
          <p:nvPr/>
        </p:nvSpPr>
        <p:spPr>
          <a:xfrm>
            <a:off x="0" y="1514212"/>
            <a:ext cx="12191999" cy="2948731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iscoSansTT Light"/>
              <a:ea typeface="+mn-ea"/>
              <a:cs typeface="+mn-cs"/>
              <a:sym typeface="Helvetic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B290CF-FE0A-BFCB-E916-683D35D5D357}"/>
              </a:ext>
            </a:extLst>
          </p:cNvPr>
          <p:cNvSpPr txBox="1"/>
          <p:nvPr/>
        </p:nvSpPr>
        <p:spPr>
          <a:xfrm>
            <a:off x="1465530" y="1741116"/>
            <a:ext cx="9534983" cy="23237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6095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Heavy" panose="020B0503020201020303" pitchFamily="34" charset="0"/>
                <a:ea typeface="ＭＳ Ｐゴシック" charset="0"/>
                <a:cs typeface="CiscoSansTT Heavy" panose="020B0503020201020303" pitchFamily="34" charset="0"/>
                <a:sym typeface="Helvetica"/>
              </a:rPr>
              <a:t>3.5 Million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73652D-6EE9-270C-159C-7586F9E03365}"/>
              </a:ext>
            </a:extLst>
          </p:cNvPr>
          <p:cNvSpPr txBox="1"/>
          <p:nvPr/>
        </p:nvSpPr>
        <p:spPr>
          <a:xfrm>
            <a:off x="1502434" y="3695497"/>
            <a:ext cx="91871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6095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" panose="020B0503020201020303" pitchFamily="34" charset="0"/>
                <a:ea typeface="ＭＳ Ｐゴシック" charset="0"/>
                <a:cs typeface="CiscoSansTT" panose="020B0503020201020303" pitchFamily="34" charset="0"/>
                <a:sym typeface="Helvetica"/>
              </a:rPr>
              <a:t>undersupply of cybersecurity professionals worldwide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B2131F2D-238E-8220-DD80-79FE49D0E2E2}"/>
              </a:ext>
            </a:extLst>
          </p:cNvPr>
          <p:cNvSpPr txBox="1">
            <a:spLocks/>
          </p:cNvSpPr>
          <p:nvPr/>
        </p:nvSpPr>
        <p:spPr>
          <a:xfrm>
            <a:off x="771347" y="5043192"/>
            <a:ext cx="7634422" cy="1364796"/>
          </a:xfrm>
          <a:prstGeom prst="rect">
            <a:avLst/>
          </a:prstGeom>
        </p:spPr>
        <p:txBody>
          <a:bodyPr/>
          <a:lstStyle>
            <a:lvl1pPr marL="226482" indent="-226482" algn="l" defTabSz="912276" rtl="0" eaLnBrk="1" fontAlgn="base" hangingPunct="1">
              <a:lnSpc>
                <a:spcPct val="95000"/>
              </a:lnSpc>
              <a:spcBef>
                <a:spcPts val="1433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Arial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1pPr>
            <a:lvl2pPr marL="478363" indent="-287865" algn="l" defTabSz="912276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•"/>
              <a:defRPr lang="en-US" sz="1867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2pPr>
            <a:lvl3pPr marL="575728" indent="-226482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Font typeface="Arial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3pPr>
            <a:lvl4pPr marL="670978" indent="-226482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Font typeface="Arial" charset="0"/>
              <a:buChar char="•"/>
              <a:defRPr lang="en-US" sz="1467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4pPr>
            <a:lvl5pPr marL="766228" indent="-226482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Font typeface="Arial" charset="0"/>
              <a:buChar char="•"/>
              <a:defRPr lang="en-US" sz="1467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1151798" indent="-228592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7781" indent="-228561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067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67" indent="0" algn="l" defTabSz="914362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38" indent="-228592" algn="l" defTabSz="914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" marR="0" lvl="0" indent="0" algn="l" defTabSz="912276" rtl="0" eaLnBrk="1" fontAlgn="base" latinLnBrk="0" hangingPunct="1">
              <a:lnSpc>
                <a:spcPct val="95000"/>
              </a:lnSpc>
              <a:spcBef>
                <a:spcPts val="1433"/>
              </a:spcBef>
              <a:spcAft>
                <a:spcPct val="0"/>
              </a:spcAft>
              <a:buClr>
                <a:srgbClr val="0051AF"/>
              </a:buClr>
              <a:buSzPct val="90000"/>
              <a:buFont typeface="Arial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ＭＳ Ｐゴシック" charset="0"/>
                <a:cs typeface="CiscoSans"/>
                <a:sym typeface="Helvetica"/>
              </a:rPr>
              <a:t>Continued lack of cybersecurity professionals threatens economic growth. </a:t>
            </a:r>
          </a:p>
          <a:p>
            <a:pPr marL="57150" marR="0" lvl="0" indent="0" algn="l" defTabSz="912276" rtl="0" eaLnBrk="1" fontAlgn="base" latinLnBrk="0" hangingPunct="1">
              <a:lnSpc>
                <a:spcPct val="95000"/>
              </a:lnSpc>
              <a:spcBef>
                <a:spcPts val="1433"/>
              </a:spcBef>
              <a:spcAft>
                <a:spcPct val="0"/>
              </a:spcAft>
              <a:buClr>
                <a:srgbClr val="0051AF"/>
              </a:buClr>
              <a:buSzPct val="90000"/>
              <a:buFont typeface="Arial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ＭＳ Ｐゴシック" charset="0"/>
                <a:cs typeface="CiscoSans"/>
                <a:sym typeface="Helvetica"/>
              </a:rPr>
              <a:t>It is vital to have professionals who can provide cybersecurity leadership, 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ＭＳ Ｐゴシック" charset="0"/>
                <a:cs typeface="CiscoSans"/>
                <a:sym typeface="Helvetica"/>
              </a:rPr>
            </a:b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ＭＳ Ｐゴシック" charset="0"/>
                <a:cs typeface="CiscoSans"/>
                <a:sym typeface="Helvetica"/>
              </a:rPr>
              <a:t>test and secure systems, and train people in digital hygiene.</a:t>
            </a:r>
            <a:endParaRPr kumimoji="0" lang="en-US" sz="1600" b="1" i="0" u="none" strike="noStrike" kern="1200" cap="none" spc="0" normalizeH="0" baseline="30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iscoSansTT Light"/>
              <a:ea typeface="ＭＳ Ｐゴシック" charset="0"/>
              <a:cs typeface="CiscoSans"/>
              <a:sym typeface="Helvetic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2FD637-EB45-39EF-A24E-C94E05283FFE}"/>
              </a:ext>
            </a:extLst>
          </p:cNvPr>
          <p:cNvSpPr txBox="1"/>
          <p:nvPr/>
        </p:nvSpPr>
        <p:spPr>
          <a:xfrm>
            <a:off x="8863151" y="6407988"/>
            <a:ext cx="316945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095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sng" strike="noStrike" kern="1200" cap="none" spc="0" normalizeH="0" baseline="0" noProof="0" dirty="0">
                <a:ln>
                  <a:noFill/>
                </a:ln>
                <a:solidFill>
                  <a:srgbClr val="00BCEB"/>
                </a:solidFill>
                <a:effectLst/>
                <a:uLnTx/>
                <a:uFillTx/>
                <a:latin typeface="CiscoSansTT Extra Light"/>
                <a:ea typeface="ＭＳ Ｐゴシック" charset="0"/>
                <a:cs typeface="+mn-cs"/>
                <a:sym typeface="Helvetic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Cybersecurity Jobs Report 2021, Cybersecurity Ventures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BCEB"/>
              </a:solidFill>
              <a:effectLst/>
              <a:uLnTx/>
              <a:uFillTx/>
              <a:latin typeface="CiscoSansTT Extra Light"/>
              <a:ea typeface="ＭＳ Ｐゴシック" charset="0"/>
              <a:cs typeface="+mn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796851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2681EB2-5712-6367-0CC4-D6FE6B00DFA7}"/>
              </a:ext>
            </a:extLst>
          </p:cNvPr>
          <p:cNvSpPr/>
          <p:nvPr/>
        </p:nvSpPr>
        <p:spPr>
          <a:xfrm>
            <a:off x="563904" y="1579930"/>
            <a:ext cx="5631184" cy="4208851"/>
          </a:xfrm>
          <a:prstGeom prst="roundRect">
            <a:avLst>
              <a:gd name="adj" fmla="val 3604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iscoSansTT Light"/>
              <a:ea typeface="+mn-ea"/>
              <a:cs typeface="+mn-cs"/>
            </a:endParaRPr>
          </a:p>
        </p:txBody>
      </p:sp>
      <p:sp>
        <p:nvSpPr>
          <p:cNvPr id="152" name="Text Placeholder 1">
            <a:extLst>
              <a:ext uri="{FF2B5EF4-FFF2-40B4-BE49-F238E27FC236}">
                <a16:creationId xmlns:a16="http://schemas.microsoft.com/office/drawing/2014/main" id="{BE429CBB-775A-B70F-15C8-D354F443F56D}"/>
              </a:ext>
            </a:extLst>
          </p:cNvPr>
          <p:cNvSpPr txBox="1">
            <a:spLocks/>
          </p:cNvSpPr>
          <p:nvPr/>
        </p:nvSpPr>
        <p:spPr>
          <a:xfrm>
            <a:off x="873974" y="1784960"/>
            <a:ext cx="5045563" cy="3990327"/>
          </a:xfrm>
          <a:prstGeom prst="rect">
            <a:avLst/>
          </a:prstGeom>
        </p:spPr>
        <p:txBody>
          <a:bodyPr/>
          <a:lstStyle>
            <a:lvl1pPr marL="226482" indent="-226482" algn="l" defTabSz="912276" rtl="0" eaLnBrk="1" fontAlgn="base" hangingPunct="1">
              <a:lnSpc>
                <a:spcPct val="95000"/>
              </a:lnSpc>
              <a:spcBef>
                <a:spcPts val="1433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Arial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1pPr>
            <a:lvl2pPr marL="478363" indent="-287865" algn="l" defTabSz="912276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•"/>
              <a:defRPr lang="en-US" sz="1867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2pPr>
            <a:lvl3pPr marL="575728" indent="-226482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Font typeface="Arial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3pPr>
            <a:lvl4pPr marL="670978" indent="-226482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Font typeface="Arial" charset="0"/>
              <a:buChar char="•"/>
              <a:defRPr lang="en-US" sz="1467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4pPr>
            <a:lvl5pPr marL="766228" indent="-226482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Font typeface="Arial" charset="0"/>
              <a:buChar char="•"/>
              <a:defRPr lang="en-US" sz="1467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1151798" indent="-228592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7781" indent="-228561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067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67" indent="0" algn="l" defTabSz="914362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38" indent="-228592" algn="l" defTabSz="914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" marR="0" lvl="0" indent="0" algn="l" defTabSz="912276" rtl="0" eaLnBrk="1" fontAlgn="base" latinLnBrk="0" hangingPunct="1">
              <a:lnSpc>
                <a:spcPct val="95000"/>
              </a:lnSpc>
              <a:spcBef>
                <a:spcPts val="1433"/>
              </a:spcBef>
              <a:spcAft>
                <a:spcPts val="1200"/>
              </a:spcAft>
              <a:buClr>
                <a:srgbClr val="0051AF"/>
              </a:buClr>
              <a:buSzPct val="90000"/>
              <a:buFont typeface="Arial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D274D"/>
                </a:solidFill>
                <a:effectLst/>
                <a:uLnTx/>
                <a:uFillTx/>
                <a:latin typeface="CiscoSansTT Light"/>
                <a:ea typeface="ＭＳ Ｐゴシック" charset="0"/>
                <a:cs typeface="CiscoSans"/>
              </a:rPr>
              <a:t>Cybersecurity jobs are not limited to tech companies only. All organizations need protection from cybersecurity threats. </a:t>
            </a:r>
          </a:p>
          <a:p>
            <a:pPr marL="57150" marR="0" lvl="0" indent="0" algn="l" defTabSz="912276" rtl="0" eaLnBrk="1" fontAlgn="base" latinLnBrk="0" hangingPunct="1">
              <a:lnSpc>
                <a:spcPct val="95000"/>
              </a:lnSpc>
              <a:spcBef>
                <a:spcPts val="1433"/>
              </a:spcBef>
              <a:spcAft>
                <a:spcPts val="1200"/>
              </a:spcAft>
              <a:buClr>
                <a:srgbClr val="0051AF"/>
              </a:buClr>
              <a:buSzPct val="90000"/>
              <a:buFont typeface="Arial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D274D"/>
                </a:solidFill>
                <a:effectLst/>
                <a:uLnTx/>
                <a:uFillTx/>
                <a:latin typeface="CiscoSansTT Light"/>
                <a:ea typeface="ＭＳ Ｐゴシック" charset="0"/>
                <a:cs typeface="CiscoSans"/>
              </a:rPr>
              <a:t>There is growing demand across industries, such as: </a:t>
            </a:r>
          </a:p>
          <a:p>
            <a:pPr marL="400050" marR="0" lvl="0" indent="-342900" algn="l" defTabSz="912276" rtl="0" eaLnBrk="1" fontAlgn="base" latinLnBrk="0" hangingPunct="1">
              <a:lnSpc>
                <a:spcPct val="95000"/>
              </a:lnSpc>
              <a:spcBef>
                <a:spcPts val="233"/>
              </a:spcBef>
              <a:spcAft>
                <a:spcPts val="0"/>
              </a:spcAft>
              <a:buClr>
                <a:srgbClr val="00BCEB"/>
              </a:buClr>
              <a:buSzPct val="90000"/>
              <a:buFont typeface="Arial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D274D"/>
                </a:solidFill>
                <a:effectLst/>
                <a:uLnTx/>
                <a:uFillTx/>
                <a:latin typeface="CiscoSansTT Light"/>
                <a:ea typeface="ＭＳ Ｐゴシック" charset="0"/>
                <a:cs typeface="CiscoSans"/>
              </a:rPr>
              <a:t>Healthcare</a:t>
            </a:r>
          </a:p>
          <a:p>
            <a:pPr marL="400050" marR="0" lvl="0" indent="-342900" algn="l" defTabSz="912276" rtl="0" eaLnBrk="1" fontAlgn="base" latinLnBrk="0" hangingPunct="1">
              <a:lnSpc>
                <a:spcPct val="95000"/>
              </a:lnSpc>
              <a:spcBef>
                <a:spcPts val="233"/>
              </a:spcBef>
              <a:spcAft>
                <a:spcPts val="0"/>
              </a:spcAft>
              <a:buClr>
                <a:srgbClr val="00BCEB"/>
              </a:buClr>
              <a:buSzPct val="90000"/>
              <a:buFont typeface="Arial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D274D"/>
                </a:solidFill>
                <a:effectLst/>
                <a:uLnTx/>
                <a:uFillTx/>
                <a:latin typeface="CiscoSansTT Light"/>
                <a:ea typeface="ＭＳ Ｐゴシック" charset="0"/>
                <a:cs typeface="CiscoSans"/>
              </a:rPr>
              <a:t>Transportation </a:t>
            </a:r>
          </a:p>
          <a:p>
            <a:pPr marL="400050" marR="0" lvl="0" indent="-342900" algn="l" defTabSz="912276" rtl="0" eaLnBrk="1" fontAlgn="base" latinLnBrk="0" hangingPunct="1">
              <a:lnSpc>
                <a:spcPct val="95000"/>
              </a:lnSpc>
              <a:spcBef>
                <a:spcPts val="233"/>
              </a:spcBef>
              <a:spcAft>
                <a:spcPts val="0"/>
              </a:spcAft>
              <a:buClr>
                <a:srgbClr val="00BCEB"/>
              </a:buClr>
              <a:buSzPct val="90000"/>
              <a:buFont typeface="Arial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D274D"/>
                </a:solidFill>
                <a:effectLst/>
                <a:uLnTx/>
                <a:uFillTx/>
                <a:latin typeface="CiscoSansTT Light"/>
                <a:ea typeface="ＭＳ Ｐゴシック" charset="0"/>
                <a:cs typeface="CiscoSans"/>
              </a:rPr>
              <a:t>Energy </a:t>
            </a:r>
          </a:p>
          <a:p>
            <a:pPr marL="400050" marR="0" lvl="0" indent="-342900" algn="l" defTabSz="912276" rtl="0" eaLnBrk="1" fontAlgn="base" latinLnBrk="0" hangingPunct="1">
              <a:lnSpc>
                <a:spcPct val="95000"/>
              </a:lnSpc>
              <a:spcBef>
                <a:spcPts val="233"/>
              </a:spcBef>
              <a:spcAft>
                <a:spcPts val="0"/>
              </a:spcAft>
              <a:buClr>
                <a:srgbClr val="00BCEB"/>
              </a:buClr>
              <a:buSzPct val="90000"/>
              <a:buFont typeface="Arial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D274D"/>
                </a:solidFill>
                <a:effectLst/>
                <a:uLnTx/>
                <a:uFillTx/>
                <a:latin typeface="CiscoSansTT Light"/>
                <a:ea typeface="ＭＳ Ｐゴシック" charset="0"/>
                <a:cs typeface="CiscoSans"/>
              </a:rPr>
              <a:t>Food </a:t>
            </a:r>
          </a:p>
          <a:p>
            <a:pPr marL="400050" marR="0" lvl="0" indent="-342900" algn="l" defTabSz="912276" rtl="0" eaLnBrk="1" fontAlgn="base" latinLnBrk="0" hangingPunct="1">
              <a:lnSpc>
                <a:spcPct val="95000"/>
              </a:lnSpc>
              <a:spcBef>
                <a:spcPts val="233"/>
              </a:spcBef>
              <a:spcAft>
                <a:spcPts val="0"/>
              </a:spcAft>
              <a:buClr>
                <a:srgbClr val="00BCEB"/>
              </a:buClr>
              <a:buSzPct val="90000"/>
              <a:buFont typeface="Arial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D274D"/>
                </a:solidFill>
                <a:effectLst/>
                <a:uLnTx/>
                <a:uFillTx/>
                <a:latin typeface="CiscoSansTT Light"/>
                <a:ea typeface="ＭＳ Ｐゴシック" charset="0"/>
                <a:cs typeface="CiscoSans"/>
              </a:rPr>
              <a:t>Water </a:t>
            </a:r>
          </a:p>
          <a:p>
            <a:pPr marL="400050" marR="0" lvl="0" indent="-342900" algn="l" defTabSz="912276" rtl="0" eaLnBrk="1" fontAlgn="base" latinLnBrk="0" hangingPunct="1">
              <a:lnSpc>
                <a:spcPct val="95000"/>
              </a:lnSpc>
              <a:spcBef>
                <a:spcPts val="233"/>
              </a:spcBef>
              <a:spcAft>
                <a:spcPts val="0"/>
              </a:spcAft>
              <a:buClr>
                <a:srgbClr val="00BCEB"/>
              </a:buClr>
              <a:buSzPct val="90000"/>
              <a:buFont typeface="Arial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D274D"/>
                </a:solidFill>
                <a:effectLst/>
                <a:uLnTx/>
                <a:uFillTx/>
                <a:latin typeface="CiscoSansTT Light"/>
                <a:ea typeface="ＭＳ Ｐゴシック" charset="0"/>
                <a:cs typeface="CiscoSans"/>
              </a:rPr>
              <a:t>Smart cities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7D6E09C3-FD75-A6E7-0D74-FB0999EA938E}"/>
              </a:ext>
            </a:extLst>
          </p:cNvPr>
          <p:cNvSpPr txBox="1"/>
          <p:nvPr/>
        </p:nvSpPr>
        <p:spPr>
          <a:xfrm>
            <a:off x="418182" y="6146333"/>
            <a:ext cx="2961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BCEB"/>
                </a:solidFill>
                <a:effectLst/>
                <a:uLnTx/>
                <a:uFillTx/>
                <a:latin typeface="CiscoSansTT Light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Beyond Tech: The Rising Demand for IT Skills in Non-Tech Industries, Burning Glass, 2019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BCEB"/>
              </a:solidFill>
              <a:effectLst/>
              <a:uLnTx/>
              <a:uFillTx/>
              <a:latin typeface="CiscoSansTT Light"/>
              <a:ea typeface="+mn-ea"/>
              <a:cs typeface="+mn-cs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064B676-91CA-31A5-63B3-31926E8061BC}"/>
              </a:ext>
            </a:extLst>
          </p:cNvPr>
          <p:cNvGrpSpPr/>
          <p:nvPr/>
        </p:nvGrpSpPr>
        <p:grpSpPr>
          <a:xfrm>
            <a:off x="3365591" y="4080381"/>
            <a:ext cx="2397463" cy="1219453"/>
            <a:chOff x="3018094" y="3901613"/>
            <a:chExt cx="1798097" cy="914590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4B3E0C74-AD18-8FCE-B212-CC03DEB7871E}"/>
                </a:ext>
              </a:extLst>
            </p:cNvPr>
            <p:cNvSpPr/>
            <p:nvPr/>
          </p:nvSpPr>
          <p:spPr>
            <a:xfrm>
              <a:off x="4582040" y="4238163"/>
              <a:ext cx="27378" cy="458762"/>
            </a:xfrm>
            <a:custGeom>
              <a:avLst/>
              <a:gdLst>
                <a:gd name="connsiteX0" fmla="*/ 0 w 27378"/>
                <a:gd name="connsiteY0" fmla="*/ 0 h 458762"/>
                <a:gd name="connsiteX1" fmla="*/ 27379 w 27378"/>
                <a:gd name="connsiteY1" fmla="*/ 0 h 458762"/>
                <a:gd name="connsiteX2" fmla="*/ 27379 w 27378"/>
                <a:gd name="connsiteY2" fmla="*/ 458763 h 458762"/>
                <a:gd name="connsiteX3" fmla="*/ 0 w 27378"/>
                <a:gd name="connsiteY3" fmla="*/ 458763 h 458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378" h="458762">
                  <a:moveTo>
                    <a:pt x="0" y="0"/>
                  </a:moveTo>
                  <a:lnTo>
                    <a:pt x="27379" y="0"/>
                  </a:lnTo>
                  <a:lnTo>
                    <a:pt x="27379" y="458763"/>
                  </a:lnTo>
                  <a:lnTo>
                    <a:pt x="0" y="458763"/>
                  </a:lnTo>
                  <a:close/>
                </a:path>
              </a:pathLst>
            </a:custGeom>
            <a:solidFill>
              <a:srgbClr val="FFFFFF"/>
            </a:solidFill>
            <a:ln w="669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</a:endParaRPr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27007D8-C326-5B33-53B0-E77175DC9504}"/>
                </a:ext>
              </a:extLst>
            </p:cNvPr>
            <p:cNvSpPr/>
            <p:nvPr/>
          </p:nvSpPr>
          <p:spPr>
            <a:xfrm>
              <a:off x="4578693" y="4234815"/>
              <a:ext cx="34072" cy="465526"/>
            </a:xfrm>
            <a:custGeom>
              <a:avLst/>
              <a:gdLst>
                <a:gd name="connsiteX0" fmla="*/ 30726 w 34072"/>
                <a:gd name="connsiteY0" fmla="*/ 465527 h 465526"/>
                <a:gd name="connsiteX1" fmla="*/ 3347 w 34072"/>
                <a:gd name="connsiteY1" fmla="*/ 465527 h 465526"/>
                <a:gd name="connsiteX2" fmla="*/ 0 w 34072"/>
                <a:gd name="connsiteY2" fmla="*/ 462178 h 465526"/>
                <a:gd name="connsiteX3" fmla="*/ 0 w 34072"/>
                <a:gd name="connsiteY3" fmla="*/ 3349 h 465526"/>
                <a:gd name="connsiteX4" fmla="*/ 3347 w 34072"/>
                <a:gd name="connsiteY4" fmla="*/ 0 h 465526"/>
                <a:gd name="connsiteX5" fmla="*/ 30726 w 34072"/>
                <a:gd name="connsiteY5" fmla="*/ 0 h 465526"/>
                <a:gd name="connsiteX6" fmla="*/ 34073 w 34072"/>
                <a:gd name="connsiteY6" fmla="*/ 3349 h 465526"/>
                <a:gd name="connsiteX7" fmla="*/ 34073 w 34072"/>
                <a:gd name="connsiteY7" fmla="*/ 462178 h 465526"/>
                <a:gd name="connsiteX8" fmla="*/ 30726 w 34072"/>
                <a:gd name="connsiteY8" fmla="*/ 465527 h 465526"/>
                <a:gd name="connsiteX9" fmla="*/ 6694 w 34072"/>
                <a:gd name="connsiteY9" fmla="*/ 458830 h 465526"/>
                <a:gd name="connsiteX10" fmla="*/ 27379 w 34072"/>
                <a:gd name="connsiteY10" fmla="*/ 458830 h 465526"/>
                <a:gd name="connsiteX11" fmla="*/ 27379 w 34072"/>
                <a:gd name="connsiteY11" fmla="*/ 6697 h 465526"/>
                <a:gd name="connsiteX12" fmla="*/ 6694 w 34072"/>
                <a:gd name="connsiteY12" fmla="*/ 6697 h 465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4072" h="465526">
                  <a:moveTo>
                    <a:pt x="30726" y="465527"/>
                  </a:moveTo>
                  <a:lnTo>
                    <a:pt x="3347" y="465527"/>
                  </a:lnTo>
                  <a:cubicBezTo>
                    <a:pt x="1499" y="465527"/>
                    <a:pt x="0" y="464027"/>
                    <a:pt x="0" y="462178"/>
                  </a:cubicBezTo>
                  <a:lnTo>
                    <a:pt x="0" y="3349"/>
                  </a:lnTo>
                  <a:cubicBezTo>
                    <a:pt x="0" y="1500"/>
                    <a:pt x="1499" y="0"/>
                    <a:pt x="3347" y="0"/>
                  </a:cubicBezTo>
                  <a:lnTo>
                    <a:pt x="30726" y="0"/>
                  </a:lnTo>
                  <a:cubicBezTo>
                    <a:pt x="32560" y="34"/>
                    <a:pt x="34039" y="1514"/>
                    <a:pt x="34073" y="3349"/>
                  </a:cubicBezTo>
                  <a:lnTo>
                    <a:pt x="34073" y="462178"/>
                  </a:lnTo>
                  <a:cubicBezTo>
                    <a:pt x="34039" y="464013"/>
                    <a:pt x="32560" y="465493"/>
                    <a:pt x="30726" y="465527"/>
                  </a:cubicBezTo>
                  <a:close/>
                  <a:moveTo>
                    <a:pt x="6694" y="458830"/>
                  </a:moveTo>
                  <a:lnTo>
                    <a:pt x="27379" y="458830"/>
                  </a:lnTo>
                  <a:lnTo>
                    <a:pt x="27379" y="6697"/>
                  </a:lnTo>
                  <a:lnTo>
                    <a:pt x="6694" y="6697"/>
                  </a:lnTo>
                  <a:close/>
                </a:path>
              </a:pathLst>
            </a:custGeom>
            <a:solidFill>
              <a:srgbClr val="0B2750"/>
            </a:solidFill>
            <a:ln w="669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</a:endParaRPr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06DED047-E100-D0C2-CD3E-D679F266C43E}"/>
                </a:ext>
              </a:extLst>
            </p:cNvPr>
            <p:cNvSpPr/>
            <p:nvPr/>
          </p:nvSpPr>
          <p:spPr>
            <a:xfrm>
              <a:off x="4582040" y="4238163"/>
              <a:ext cx="27378" cy="21766"/>
            </a:xfrm>
            <a:custGeom>
              <a:avLst/>
              <a:gdLst>
                <a:gd name="connsiteX0" fmla="*/ 0 w 27378"/>
                <a:gd name="connsiteY0" fmla="*/ 10984 h 21766"/>
                <a:gd name="connsiteX1" fmla="*/ 27379 w 27378"/>
                <a:gd name="connsiteY1" fmla="*/ 21766 h 21766"/>
                <a:gd name="connsiteX2" fmla="*/ 27379 w 27378"/>
                <a:gd name="connsiteY2" fmla="*/ 0 h 21766"/>
                <a:gd name="connsiteX3" fmla="*/ 0 w 27378"/>
                <a:gd name="connsiteY3" fmla="*/ 0 h 2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378" h="21766">
                  <a:moveTo>
                    <a:pt x="0" y="10984"/>
                  </a:moveTo>
                  <a:cubicBezTo>
                    <a:pt x="0" y="10984"/>
                    <a:pt x="17806" y="21766"/>
                    <a:pt x="27379" y="21766"/>
                  </a:cubicBezTo>
                  <a:lnTo>
                    <a:pt x="2737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2750"/>
            </a:solidFill>
            <a:ln w="669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</a:endParaRPr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DC3932A8-A3E2-D4D0-911B-83E06C1481A7}"/>
                </a:ext>
              </a:extLst>
            </p:cNvPr>
            <p:cNvSpPr/>
            <p:nvPr/>
          </p:nvSpPr>
          <p:spPr>
            <a:xfrm>
              <a:off x="4578693" y="4234815"/>
              <a:ext cx="34072" cy="28463"/>
            </a:xfrm>
            <a:custGeom>
              <a:avLst/>
              <a:gdLst>
                <a:gd name="connsiteX0" fmla="*/ 30726 w 34072"/>
                <a:gd name="connsiteY0" fmla="*/ 28463 h 28463"/>
                <a:gd name="connsiteX1" fmla="*/ 1606 w 34072"/>
                <a:gd name="connsiteY1" fmla="*/ 17212 h 28463"/>
                <a:gd name="connsiteX2" fmla="*/ 0 w 34072"/>
                <a:gd name="connsiteY2" fmla="*/ 14332 h 28463"/>
                <a:gd name="connsiteX3" fmla="*/ 0 w 34072"/>
                <a:gd name="connsiteY3" fmla="*/ 3349 h 28463"/>
                <a:gd name="connsiteX4" fmla="*/ 3347 w 34072"/>
                <a:gd name="connsiteY4" fmla="*/ 0 h 28463"/>
                <a:gd name="connsiteX5" fmla="*/ 30726 w 34072"/>
                <a:gd name="connsiteY5" fmla="*/ 0 h 28463"/>
                <a:gd name="connsiteX6" fmla="*/ 34073 w 34072"/>
                <a:gd name="connsiteY6" fmla="*/ 3349 h 28463"/>
                <a:gd name="connsiteX7" fmla="*/ 34073 w 34072"/>
                <a:gd name="connsiteY7" fmla="*/ 25115 h 28463"/>
                <a:gd name="connsiteX8" fmla="*/ 30726 w 34072"/>
                <a:gd name="connsiteY8" fmla="*/ 28463 h 28463"/>
                <a:gd name="connsiteX9" fmla="*/ 6694 w 34072"/>
                <a:gd name="connsiteY9" fmla="*/ 12390 h 28463"/>
                <a:gd name="connsiteX10" fmla="*/ 27379 w 34072"/>
                <a:gd name="connsiteY10" fmla="*/ 21364 h 28463"/>
                <a:gd name="connsiteX11" fmla="*/ 27379 w 34072"/>
                <a:gd name="connsiteY11" fmla="*/ 6697 h 28463"/>
                <a:gd name="connsiteX12" fmla="*/ 6694 w 34072"/>
                <a:gd name="connsiteY12" fmla="*/ 6697 h 28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4072" h="28463">
                  <a:moveTo>
                    <a:pt x="30726" y="28463"/>
                  </a:moveTo>
                  <a:cubicBezTo>
                    <a:pt x="20484" y="28463"/>
                    <a:pt x="3481" y="18350"/>
                    <a:pt x="1606" y="17212"/>
                  </a:cubicBezTo>
                  <a:cubicBezTo>
                    <a:pt x="623" y="16583"/>
                    <a:pt x="20" y="15504"/>
                    <a:pt x="0" y="14332"/>
                  </a:cubicBezTo>
                  <a:lnTo>
                    <a:pt x="0" y="3349"/>
                  </a:lnTo>
                  <a:cubicBezTo>
                    <a:pt x="0" y="1500"/>
                    <a:pt x="1499" y="0"/>
                    <a:pt x="3347" y="0"/>
                  </a:cubicBezTo>
                  <a:lnTo>
                    <a:pt x="30726" y="0"/>
                  </a:lnTo>
                  <a:cubicBezTo>
                    <a:pt x="32560" y="34"/>
                    <a:pt x="34039" y="1514"/>
                    <a:pt x="34073" y="3349"/>
                  </a:cubicBezTo>
                  <a:lnTo>
                    <a:pt x="34073" y="25115"/>
                  </a:lnTo>
                  <a:cubicBezTo>
                    <a:pt x="34073" y="26963"/>
                    <a:pt x="32573" y="28463"/>
                    <a:pt x="30726" y="28463"/>
                  </a:cubicBezTo>
                  <a:close/>
                  <a:moveTo>
                    <a:pt x="6694" y="12390"/>
                  </a:moveTo>
                  <a:cubicBezTo>
                    <a:pt x="13160" y="16294"/>
                    <a:pt x="20115" y="19308"/>
                    <a:pt x="27379" y="21364"/>
                  </a:cubicBezTo>
                  <a:lnTo>
                    <a:pt x="27379" y="6697"/>
                  </a:lnTo>
                  <a:lnTo>
                    <a:pt x="6694" y="6697"/>
                  </a:lnTo>
                  <a:close/>
                </a:path>
              </a:pathLst>
            </a:custGeom>
            <a:solidFill>
              <a:srgbClr val="0B2750"/>
            </a:solidFill>
            <a:ln w="669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</a:endParaRPr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E6A076BB-509F-A1C7-476F-CF8531A542B5}"/>
                </a:ext>
              </a:extLst>
            </p:cNvPr>
            <p:cNvSpPr/>
            <p:nvPr/>
          </p:nvSpPr>
          <p:spPr>
            <a:xfrm>
              <a:off x="4569590" y="4197243"/>
              <a:ext cx="49669" cy="49693"/>
            </a:xfrm>
            <a:custGeom>
              <a:avLst/>
              <a:gdLst>
                <a:gd name="connsiteX0" fmla="*/ 49669 w 49669"/>
                <a:gd name="connsiteY0" fmla="*/ 24847 h 49693"/>
                <a:gd name="connsiteX1" fmla="*/ 24835 w 49669"/>
                <a:gd name="connsiteY1" fmla="*/ 49694 h 49693"/>
                <a:gd name="connsiteX2" fmla="*/ 0 w 49669"/>
                <a:gd name="connsiteY2" fmla="*/ 24847 h 49693"/>
                <a:gd name="connsiteX3" fmla="*/ 24835 w 49669"/>
                <a:gd name="connsiteY3" fmla="*/ 0 h 49693"/>
                <a:gd name="connsiteX4" fmla="*/ 49669 w 49669"/>
                <a:gd name="connsiteY4" fmla="*/ 24847 h 49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669" h="49693">
                  <a:moveTo>
                    <a:pt x="49669" y="24847"/>
                  </a:moveTo>
                  <a:cubicBezTo>
                    <a:pt x="49669" y="38569"/>
                    <a:pt x="38551" y="49694"/>
                    <a:pt x="24835" y="49694"/>
                  </a:cubicBezTo>
                  <a:cubicBezTo>
                    <a:pt x="11119" y="49694"/>
                    <a:pt x="0" y="38570"/>
                    <a:pt x="0" y="24847"/>
                  </a:cubicBezTo>
                  <a:cubicBezTo>
                    <a:pt x="0" y="11124"/>
                    <a:pt x="11118" y="0"/>
                    <a:pt x="24835" y="0"/>
                  </a:cubicBezTo>
                  <a:cubicBezTo>
                    <a:pt x="38550" y="0"/>
                    <a:pt x="49669" y="11124"/>
                    <a:pt x="49669" y="24847"/>
                  </a:cubicBezTo>
                  <a:close/>
                </a:path>
              </a:pathLst>
            </a:custGeom>
            <a:solidFill>
              <a:srgbClr val="FFFFFF"/>
            </a:solidFill>
            <a:ln w="669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</a:endParaRPr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770B509A-CCDD-8D22-5FC2-40E1110DC835}"/>
                </a:ext>
              </a:extLst>
            </p:cNvPr>
            <p:cNvSpPr/>
            <p:nvPr/>
          </p:nvSpPr>
          <p:spPr>
            <a:xfrm>
              <a:off x="4566243" y="4193894"/>
              <a:ext cx="56363" cy="56390"/>
            </a:xfrm>
            <a:custGeom>
              <a:avLst/>
              <a:gdLst>
                <a:gd name="connsiteX0" fmla="*/ 28181 w 56363"/>
                <a:gd name="connsiteY0" fmla="*/ 56391 h 56390"/>
                <a:gd name="connsiteX1" fmla="*/ 0 w 56363"/>
                <a:gd name="connsiteY1" fmla="*/ 28195 h 56390"/>
                <a:gd name="connsiteX2" fmla="*/ 28181 w 56363"/>
                <a:gd name="connsiteY2" fmla="*/ 0 h 56390"/>
                <a:gd name="connsiteX3" fmla="*/ 56363 w 56363"/>
                <a:gd name="connsiteY3" fmla="*/ 28195 h 56390"/>
                <a:gd name="connsiteX4" fmla="*/ 28181 w 56363"/>
                <a:gd name="connsiteY4" fmla="*/ 56391 h 56390"/>
                <a:gd name="connsiteX5" fmla="*/ 28181 w 56363"/>
                <a:gd name="connsiteY5" fmla="*/ 6764 h 56390"/>
                <a:gd name="connsiteX6" fmla="*/ 6694 w 56363"/>
                <a:gd name="connsiteY6" fmla="*/ 28262 h 56390"/>
                <a:gd name="connsiteX7" fmla="*/ 28181 w 56363"/>
                <a:gd name="connsiteY7" fmla="*/ 49761 h 56390"/>
                <a:gd name="connsiteX8" fmla="*/ 49669 w 56363"/>
                <a:gd name="connsiteY8" fmla="*/ 28262 h 56390"/>
                <a:gd name="connsiteX9" fmla="*/ 49669 w 56363"/>
                <a:gd name="connsiteY9" fmla="*/ 28195 h 56390"/>
                <a:gd name="connsiteX10" fmla="*/ 28248 w 56363"/>
                <a:gd name="connsiteY10" fmla="*/ 6764 h 56390"/>
                <a:gd name="connsiteX11" fmla="*/ 28181 w 56363"/>
                <a:gd name="connsiteY11" fmla="*/ 6764 h 56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6363" h="56390">
                  <a:moveTo>
                    <a:pt x="28181" y="56391"/>
                  </a:moveTo>
                  <a:cubicBezTo>
                    <a:pt x="12618" y="56391"/>
                    <a:pt x="0" y="43766"/>
                    <a:pt x="0" y="28195"/>
                  </a:cubicBezTo>
                  <a:cubicBezTo>
                    <a:pt x="0" y="12624"/>
                    <a:pt x="12618" y="0"/>
                    <a:pt x="28181" y="0"/>
                  </a:cubicBezTo>
                  <a:cubicBezTo>
                    <a:pt x="43745" y="0"/>
                    <a:pt x="56363" y="12624"/>
                    <a:pt x="56363" y="28195"/>
                  </a:cubicBezTo>
                  <a:cubicBezTo>
                    <a:pt x="56363" y="43766"/>
                    <a:pt x="43745" y="56391"/>
                    <a:pt x="28181" y="56391"/>
                  </a:cubicBezTo>
                  <a:close/>
                  <a:moveTo>
                    <a:pt x="28181" y="6764"/>
                  </a:moveTo>
                  <a:cubicBezTo>
                    <a:pt x="16313" y="6764"/>
                    <a:pt x="6694" y="16388"/>
                    <a:pt x="6694" y="28262"/>
                  </a:cubicBezTo>
                  <a:cubicBezTo>
                    <a:pt x="6694" y="40137"/>
                    <a:pt x="16313" y="49761"/>
                    <a:pt x="28181" y="49761"/>
                  </a:cubicBezTo>
                  <a:cubicBezTo>
                    <a:pt x="40050" y="49761"/>
                    <a:pt x="49669" y="40137"/>
                    <a:pt x="49669" y="28262"/>
                  </a:cubicBezTo>
                  <a:cubicBezTo>
                    <a:pt x="49669" y="28242"/>
                    <a:pt x="49669" y="28215"/>
                    <a:pt x="49669" y="28195"/>
                  </a:cubicBezTo>
                  <a:cubicBezTo>
                    <a:pt x="49669" y="16361"/>
                    <a:pt x="40077" y="6764"/>
                    <a:pt x="28248" y="6764"/>
                  </a:cubicBezTo>
                  <a:cubicBezTo>
                    <a:pt x="28228" y="6764"/>
                    <a:pt x="28202" y="6764"/>
                    <a:pt x="28181" y="6764"/>
                  </a:cubicBezTo>
                  <a:close/>
                </a:path>
              </a:pathLst>
            </a:custGeom>
            <a:solidFill>
              <a:srgbClr val="0B2750"/>
            </a:solidFill>
            <a:ln w="669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</a:endParaRPr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AF2F3752-53A8-7C0B-C33B-F5E7E2D863AF}"/>
                </a:ext>
              </a:extLst>
            </p:cNvPr>
            <p:cNvSpPr/>
            <p:nvPr/>
          </p:nvSpPr>
          <p:spPr>
            <a:xfrm>
              <a:off x="4593487" y="4221152"/>
              <a:ext cx="219479" cy="211575"/>
            </a:xfrm>
            <a:custGeom>
              <a:avLst/>
              <a:gdLst>
                <a:gd name="connsiteX0" fmla="*/ 205372 w 219479"/>
                <a:gd name="connsiteY0" fmla="*/ 209490 h 211575"/>
                <a:gd name="connsiteX1" fmla="*/ 16467 w 219479"/>
                <a:gd name="connsiteY1" fmla="*/ 41657 h 211575"/>
                <a:gd name="connsiteX2" fmla="*/ 3882 w 219479"/>
                <a:gd name="connsiteY2" fmla="*/ 19623 h 211575"/>
                <a:gd name="connsiteX3" fmla="*/ 0 w 219479"/>
                <a:gd name="connsiteY3" fmla="*/ 0 h 211575"/>
                <a:gd name="connsiteX4" fmla="*/ 19747 w 219479"/>
                <a:gd name="connsiteY4" fmla="*/ 3080 h 211575"/>
                <a:gd name="connsiteX5" fmla="*/ 42239 w 219479"/>
                <a:gd name="connsiteY5" fmla="*/ 14801 h 211575"/>
                <a:gd name="connsiteX6" fmla="*/ 217220 w 219479"/>
                <a:gd name="connsiteY6" fmla="*/ 197167 h 211575"/>
                <a:gd name="connsiteX7" fmla="*/ 217220 w 219479"/>
                <a:gd name="connsiteY7" fmla="*/ 208553 h 211575"/>
                <a:gd name="connsiteX8" fmla="*/ 216752 w 219479"/>
                <a:gd name="connsiteY8" fmla="*/ 209021 h 211575"/>
                <a:gd name="connsiteX9" fmla="*/ 205372 w 219479"/>
                <a:gd name="connsiteY9" fmla="*/ 209490 h 211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19479" h="211575">
                  <a:moveTo>
                    <a:pt x="205372" y="209490"/>
                  </a:moveTo>
                  <a:lnTo>
                    <a:pt x="16467" y="41657"/>
                  </a:lnTo>
                  <a:cubicBezTo>
                    <a:pt x="9967" y="35897"/>
                    <a:pt x="5543" y="28155"/>
                    <a:pt x="3882" y="19623"/>
                  </a:cubicBezTo>
                  <a:lnTo>
                    <a:pt x="0" y="0"/>
                  </a:lnTo>
                  <a:lnTo>
                    <a:pt x="19747" y="3080"/>
                  </a:lnTo>
                  <a:cubicBezTo>
                    <a:pt x="28329" y="4407"/>
                    <a:pt x="36234" y="8525"/>
                    <a:pt x="42239" y="14801"/>
                  </a:cubicBezTo>
                  <a:lnTo>
                    <a:pt x="217220" y="197167"/>
                  </a:lnTo>
                  <a:cubicBezTo>
                    <a:pt x="220232" y="200362"/>
                    <a:pt x="220232" y="205351"/>
                    <a:pt x="217220" y="208553"/>
                  </a:cubicBezTo>
                  <a:lnTo>
                    <a:pt x="216752" y="209021"/>
                  </a:lnTo>
                  <a:cubicBezTo>
                    <a:pt x="213712" y="212236"/>
                    <a:pt x="208665" y="212444"/>
                    <a:pt x="205372" y="209490"/>
                  </a:cubicBezTo>
                  <a:close/>
                </a:path>
              </a:pathLst>
            </a:custGeom>
            <a:solidFill>
              <a:srgbClr val="FFFFFF"/>
            </a:solidFill>
            <a:ln w="669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</a:endParaRPr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D488914A-0D44-91A9-6093-D754ECD7BCB7}"/>
                </a:ext>
              </a:extLst>
            </p:cNvPr>
            <p:cNvSpPr/>
            <p:nvPr/>
          </p:nvSpPr>
          <p:spPr>
            <a:xfrm>
              <a:off x="4590412" y="4218098"/>
              <a:ext cx="225779" cy="217902"/>
            </a:xfrm>
            <a:custGeom>
              <a:avLst/>
              <a:gdLst>
                <a:gd name="connsiteX0" fmla="*/ 213735 w 225779"/>
                <a:gd name="connsiteY0" fmla="*/ 217903 h 217902"/>
                <a:gd name="connsiteX1" fmla="*/ 206238 w 225779"/>
                <a:gd name="connsiteY1" fmla="*/ 215023 h 217902"/>
                <a:gd name="connsiteX2" fmla="*/ 17267 w 225779"/>
                <a:gd name="connsiteY2" fmla="*/ 47591 h 217902"/>
                <a:gd name="connsiteX3" fmla="*/ 3879 w 225779"/>
                <a:gd name="connsiteY3" fmla="*/ 23682 h 217902"/>
                <a:gd name="connsiteX4" fmla="*/ 63 w 225779"/>
                <a:gd name="connsiteY4" fmla="*/ 3992 h 217902"/>
                <a:gd name="connsiteX5" fmla="*/ 2700 w 225779"/>
                <a:gd name="connsiteY5" fmla="*/ 61 h 217902"/>
                <a:gd name="connsiteX6" fmla="*/ 3879 w 225779"/>
                <a:gd name="connsiteY6" fmla="*/ 41 h 217902"/>
                <a:gd name="connsiteX7" fmla="*/ 23961 w 225779"/>
                <a:gd name="connsiteY7" fmla="*/ 3188 h 217902"/>
                <a:gd name="connsiteX8" fmla="*/ 48327 w 225779"/>
                <a:gd name="connsiteY8" fmla="*/ 15913 h 217902"/>
                <a:gd name="connsiteX9" fmla="*/ 222572 w 225779"/>
                <a:gd name="connsiteY9" fmla="*/ 197945 h 217902"/>
                <a:gd name="connsiteX10" fmla="*/ 222572 w 225779"/>
                <a:gd name="connsiteY10" fmla="*/ 213951 h 217902"/>
                <a:gd name="connsiteX11" fmla="*/ 213735 w 225779"/>
                <a:gd name="connsiteY11" fmla="*/ 217903 h 217902"/>
                <a:gd name="connsiteX12" fmla="*/ 7293 w 225779"/>
                <a:gd name="connsiteY12" fmla="*/ 7073 h 217902"/>
                <a:gd name="connsiteX13" fmla="*/ 10238 w 225779"/>
                <a:gd name="connsiteY13" fmla="*/ 22075 h 217902"/>
                <a:gd name="connsiteX14" fmla="*/ 21752 w 225779"/>
                <a:gd name="connsiteY14" fmla="*/ 42166 h 217902"/>
                <a:gd name="connsiteX15" fmla="*/ 210656 w 225779"/>
                <a:gd name="connsiteY15" fmla="*/ 210000 h 217902"/>
                <a:gd name="connsiteX16" fmla="*/ 210656 w 225779"/>
                <a:gd name="connsiteY16" fmla="*/ 210000 h 217902"/>
                <a:gd name="connsiteX17" fmla="*/ 217350 w 225779"/>
                <a:gd name="connsiteY17" fmla="*/ 210000 h 217902"/>
                <a:gd name="connsiteX18" fmla="*/ 217866 w 225779"/>
                <a:gd name="connsiteY18" fmla="*/ 202820 h 217902"/>
                <a:gd name="connsiteX19" fmla="*/ 217819 w 225779"/>
                <a:gd name="connsiteY19" fmla="*/ 202767 h 217902"/>
                <a:gd name="connsiteX20" fmla="*/ 42838 w 225779"/>
                <a:gd name="connsiteY20" fmla="*/ 20400 h 217902"/>
                <a:gd name="connsiteX21" fmla="*/ 22287 w 225779"/>
                <a:gd name="connsiteY21" fmla="*/ 9618 h 217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5779" h="217902">
                  <a:moveTo>
                    <a:pt x="213735" y="217903"/>
                  </a:moveTo>
                  <a:cubicBezTo>
                    <a:pt x="210964" y="217910"/>
                    <a:pt x="208293" y="216885"/>
                    <a:pt x="206238" y="215023"/>
                  </a:cubicBezTo>
                  <a:lnTo>
                    <a:pt x="17267" y="47591"/>
                  </a:lnTo>
                  <a:cubicBezTo>
                    <a:pt x="10379" y="41249"/>
                    <a:pt x="5686" y="32871"/>
                    <a:pt x="3879" y="23682"/>
                  </a:cubicBezTo>
                  <a:lnTo>
                    <a:pt x="63" y="3992"/>
                  </a:lnTo>
                  <a:cubicBezTo>
                    <a:pt x="-292" y="2177"/>
                    <a:pt x="886" y="416"/>
                    <a:pt x="2700" y="61"/>
                  </a:cubicBezTo>
                  <a:cubicBezTo>
                    <a:pt x="3089" y="-13"/>
                    <a:pt x="3490" y="-20"/>
                    <a:pt x="3879" y="41"/>
                  </a:cubicBezTo>
                  <a:lnTo>
                    <a:pt x="23961" y="3188"/>
                  </a:lnTo>
                  <a:cubicBezTo>
                    <a:pt x="33259" y="4635"/>
                    <a:pt x="41827" y="9102"/>
                    <a:pt x="48327" y="15913"/>
                  </a:cubicBezTo>
                  <a:lnTo>
                    <a:pt x="222572" y="197945"/>
                  </a:lnTo>
                  <a:cubicBezTo>
                    <a:pt x="226849" y="202425"/>
                    <a:pt x="226849" y="209471"/>
                    <a:pt x="222572" y="213951"/>
                  </a:cubicBezTo>
                  <a:cubicBezTo>
                    <a:pt x="220295" y="216429"/>
                    <a:pt x="217096" y="217856"/>
                    <a:pt x="213735" y="217903"/>
                  </a:cubicBezTo>
                  <a:close/>
                  <a:moveTo>
                    <a:pt x="7293" y="7073"/>
                  </a:moveTo>
                  <a:lnTo>
                    <a:pt x="10238" y="22075"/>
                  </a:lnTo>
                  <a:cubicBezTo>
                    <a:pt x="11771" y="29850"/>
                    <a:pt x="15814" y="36916"/>
                    <a:pt x="21752" y="42166"/>
                  </a:cubicBezTo>
                  <a:lnTo>
                    <a:pt x="210656" y="210000"/>
                  </a:lnTo>
                  <a:lnTo>
                    <a:pt x="210656" y="210000"/>
                  </a:lnTo>
                  <a:cubicBezTo>
                    <a:pt x="212537" y="211768"/>
                    <a:pt x="215469" y="211768"/>
                    <a:pt x="217350" y="210000"/>
                  </a:cubicBezTo>
                  <a:cubicBezTo>
                    <a:pt x="219472" y="208158"/>
                    <a:pt x="219707" y="204943"/>
                    <a:pt x="217866" y="202820"/>
                  </a:cubicBezTo>
                  <a:cubicBezTo>
                    <a:pt x="217852" y="202800"/>
                    <a:pt x="217832" y="202787"/>
                    <a:pt x="217819" y="202767"/>
                  </a:cubicBezTo>
                  <a:lnTo>
                    <a:pt x="42838" y="20400"/>
                  </a:lnTo>
                  <a:cubicBezTo>
                    <a:pt x="37329" y="14681"/>
                    <a:pt x="30119" y="10904"/>
                    <a:pt x="22287" y="9618"/>
                  </a:cubicBezTo>
                  <a:close/>
                </a:path>
              </a:pathLst>
            </a:custGeom>
            <a:solidFill>
              <a:srgbClr val="0B2750"/>
            </a:solidFill>
            <a:ln w="669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</a:endParaRPr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AFCF6A76-FEC2-CAB0-793A-E983E3A7CE28}"/>
                </a:ext>
              </a:extLst>
            </p:cNvPr>
            <p:cNvSpPr/>
            <p:nvPr/>
          </p:nvSpPr>
          <p:spPr>
            <a:xfrm>
              <a:off x="4303088" y="4211901"/>
              <a:ext cx="289462" cy="98302"/>
            </a:xfrm>
            <a:custGeom>
              <a:avLst/>
              <a:gdLst>
                <a:gd name="connsiteX0" fmla="*/ 5369 w 289462"/>
                <a:gd name="connsiteY0" fmla="*/ 81849 h 98302"/>
                <a:gd name="connsiteX1" fmla="*/ 245148 w 289462"/>
                <a:gd name="connsiteY1" fmla="*/ 2085 h 98302"/>
                <a:gd name="connsiteX2" fmla="*/ 270518 w 289462"/>
                <a:gd name="connsiteY2" fmla="*/ 2085 h 98302"/>
                <a:gd name="connsiteX3" fmla="*/ 289463 w 289462"/>
                <a:gd name="connsiteY3" fmla="*/ 8782 h 98302"/>
                <a:gd name="connsiteX4" fmla="*/ 276878 w 289462"/>
                <a:gd name="connsiteY4" fmla="*/ 24386 h 98302"/>
                <a:gd name="connsiteX5" fmla="*/ 255457 w 289462"/>
                <a:gd name="connsiteY5" fmla="*/ 37781 h 98302"/>
                <a:gd name="connsiteX6" fmla="*/ 10122 w 289462"/>
                <a:gd name="connsiteY6" fmla="*/ 98056 h 98302"/>
                <a:gd name="connsiteX7" fmla="*/ 282 w 289462"/>
                <a:gd name="connsiteY7" fmla="*/ 92364 h 98302"/>
                <a:gd name="connsiteX8" fmla="*/ 282 w 289462"/>
                <a:gd name="connsiteY8" fmla="*/ 91761 h 98302"/>
                <a:gd name="connsiteX9" fmla="*/ 5369 w 289462"/>
                <a:gd name="connsiteY9" fmla="*/ 81849 h 98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89462" h="98302">
                  <a:moveTo>
                    <a:pt x="5369" y="81849"/>
                  </a:moveTo>
                  <a:lnTo>
                    <a:pt x="245148" y="2085"/>
                  </a:lnTo>
                  <a:cubicBezTo>
                    <a:pt x="253375" y="-695"/>
                    <a:pt x="262292" y="-695"/>
                    <a:pt x="270518" y="2085"/>
                  </a:cubicBezTo>
                  <a:lnTo>
                    <a:pt x="289463" y="8782"/>
                  </a:lnTo>
                  <a:lnTo>
                    <a:pt x="276878" y="24386"/>
                  </a:lnTo>
                  <a:cubicBezTo>
                    <a:pt x="271382" y="31064"/>
                    <a:pt x="263865" y="35765"/>
                    <a:pt x="255457" y="37781"/>
                  </a:cubicBezTo>
                  <a:lnTo>
                    <a:pt x="10122" y="98056"/>
                  </a:lnTo>
                  <a:cubicBezTo>
                    <a:pt x="5844" y="99128"/>
                    <a:pt x="1487" y="96610"/>
                    <a:pt x="282" y="92364"/>
                  </a:cubicBezTo>
                  <a:lnTo>
                    <a:pt x="282" y="91761"/>
                  </a:lnTo>
                  <a:cubicBezTo>
                    <a:pt x="-816" y="87642"/>
                    <a:pt x="1380" y="83356"/>
                    <a:pt x="5369" y="81849"/>
                  </a:cubicBezTo>
                  <a:close/>
                </a:path>
              </a:pathLst>
            </a:custGeom>
            <a:solidFill>
              <a:srgbClr val="FFFFFF"/>
            </a:solidFill>
            <a:ln w="669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</a:endParaRPr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6B3B54A7-90E0-5578-DA88-11DD7AA9A763}"/>
                </a:ext>
              </a:extLst>
            </p:cNvPr>
            <p:cNvSpPr/>
            <p:nvPr/>
          </p:nvSpPr>
          <p:spPr>
            <a:xfrm>
              <a:off x="4299254" y="4208536"/>
              <a:ext cx="296364" cy="105239"/>
            </a:xfrm>
            <a:custGeom>
              <a:avLst/>
              <a:gdLst>
                <a:gd name="connsiteX0" fmla="*/ 11679 w 296364"/>
                <a:gd name="connsiteY0" fmla="*/ 105239 h 105239"/>
                <a:gd name="connsiteX1" fmla="*/ 634 w 296364"/>
                <a:gd name="connsiteY1" fmla="*/ 96868 h 105239"/>
                <a:gd name="connsiteX2" fmla="*/ 7864 w 296364"/>
                <a:gd name="connsiteY2" fmla="*/ 82067 h 105239"/>
                <a:gd name="connsiteX3" fmla="*/ 7864 w 296364"/>
                <a:gd name="connsiteY3" fmla="*/ 82067 h 105239"/>
                <a:gd name="connsiteX4" fmla="*/ 247643 w 296364"/>
                <a:gd name="connsiteY4" fmla="*/ 2235 h 105239"/>
                <a:gd name="connsiteX5" fmla="*/ 275155 w 296364"/>
                <a:gd name="connsiteY5" fmla="*/ 2235 h 105239"/>
                <a:gd name="connsiteX6" fmla="*/ 294099 w 296364"/>
                <a:gd name="connsiteY6" fmla="*/ 8933 h 105239"/>
                <a:gd name="connsiteX7" fmla="*/ 296241 w 296364"/>
                <a:gd name="connsiteY7" fmla="*/ 11143 h 105239"/>
                <a:gd name="connsiteX8" fmla="*/ 295639 w 296364"/>
                <a:gd name="connsiteY8" fmla="*/ 14157 h 105239"/>
                <a:gd name="connsiteX9" fmla="*/ 283054 w 296364"/>
                <a:gd name="connsiteY9" fmla="*/ 29761 h 105239"/>
                <a:gd name="connsiteX10" fmla="*/ 259826 w 296364"/>
                <a:gd name="connsiteY10" fmla="*/ 44562 h 105239"/>
                <a:gd name="connsiteX11" fmla="*/ 14491 w 296364"/>
                <a:gd name="connsiteY11" fmla="*/ 104837 h 105239"/>
                <a:gd name="connsiteX12" fmla="*/ 11679 w 296364"/>
                <a:gd name="connsiteY12" fmla="*/ 105239 h 105239"/>
                <a:gd name="connsiteX13" fmla="*/ 10006 w 296364"/>
                <a:gd name="connsiteY13" fmla="*/ 88429 h 105239"/>
                <a:gd name="connsiteX14" fmla="*/ 6860 w 296364"/>
                <a:gd name="connsiteY14" fmla="*/ 94390 h 105239"/>
                <a:gd name="connsiteX15" fmla="*/ 12737 w 296364"/>
                <a:gd name="connsiteY15" fmla="*/ 98368 h 105239"/>
                <a:gd name="connsiteX16" fmla="*/ 12884 w 296364"/>
                <a:gd name="connsiteY16" fmla="*/ 98341 h 105239"/>
                <a:gd name="connsiteX17" fmla="*/ 258219 w 296364"/>
                <a:gd name="connsiteY17" fmla="*/ 38066 h 105239"/>
                <a:gd name="connsiteX18" fmla="*/ 277833 w 296364"/>
                <a:gd name="connsiteY18" fmla="*/ 25609 h 105239"/>
                <a:gd name="connsiteX19" fmla="*/ 287405 w 296364"/>
                <a:gd name="connsiteY19" fmla="*/ 13688 h 105239"/>
                <a:gd name="connsiteX20" fmla="*/ 272946 w 296364"/>
                <a:gd name="connsiteY20" fmla="*/ 8799 h 105239"/>
                <a:gd name="connsiteX21" fmla="*/ 249718 w 296364"/>
                <a:gd name="connsiteY21" fmla="*/ 8799 h 105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6364" h="105239">
                  <a:moveTo>
                    <a:pt x="11679" y="105239"/>
                  </a:moveTo>
                  <a:cubicBezTo>
                    <a:pt x="6545" y="105226"/>
                    <a:pt x="2040" y="101810"/>
                    <a:pt x="634" y="96868"/>
                  </a:cubicBezTo>
                  <a:cubicBezTo>
                    <a:pt x="-1454" y="90780"/>
                    <a:pt x="1785" y="84156"/>
                    <a:pt x="7864" y="82067"/>
                  </a:cubicBezTo>
                  <a:lnTo>
                    <a:pt x="7864" y="82067"/>
                  </a:lnTo>
                  <a:lnTo>
                    <a:pt x="247643" y="2235"/>
                  </a:lnTo>
                  <a:cubicBezTo>
                    <a:pt x="256572" y="-745"/>
                    <a:pt x="266225" y="-745"/>
                    <a:pt x="275155" y="2235"/>
                  </a:cubicBezTo>
                  <a:lnTo>
                    <a:pt x="294099" y="8933"/>
                  </a:lnTo>
                  <a:cubicBezTo>
                    <a:pt x="295116" y="9294"/>
                    <a:pt x="295907" y="10111"/>
                    <a:pt x="296241" y="11143"/>
                  </a:cubicBezTo>
                  <a:cubicBezTo>
                    <a:pt x="296529" y="12188"/>
                    <a:pt x="296308" y="13306"/>
                    <a:pt x="295639" y="14157"/>
                  </a:cubicBezTo>
                  <a:lnTo>
                    <a:pt x="283054" y="29761"/>
                  </a:lnTo>
                  <a:cubicBezTo>
                    <a:pt x="277136" y="37101"/>
                    <a:pt x="268977" y="42305"/>
                    <a:pt x="259826" y="44562"/>
                  </a:cubicBezTo>
                  <a:lnTo>
                    <a:pt x="14491" y="104837"/>
                  </a:lnTo>
                  <a:cubicBezTo>
                    <a:pt x="13574" y="105072"/>
                    <a:pt x="12630" y="105206"/>
                    <a:pt x="11679" y="105239"/>
                  </a:cubicBezTo>
                  <a:close/>
                  <a:moveTo>
                    <a:pt x="10006" y="88429"/>
                  </a:moveTo>
                  <a:cubicBezTo>
                    <a:pt x="7516" y="89233"/>
                    <a:pt x="6117" y="91878"/>
                    <a:pt x="6860" y="94390"/>
                  </a:cubicBezTo>
                  <a:cubicBezTo>
                    <a:pt x="7382" y="97115"/>
                    <a:pt x="10019" y="98897"/>
                    <a:pt x="12737" y="98368"/>
                  </a:cubicBezTo>
                  <a:cubicBezTo>
                    <a:pt x="12791" y="98361"/>
                    <a:pt x="12837" y="98354"/>
                    <a:pt x="12884" y="98341"/>
                  </a:cubicBezTo>
                  <a:lnTo>
                    <a:pt x="258219" y="38066"/>
                  </a:lnTo>
                  <a:cubicBezTo>
                    <a:pt x="265931" y="36150"/>
                    <a:pt x="272819" y="31777"/>
                    <a:pt x="277833" y="25609"/>
                  </a:cubicBezTo>
                  <a:lnTo>
                    <a:pt x="287405" y="13688"/>
                  </a:lnTo>
                  <a:lnTo>
                    <a:pt x="272946" y="8799"/>
                  </a:lnTo>
                  <a:cubicBezTo>
                    <a:pt x="265408" y="6287"/>
                    <a:pt x="257255" y="6287"/>
                    <a:pt x="249718" y="8799"/>
                  </a:cubicBezTo>
                  <a:close/>
                </a:path>
              </a:pathLst>
            </a:custGeom>
            <a:solidFill>
              <a:srgbClr val="0B2750"/>
            </a:solidFill>
            <a:ln w="669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</a:endParaRPr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98692C0C-005E-31EA-F500-C9F7363D4B7A}"/>
                </a:ext>
              </a:extLst>
            </p:cNvPr>
            <p:cNvSpPr/>
            <p:nvPr/>
          </p:nvSpPr>
          <p:spPr>
            <a:xfrm>
              <a:off x="4583164" y="3927694"/>
              <a:ext cx="88641" cy="292720"/>
            </a:xfrm>
            <a:custGeom>
              <a:avLst/>
              <a:gdLst>
                <a:gd name="connsiteX0" fmla="*/ 88510 w 88641"/>
                <a:gd name="connsiteY0" fmla="*/ 9628 h 292720"/>
                <a:gd name="connsiteX1" fmla="*/ 37769 w 88641"/>
                <a:gd name="connsiteY1" fmla="*/ 257427 h 292720"/>
                <a:gd name="connsiteX2" fmla="*/ 24984 w 88641"/>
                <a:gd name="connsiteY2" fmla="*/ 279326 h 292720"/>
                <a:gd name="connsiteX3" fmla="*/ 9855 w 88641"/>
                <a:gd name="connsiteY3" fmla="*/ 292721 h 292720"/>
                <a:gd name="connsiteX4" fmla="*/ 2693 w 88641"/>
                <a:gd name="connsiteY4" fmla="*/ 274036 h 292720"/>
                <a:gd name="connsiteX5" fmla="*/ 1555 w 88641"/>
                <a:gd name="connsiteY5" fmla="*/ 248653 h 292720"/>
                <a:gd name="connsiteX6" fmla="*/ 71975 w 88641"/>
                <a:gd name="connsiteY6" fmla="*/ 5877 h 292720"/>
                <a:gd name="connsiteX7" fmla="*/ 81816 w 88641"/>
                <a:gd name="connsiteY7" fmla="*/ 251 h 292720"/>
                <a:gd name="connsiteX8" fmla="*/ 82485 w 88641"/>
                <a:gd name="connsiteY8" fmla="*/ 251 h 292720"/>
                <a:gd name="connsiteX9" fmla="*/ 88510 w 88641"/>
                <a:gd name="connsiteY9" fmla="*/ 9628 h 292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8641" h="292720">
                  <a:moveTo>
                    <a:pt x="88510" y="9628"/>
                  </a:moveTo>
                  <a:lnTo>
                    <a:pt x="37769" y="257427"/>
                  </a:lnTo>
                  <a:cubicBezTo>
                    <a:pt x="35982" y="265919"/>
                    <a:pt x="31497" y="273600"/>
                    <a:pt x="24984" y="279326"/>
                  </a:cubicBezTo>
                  <a:lnTo>
                    <a:pt x="9855" y="292721"/>
                  </a:lnTo>
                  <a:lnTo>
                    <a:pt x="2693" y="274036"/>
                  </a:lnTo>
                  <a:cubicBezTo>
                    <a:pt x="-454" y="265925"/>
                    <a:pt x="-855" y="257011"/>
                    <a:pt x="1555" y="248653"/>
                  </a:cubicBezTo>
                  <a:lnTo>
                    <a:pt x="71975" y="5877"/>
                  </a:lnTo>
                  <a:cubicBezTo>
                    <a:pt x="73207" y="1658"/>
                    <a:pt x="77558" y="-827"/>
                    <a:pt x="81816" y="251"/>
                  </a:cubicBezTo>
                  <a:lnTo>
                    <a:pt x="82485" y="251"/>
                  </a:lnTo>
                  <a:cubicBezTo>
                    <a:pt x="86642" y="1310"/>
                    <a:pt x="89273" y="5402"/>
                    <a:pt x="88510" y="9628"/>
                  </a:cubicBezTo>
                  <a:close/>
                </a:path>
              </a:pathLst>
            </a:custGeom>
            <a:solidFill>
              <a:srgbClr val="FFFFFF"/>
            </a:solidFill>
            <a:ln w="669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</a:endParaRPr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B288D351-7109-C5B8-0B22-84660D093E2F}"/>
                </a:ext>
              </a:extLst>
            </p:cNvPr>
            <p:cNvSpPr/>
            <p:nvPr/>
          </p:nvSpPr>
          <p:spPr>
            <a:xfrm>
              <a:off x="4579698" y="3924218"/>
              <a:ext cx="95348" cy="299178"/>
            </a:xfrm>
            <a:custGeom>
              <a:avLst/>
              <a:gdLst>
                <a:gd name="connsiteX0" fmla="*/ 13321 w 95348"/>
                <a:gd name="connsiteY0" fmla="*/ 299144 h 299178"/>
                <a:gd name="connsiteX1" fmla="*/ 12384 w 95348"/>
                <a:gd name="connsiteY1" fmla="*/ 299144 h 299178"/>
                <a:gd name="connsiteX2" fmla="*/ 10108 w 95348"/>
                <a:gd name="connsiteY2" fmla="*/ 297068 h 299178"/>
                <a:gd name="connsiteX3" fmla="*/ 2879 w 95348"/>
                <a:gd name="connsiteY3" fmla="*/ 278383 h 299178"/>
                <a:gd name="connsiteX4" fmla="*/ 1674 w 95348"/>
                <a:gd name="connsiteY4" fmla="*/ 250857 h 299178"/>
                <a:gd name="connsiteX5" fmla="*/ 72094 w 95348"/>
                <a:gd name="connsiteY5" fmla="*/ 8148 h 299178"/>
                <a:gd name="connsiteX6" fmla="*/ 86018 w 95348"/>
                <a:gd name="connsiteY6" fmla="*/ 379 h 299178"/>
                <a:gd name="connsiteX7" fmla="*/ 95189 w 95348"/>
                <a:gd name="connsiteY7" fmla="*/ 13774 h 299178"/>
                <a:gd name="connsiteX8" fmla="*/ 95189 w 95348"/>
                <a:gd name="connsiteY8" fmla="*/ 13774 h 299178"/>
                <a:gd name="connsiteX9" fmla="*/ 44448 w 95348"/>
                <a:gd name="connsiteY9" fmla="*/ 261572 h 299178"/>
                <a:gd name="connsiteX10" fmla="*/ 30591 w 95348"/>
                <a:gd name="connsiteY10" fmla="*/ 285348 h 299178"/>
                <a:gd name="connsiteX11" fmla="*/ 15463 w 95348"/>
                <a:gd name="connsiteY11" fmla="*/ 298742 h 299178"/>
                <a:gd name="connsiteX12" fmla="*/ 13321 w 95348"/>
                <a:gd name="connsiteY12" fmla="*/ 299144 h 299178"/>
                <a:gd name="connsiteX13" fmla="*/ 83474 w 95348"/>
                <a:gd name="connsiteY13" fmla="*/ 6473 h 299178"/>
                <a:gd name="connsiteX14" fmla="*/ 78655 w 95348"/>
                <a:gd name="connsiteY14" fmla="*/ 9889 h 299178"/>
                <a:gd name="connsiteX15" fmla="*/ 8234 w 95348"/>
                <a:gd name="connsiteY15" fmla="*/ 252665 h 299178"/>
                <a:gd name="connsiteX16" fmla="*/ 9238 w 95348"/>
                <a:gd name="connsiteY16" fmla="*/ 275905 h 299178"/>
                <a:gd name="connsiteX17" fmla="*/ 14727 w 95348"/>
                <a:gd name="connsiteY17" fmla="*/ 290103 h 299178"/>
                <a:gd name="connsiteX18" fmla="*/ 26241 w 95348"/>
                <a:gd name="connsiteY18" fmla="*/ 280124 h 299178"/>
                <a:gd name="connsiteX19" fmla="*/ 37955 w 95348"/>
                <a:gd name="connsiteY19" fmla="*/ 260032 h 299178"/>
                <a:gd name="connsiteX20" fmla="*/ 88696 w 95348"/>
                <a:gd name="connsiteY20" fmla="*/ 12233 h 299178"/>
                <a:gd name="connsiteX21" fmla="*/ 85148 w 95348"/>
                <a:gd name="connsiteY21" fmla="*/ 6473 h 299178"/>
                <a:gd name="connsiteX22" fmla="*/ 91976 w 95348"/>
                <a:gd name="connsiteY22" fmla="*/ 13171 h 299178"/>
                <a:gd name="connsiteX23" fmla="*/ 91976 w 95348"/>
                <a:gd name="connsiteY23" fmla="*/ 13171 h 299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95348" h="299178">
                  <a:moveTo>
                    <a:pt x="13321" y="299144"/>
                  </a:moveTo>
                  <a:lnTo>
                    <a:pt x="12384" y="299144"/>
                  </a:lnTo>
                  <a:cubicBezTo>
                    <a:pt x="11346" y="298843"/>
                    <a:pt x="10503" y="298079"/>
                    <a:pt x="10108" y="297068"/>
                  </a:cubicBezTo>
                  <a:lnTo>
                    <a:pt x="2879" y="278383"/>
                  </a:lnTo>
                  <a:cubicBezTo>
                    <a:pt x="-488" y="269582"/>
                    <a:pt x="-917" y="259918"/>
                    <a:pt x="1674" y="250857"/>
                  </a:cubicBezTo>
                  <a:lnTo>
                    <a:pt x="72094" y="8148"/>
                  </a:lnTo>
                  <a:cubicBezTo>
                    <a:pt x="73902" y="2241"/>
                    <a:pt x="80047" y="-1188"/>
                    <a:pt x="86018" y="379"/>
                  </a:cubicBezTo>
                  <a:cubicBezTo>
                    <a:pt x="92170" y="1658"/>
                    <a:pt x="96219" y="7572"/>
                    <a:pt x="95189" y="13774"/>
                  </a:cubicBezTo>
                  <a:lnTo>
                    <a:pt x="95189" y="13774"/>
                  </a:lnTo>
                  <a:lnTo>
                    <a:pt x="44448" y="261572"/>
                  </a:lnTo>
                  <a:cubicBezTo>
                    <a:pt x="42500" y="270781"/>
                    <a:pt x="37640" y="279119"/>
                    <a:pt x="30591" y="285348"/>
                  </a:cubicBezTo>
                  <a:lnTo>
                    <a:pt x="15463" y="298742"/>
                  </a:lnTo>
                  <a:cubicBezTo>
                    <a:pt x="14814" y="299110"/>
                    <a:pt x="14057" y="299251"/>
                    <a:pt x="13321" y="299144"/>
                  </a:cubicBezTo>
                  <a:close/>
                  <a:moveTo>
                    <a:pt x="83474" y="6473"/>
                  </a:moveTo>
                  <a:cubicBezTo>
                    <a:pt x="81278" y="6380"/>
                    <a:pt x="79297" y="7786"/>
                    <a:pt x="78655" y="9889"/>
                  </a:cubicBezTo>
                  <a:lnTo>
                    <a:pt x="8234" y="252665"/>
                  </a:lnTo>
                  <a:cubicBezTo>
                    <a:pt x="6045" y="260313"/>
                    <a:pt x="6400" y="268471"/>
                    <a:pt x="9238" y="275905"/>
                  </a:cubicBezTo>
                  <a:lnTo>
                    <a:pt x="14727" y="290103"/>
                  </a:lnTo>
                  <a:lnTo>
                    <a:pt x="26241" y="280124"/>
                  </a:lnTo>
                  <a:cubicBezTo>
                    <a:pt x="32205" y="274860"/>
                    <a:pt x="36315" y="267814"/>
                    <a:pt x="37955" y="260032"/>
                  </a:cubicBezTo>
                  <a:lnTo>
                    <a:pt x="88696" y="12233"/>
                  </a:lnTo>
                  <a:cubicBezTo>
                    <a:pt x="89244" y="9675"/>
                    <a:pt x="87685" y="7130"/>
                    <a:pt x="85148" y="6473"/>
                  </a:cubicBezTo>
                  <a:close/>
                  <a:moveTo>
                    <a:pt x="91976" y="13171"/>
                  </a:moveTo>
                  <a:lnTo>
                    <a:pt x="91976" y="13171"/>
                  </a:lnTo>
                  <a:close/>
                </a:path>
              </a:pathLst>
            </a:custGeom>
            <a:solidFill>
              <a:srgbClr val="0B2750"/>
            </a:solidFill>
            <a:ln w="669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</a:endParaRPr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1CA3596D-0249-1293-30EC-44D18FEC3BBD}"/>
                </a:ext>
              </a:extLst>
            </p:cNvPr>
            <p:cNvSpPr/>
            <p:nvPr/>
          </p:nvSpPr>
          <p:spPr>
            <a:xfrm>
              <a:off x="4584718" y="4212044"/>
              <a:ext cx="16467" cy="16475"/>
            </a:xfrm>
            <a:custGeom>
              <a:avLst/>
              <a:gdLst>
                <a:gd name="connsiteX0" fmla="*/ 16467 w 16467"/>
                <a:gd name="connsiteY0" fmla="*/ 8238 h 16475"/>
                <a:gd name="connsiteX1" fmla="*/ 8234 w 16467"/>
                <a:gd name="connsiteY1" fmla="*/ 16475 h 16475"/>
                <a:gd name="connsiteX2" fmla="*/ 0 w 16467"/>
                <a:gd name="connsiteY2" fmla="*/ 8238 h 16475"/>
                <a:gd name="connsiteX3" fmla="*/ 8234 w 16467"/>
                <a:gd name="connsiteY3" fmla="*/ 0 h 16475"/>
                <a:gd name="connsiteX4" fmla="*/ 16467 w 16467"/>
                <a:gd name="connsiteY4" fmla="*/ 8238 h 16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67" h="16475">
                  <a:moveTo>
                    <a:pt x="16467" y="8238"/>
                  </a:moveTo>
                  <a:cubicBezTo>
                    <a:pt x="16467" y="12787"/>
                    <a:pt x="12781" y="16475"/>
                    <a:pt x="8234" y="16475"/>
                  </a:cubicBezTo>
                  <a:cubicBezTo>
                    <a:pt x="3686" y="16475"/>
                    <a:pt x="0" y="12787"/>
                    <a:pt x="0" y="8238"/>
                  </a:cubicBezTo>
                  <a:cubicBezTo>
                    <a:pt x="0" y="3688"/>
                    <a:pt x="3687" y="0"/>
                    <a:pt x="8234" y="0"/>
                  </a:cubicBezTo>
                  <a:cubicBezTo>
                    <a:pt x="12781" y="0"/>
                    <a:pt x="16467" y="3689"/>
                    <a:pt x="16467" y="8238"/>
                  </a:cubicBezTo>
                  <a:close/>
                </a:path>
              </a:pathLst>
            </a:custGeom>
            <a:solidFill>
              <a:srgbClr val="FFFFFF"/>
            </a:solidFill>
            <a:ln w="669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</a:endParaRPr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A0F0EF05-D991-6511-694B-DA9385EF9934}"/>
                </a:ext>
              </a:extLst>
            </p:cNvPr>
            <p:cNvSpPr/>
            <p:nvPr/>
          </p:nvSpPr>
          <p:spPr>
            <a:xfrm>
              <a:off x="4581371" y="4208695"/>
              <a:ext cx="23160" cy="23172"/>
            </a:xfrm>
            <a:custGeom>
              <a:avLst/>
              <a:gdLst>
                <a:gd name="connsiteX0" fmla="*/ 11580 w 23160"/>
                <a:gd name="connsiteY0" fmla="*/ 23173 h 23172"/>
                <a:gd name="connsiteX1" fmla="*/ 0 w 23160"/>
                <a:gd name="connsiteY1" fmla="*/ 11587 h 23172"/>
                <a:gd name="connsiteX2" fmla="*/ 11580 w 23160"/>
                <a:gd name="connsiteY2" fmla="*/ 0 h 23172"/>
                <a:gd name="connsiteX3" fmla="*/ 23161 w 23160"/>
                <a:gd name="connsiteY3" fmla="*/ 11587 h 23172"/>
                <a:gd name="connsiteX4" fmla="*/ 11580 w 23160"/>
                <a:gd name="connsiteY4" fmla="*/ 23173 h 23172"/>
                <a:gd name="connsiteX5" fmla="*/ 11580 w 23160"/>
                <a:gd name="connsiteY5" fmla="*/ 6697 h 23172"/>
                <a:gd name="connsiteX6" fmla="*/ 6694 w 23160"/>
                <a:gd name="connsiteY6" fmla="*/ 11587 h 23172"/>
                <a:gd name="connsiteX7" fmla="*/ 11580 w 23160"/>
                <a:gd name="connsiteY7" fmla="*/ 16475 h 23172"/>
                <a:gd name="connsiteX8" fmla="*/ 16467 w 23160"/>
                <a:gd name="connsiteY8" fmla="*/ 11587 h 23172"/>
                <a:gd name="connsiteX9" fmla="*/ 11580 w 23160"/>
                <a:gd name="connsiteY9" fmla="*/ 6697 h 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160" h="23172">
                  <a:moveTo>
                    <a:pt x="11580" y="23173"/>
                  </a:moveTo>
                  <a:cubicBezTo>
                    <a:pt x="5188" y="23173"/>
                    <a:pt x="0" y="17982"/>
                    <a:pt x="0" y="11587"/>
                  </a:cubicBezTo>
                  <a:cubicBezTo>
                    <a:pt x="0" y="5191"/>
                    <a:pt x="5188" y="0"/>
                    <a:pt x="11580" y="0"/>
                  </a:cubicBezTo>
                  <a:cubicBezTo>
                    <a:pt x="17973" y="0"/>
                    <a:pt x="23161" y="5191"/>
                    <a:pt x="23161" y="11587"/>
                  </a:cubicBezTo>
                  <a:cubicBezTo>
                    <a:pt x="23161" y="17982"/>
                    <a:pt x="17973" y="23173"/>
                    <a:pt x="11580" y="23173"/>
                  </a:cubicBezTo>
                  <a:close/>
                  <a:moveTo>
                    <a:pt x="11580" y="6697"/>
                  </a:moveTo>
                  <a:cubicBezTo>
                    <a:pt x="8883" y="6697"/>
                    <a:pt x="6694" y="8887"/>
                    <a:pt x="6694" y="11587"/>
                  </a:cubicBezTo>
                  <a:cubicBezTo>
                    <a:pt x="6694" y="14285"/>
                    <a:pt x="8883" y="16475"/>
                    <a:pt x="11580" y="16475"/>
                  </a:cubicBezTo>
                  <a:cubicBezTo>
                    <a:pt x="14278" y="16475"/>
                    <a:pt x="16467" y="14285"/>
                    <a:pt x="16467" y="11587"/>
                  </a:cubicBezTo>
                  <a:cubicBezTo>
                    <a:pt x="16467" y="8887"/>
                    <a:pt x="14278" y="6697"/>
                    <a:pt x="11580" y="6697"/>
                  </a:cubicBezTo>
                  <a:close/>
                </a:path>
              </a:pathLst>
            </a:custGeom>
            <a:solidFill>
              <a:srgbClr val="0B2750"/>
            </a:solidFill>
            <a:ln w="669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</a:endParaRPr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D4058CD9-1D64-78FB-103B-222C55905528}"/>
                </a:ext>
              </a:extLst>
            </p:cNvPr>
            <p:cNvSpPr/>
            <p:nvPr/>
          </p:nvSpPr>
          <p:spPr>
            <a:xfrm>
              <a:off x="3467959" y="4224367"/>
              <a:ext cx="20751" cy="347855"/>
            </a:xfrm>
            <a:custGeom>
              <a:avLst/>
              <a:gdLst>
                <a:gd name="connsiteX0" fmla="*/ 0 w 20751"/>
                <a:gd name="connsiteY0" fmla="*/ 0 h 347855"/>
                <a:gd name="connsiteX1" fmla="*/ 20751 w 20751"/>
                <a:gd name="connsiteY1" fmla="*/ 0 h 347855"/>
                <a:gd name="connsiteX2" fmla="*/ 20751 w 20751"/>
                <a:gd name="connsiteY2" fmla="*/ 347856 h 347855"/>
                <a:gd name="connsiteX3" fmla="*/ 0 w 20751"/>
                <a:gd name="connsiteY3" fmla="*/ 347856 h 347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751" h="347855">
                  <a:moveTo>
                    <a:pt x="0" y="0"/>
                  </a:moveTo>
                  <a:lnTo>
                    <a:pt x="20751" y="0"/>
                  </a:lnTo>
                  <a:lnTo>
                    <a:pt x="20751" y="347856"/>
                  </a:lnTo>
                  <a:lnTo>
                    <a:pt x="0" y="347856"/>
                  </a:lnTo>
                  <a:close/>
                </a:path>
              </a:pathLst>
            </a:custGeom>
            <a:solidFill>
              <a:srgbClr val="FFFFFF"/>
            </a:solidFill>
            <a:ln w="669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</a:endParaRPr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5B7FC6A5-8E9F-CA67-2B2E-702514A51CED}"/>
                </a:ext>
              </a:extLst>
            </p:cNvPr>
            <p:cNvSpPr/>
            <p:nvPr/>
          </p:nvSpPr>
          <p:spPr>
            <a:xfrm>
              <a:off x="3464612" y="4220683"/>
              <a:ext cx="27445" cy="354955"/>
            </a:xfrm>
            <a:custGeom>
              <a:avLst/>
              <a:gdLst>
                <a:gd name="connsiteX0" fmla="*/ 24098 w 27445"/>
                <a:gd name="connsiteY0" fmla="*/ 354955 h 354955"/>
                <a:gd name="connsiteX1" fmla="*/ 3347 w 27445"/>
                <a:gd name="connsiteY1" fmla="*/ 354955 h 354955"/>
                <a:gd name="connsiteX2" fmla="*/ 0 w 27445"/>
                <a:gd name="connsiteY2" fmla="*/ 351606 h 354955"/>
                <a:gd name="connsiteX3" fmla="*/ 0 w 27445"/>
                <a:gd name="connsiteY3" fmla="*/ 3349 h 354955"/>
                <a:gd name="connsiteX4" fmla="*/ 3347 w 27445"/>
                <a:gd name="connsiteY4" fmla="*/ 0 h 354955"/>
                <a:gd name="connsiteX5" fmla="*/ 24098 w 27445"/>
                <a:gd name="connsiteY5" fmla="*/ 0 h 354955"/>
                <a:gd name="connsiteX6" fmla="*/ 27445 w 27445"/>
                <a:gd name="connsiteY6" fmla="*/ 3349 h 354955"/>
                <a:gd name="connsiteX7" fmla="*/ 27445 w 27445"/>
                <a:gd name="connsiteY7" fmla="*/ 351606 h 354955"/>
                <a:gd name="connsiteX8" fmla="*/ 24098 w 27445"/>
                <a:gd name="connsiteY8" fmla="*/ 354955 h 354955"/>
                <a:gd name="connsiteX9" fmla="*/ 6694 w 27445"/>
                <a:gd name="connsiteY9" fmla="*/ 348258 h 354955"/>
                <a:gd name="connsiteX10" fmla="*/ 20751 w 27445"/>
                <a:gd name="connsiteY10" fmla="*/ 348258 h 354955"/>
                <a:gd name="connsiteX11" fmla="*/ 20751 w 27445"/>
                <a:gd name="connsiteY11" fmla="*/ 6697 h 354955"/>
                <a:gd name="connsiteX12" fmla="*/ 6694 w 27445"/>
                <a:gd name="connsiteY12" fmla="*/ 6697 h 354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445" h="354955">
                  <a:moveTo>
                    <a:pt x="24098" y="354955"/>
                  </a:moveTo>
                  <a:lnTo>
                    <a:pt x="3347" y="354955"/>
                  </a:lnTo>
                  <a:cubicBezTo>
                    <a:pt x="1499" y="354955"/>
                    <a:pt x="0" y="353455"/>
                    <a:pt x="0" y="351606"/>
                  </a:cubicBezTo>
                  <a:lnTo>
                    <a:pt x="0" y="3349"/>
                  </a:lnTo>
                  <a:cubicBezTo>
                    <a:pt x="0" y="1500"/>
                    <a:pt x="1499" y="0"/>
                    <a:pt x="3347" y="0"/>
                  </a:cubicBezTo>
                  <a:lnTo>
                    <a:pt x="24098" y="0"/>
                  </a:lnTo>
                  <a:cubicBezTo>
                    <a:pt x="25932" y="34"/>
                    <a:pt x="27412" y="1513"/>
                    <a:pt x="27445" y="3349"/>
                  </a:cubicBezTo>
                  <a:lnTo>
                    <a:pt x="27445" y="351606"/>
                  </a:lnTo>
                  <a:cubicBezTo>
                    <a:pt x="27445" y="353455"/>
                    <a:pt x="25946" y="354955"/>
                    <a:pt x="24098" y="354955"/>
                  </a:cubicBezTo>
                  <a:close/>
                  <a:moveTo>
                    <a:pt x="6694" y="348258"/>
                  </a:moveTo>
                  <a:lnTo>
                    <a:pt x="20751" y="348258"/>
                  </a:lnTo>
                  <a:lnTo>
                    <a:pt x="20751" y="6697"/>
                  </a:lnTo>
                  <a:lnTo>
                    <a:pt x="6694" y="6697"/>
                  </a:lnTo>
                  <a:close/>
                </a:path>
              </a:pathLst>
            </a:custGeom>
            <a:solidFill>
              <a:srgbClr val="0B2750"/>
            </a:solidFill>
            <a:ln w="669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</a:endParaRPr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E051F7A3-9033-CFEE-A7F7-DC2894B4F072}"/>
                </a:ext>
              </a:extLst>
            </p:cNvPr>
            <p:cNvSpPr/>
            <p:nvPr/>
          </p:nvSpPr>
          <p:spPr>
            <a:xfrm>
              <a:off x="3467959" y="4224300"/>
              <a:ext cx="20751" cy="16542"/>
            </a:xfrm>
            <a:custGeom>
              <a:avLst/>
              <a:gdLst>
                <a:gd name="connsiteX0" fmla="*/ 0 w 20751"/>
                <a:gd name="connsiteY0" fmla="*/ 8372 h 16542"/>
                <a:gd name="connsiteX1" fmla="*/ 20751 w 20751"/>
                <a:gd name="connsiteY1" fmla="*/ 16542 h 16542"/>
                <a:gd name="connsiteX2" fmla="*/ 20751 w 20751"/>
                <a:gd name="connsiteY2" fmla="*/ 0 h 16542"/>
                <a:gd name="connsiteX3" fmla="*/ 0 w 20751"/>
                <a:gd name="connsiteY3" fmla="*/ 0 h 165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751" h="16542">
                  <a:moveTo>
                    <a:pt x="0" y="8372"/>
                  </a:moveTo>
                  <a:cubicBezTo>
                    <a:pt x="6339" y="12383"/>
                    <a:pt x="13381" y="15156"/>
                    <a:pt x="20751" y="16542"/>
                  </a:cubicBezTo>
                  <a:lnTo>
                    <a:pt x="207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2750"/>
            </a:solidFill>
            <a:ln w="669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</a:endParaRPr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42B083DE-456C-18F8-7390-26C4A8E1BD97}"/>
                </a:ext>
              </a:extLst>
            </p:cNvPr>
            <p:cNvSpPr/>
            <p:nvPr/>
          </p:nvSpPr>
          <p:spPr>
            <a:xfrm>
              <a:off x="3464612" y="4221018"/>
              <a:ext cx="27445" cy="23239"/>
            </a:xfrm>
            <a:custGeom>
              <a:avLst/>
              <a:gdLst>
                <a:gd name="connsiteX0" fmla="*/ 24098 w 27445"/>
                <a:gd name="connsiteY0" fmla="*/ 23239 h 23239"/>
                <a:gd name="connsiteX1" fmla="*/ 1607 w 27445"/>
                <a:gd name="connsiteY1" fmla="*/ 14533 h 23239"/>
                <a:gd name="connsiteX2" fmla="*/ 0 w 27445"/>
                <a:gd name="connsiteY2" fmla="*/ 11653 h 23239"/>
                <a:gd name="connsiteX3" fmla="*/ 0 w 27445"/>
                <a:gd name="connsiteY3" fmla="*/ 3349 h 23239"/>
                <a:gd name="connsiteX4" fmla="*/ 3347 w 27445"/>
                <a:gd name="connsiteY4" fmla="*/ 0 h 23239"/>
                <a:gd name="connsiteX5" fmla="*/ 24098 w 27445"/>
                <a:gd name="connsiteY5" fmla="*/ 0 h 23239"/>
                <a:gd name="connsiteX6" fmla="*/ 27445 w 27445"/>
                <a:gd name="connsiteY6" fmla="*/ 3349 h 23239"/>
                <a:gd name="connsiteX7" fmla="*/ 27445 w 27445"/>
                <a:gd name="connsiteY7" fmla="*/ 19891 h 23239"/>
                <a:gd name="connsiteX8" fmla="*/ 24098 w 27445"/>
                <a:gd name="connsiteY8" fmla="*/ 23239 h 23239"/>
                <a:gd name="connsiteX9" fmla="*/ 6694 w 27445"/>
                <a:gd name="connsiteY9" fmla="*/ 9845 h 23239"/>
                <a:gd name="connsiteX10" fmla="*/ 20751 w 27445"/>
                <a:gd name="connsiteY10" fmla="*/ 16073 h 23239"/>
                <a:gd name="connsiteX11" fmla="*/ 20751 w 27445"/>
                <a:gd name="connsiteY11" fmla="*/ 6764 h 23239"/>
                <a:gd name="connsiteX12" fmla="*/ 6694 w 27445"/>
                <a:gd name="connsiteY12" fmla="*/ 6764 h 23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445" h="23239">
                  <a:moveTo>
                    <a:pt x="24098" y="23239"/>
                  </a:moveTo>
                  <a:cubicBezTo>
                    <a:pt x="16092" y="21887"/>
                    <a:pt x="8441" y="18920"/>
                    <a:pt x="1607" y="14533"/>
                  </a:cubicBezTo>
                  <a:cubicBezTo>
                    <a:pt x="602" y="13923"/>
                    <a:pt x="-7" y="12832"/>
                    <a:pt x="0" y="11653"/>
                  </a:cubicBezTo>
                  <a:lnTo>
                    <a:pt x="0" y="3349"/>
                  </a:lnTo>
                  <a:cubicBezTo>
                    <a:pt x="0" y="1500"/>
                    <a:pt x="1500" y="0"/>
                    <a:pt x="3347" y="0"/>
                  </a:cubicBezTo>
                  <a:lnTo>
                    <a:pt x="24098" y="0"/>
                  </a:lnTo>
                  <a:cubicBezTo>
                    <a:pt x="25932" y="34"/>
                    <a:pt x="27412" y="1514"/>
                    <a:pt x="27445" y="3349"/>
                  </a:cubicBezTo>
                  <a:lnTo>
                    <a:pt x="27445" y="19891"/>
                  </a:lnTo>
                  <a:cubicBezTo>
                    <a:pt x="27412" y="21726"/>
                    <a:pt x="25932" y="23206"/>
                    <a:pt x="24098" y="23239"/>
                  </a:cubicBezTo>
                  <a:close/>
                  <a:moveTo>
                    <a:pt x="6694" y="9845"/>
                  </a:moveTo>
                  <a:cubicBezTo>
                    <a:pt x="11132" y="12443"/>
                    <a:pt x="15845" y="14533"/>
                    <a:pt x="20751" y="16073"/>
                  </a:cubicBezTo>
                  <a:lnTo>
                    <a:pt x="20751" y="6764"/>
                  </a:lnTo>
                  <a:lnTo>
                    <a:pt x="6694" y="6764"/>
                  </a:lnTo>
                  <a:close/>
                </a:path>
              </a:pathLst>
            </a:custGeom>
            <a:solidFill>
              <a:srgbClr val="0B2750"/>
            </a:solidFill>
            <a:ln w="669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</a:endParaRPr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69A35B8E-90F8-4F57-B6A2-29EBBC53335B}"/>
                </a:ext>
              </a:extLst>
            </p:cNvPr>
            <p:cNvSpPr/>
            <p:nvPr/>
          </p:nvSpPr>
          <p:spPr>
            <a:xfrm>
              <a:off x="3458520" y="4193425"/>
              <a:ext cx="37620" cy="37638"/>
            </a:xfrm>
            <a:custGeom>
              <a:avLst/>
              <a:gdLst>
                <a:gd name="connsiteX0" fmla="*/ 37620 w 37620"/>
                <a:gd name="connsiteY0" fmla="*/ 18819 h 37638"/>
                <a:gd name="connsiteX1" fmla="*/ 18810 w 37620"/>
                <a:gd name="connsiteY1" fmla="*/ 37639 h 37638"/>
                <a:gd name="connsiteX2" fmla="*/ 0 w 37620"/>
                <a:gd name="connsiteY2" fmla="*/ 18819 h 37638"/>
                <a:gd name="connsiteX3" fmla="*/ 18810 w 37620"/>
                <a:gd name="connsiteY3" fmla="*/ 0 h 37638"/>
                <a:gd name="connsiteX4" fmla="*/ 37620 w 37620"/>
                <a:gd name="connsiteY4" fmla="*/ 18819 h 37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620" h="37638">
                  <a:moveTo>
                    <a:pt x="37620" y="18819"/>
                  </a:moveTo>
                  <a:cubicBezTo>
                    <a:pt x="37620" y="29213"/>
                    <a:pt x="29199" y="37639"/>
                    <a:pt x="18810" y="37639"/>
                  </a:cubicBezTo>
                  <a:cubicBezTo>
                    <a:pt x="8422" y="37639"/>
                    <a:pt x="0" y="29213"/>
                    <a:pt x="0" y="18819"/>
                  </a:cubicBezTo>
                  <a:cubicBezTo>
                    <a:pt x="0" y="8426"/>
                    <a:pt x="8422" y="0"/>
                    <a:pt x="18810" y="0"/>
                  </a:cubicBezTo>
                  <a:cubicBezTo>
                    <a:pt x="29199" y="0"/>
                    <a:pt x="37620" y="8426"/>
                    <a:pt x="37620" y="18819"/>
                  </a:cubicBezTo>
                  <a:close/>
                </a:path>
              </a:pathLst>
            </a:custGeom>
            <a:solidFill>
              <a:srgbClr val="FFFFFF"/>
            </a:solidFill>
            <a:ln w="669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</a:endParaRPr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FB0A7A0D-0B26-7F1D-749E-170A060D52B3}"/>
                </a:ext>
              </a:extLst>
            </p:cNvPr>
            <p:cNvSpPr/>
            <p:nvPr/>
          </p:nvSpPr>
          <p:spPr>
            <a:xfrm>
              <a:off x="3455039" y="4189943"/>
              <a:ext cx="44448" cy="44470"/>
            </a:xfrm>
            <a:custGeom>
              <a:avLst/>
              <a:gdLst>
                <a:gd name="connsiteX0" fmla="*/ 22291 w 44448"/>
                <a:gd name="connsiteY0" fmla="*/ 44470 h 44470"/>
                <a:gd name="connsiteX1" fmla="*/ 0 w 44448"/>
                <a:gd name="connsiteY1" fmla="*/ 22302 h 44470"/>
                <a:gd name="connsiteX2" fmla="*/ 22157 w 44448"/>
                <a:gd name="connsiteY2" fmla="*/ 0 h 44470"/>
                <a:gd name="connsiteX3" fmla="*/ 44448 w 44448"/>
                <a:gd name="connsiteY3" fmla="*/ 22168 h 44470"/>
                <a:gd name="connsiteX4" fmla="*/ 44448 w 44448"/>
                <a:gd name="connsiteY4" fmla="*/ 22302 h 44470"/>
                <a:gd name="connsiteX5" fmla="*/ 22291 w 44448"/>
                <a:gd name="connsiteY5" fmla="*/ 44470 h 44470"/>
                <a:gd name="connsiteX6" fmla="*/ 22291 w 44448"/>
                <a:gd name="connsiteY6" fmla="*/ 6764 h 44470"/>
                <a:gd name="connsiteX7" fmla="*/ 6694 w 44448"/>
                <a:gd name="connsiteY7" fmla="*/ 22235 h 44470"/>
                <a:gd name="connsiteX8" fmla="*/ 22157 w 44448"/>
                <a:gd name="connsiteY8" fmla="*/ 37840 h 44470"/>
                <a:gd name="connsiteX9" fmla="*/ 37754 w 44448"/>
                <a:gd name="connsiteY9" fmla="*/ 22369 h 44470"/>
                <a:gd name="connsiteX10" fmla="*/ 37754 w 44448"/>
                <a:gd name="connsiteY10" fmla="*/ 22302 h 44470"/>
                <a:gd name="connsiteX11" fmla="*/ 22291 w 44448"/>
                <a:gd name="connsiteY11" fmla="*/ 6764 h 4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4448" h="44470">
                  <a:moveTo>
                    <a:pt x="22291" y="44470"/>
                  </a:moveTo>
                  <a:cubicBezTo>
                    <a:pt x="10014" y="44510"/>
                    <a:pt x="40" y="34585"/>
                    <a:pt x="0" y="22302"/>
                  </a:cubicBezTo>
                  <a:cubicBezTo>
                    <a:pt x="-33" y="10019"/>
                    <a:pt x="9881" y="40"/>
                    <a:pt x="22157" y="0"/>
                  </a:cubicBezTo>
                  <a:cubicBezTo>
                    <a:pt x="34434" y="-33"/>
                    <a:pt x="44408" y="9885"/>
                    <a:pt x="44448" y="22168"/>
                  </a:cubicBezTo>
                  <a:cubicBezTo>
                    <a:pt x="44448" y="22215"/>
                    <a:pt x="44448" y="22255"/>
                    <a:pt x="44448" y="22302"/>
                  </a:cubicBezTo>
                  <a:cubicBezTo>
                    <a:pt x="44408" y="34531"/>
                    <a:pt x="34514" y="44437"/>
                    <a:pt x="22291" y="44470"/>
                  </a:cubicBezTo>
                  <a:close/>
                  <a:moveTo>
                    <a:pt x="22291" y="6764"/>
                  </a:moveTo>
                  <a:cubicBezTo>
                    <a:pt x="13716" y="6731"/>
                    <a:pt x="6734" y="13656"/>
                    <a:pt x="6694" y="22235"/>
                  </a:cubicBezTo>
                  <a:cubicBezTo>
                    <a:pt x="6661" y="30814"/>
                    <a:pt x="13582" y="37799"/>
                    <a:pt x="22157" y="37840"/>
                  </a:cubicBezTo>
                  <a:cubicBezTo>
                    <a:pt x="30732" y="37873"/>
                    <a:pt x="37714" y="30948"/>
                    <a:pt x="37754" y="22369"/>
                  </a:cubicBezTo>
                  <a:cubicBezTo>
                    <a:pt x="37754" y="22349"/>
                    <a:pt x="37754" y="22322"/>
                    <a:pt x="37754" y="22302"/>
                  </a:cubicBezTo>
                  <a:cubicBezTo>
                    <a:pt x="37754" y="13749"/>
                    <a:pt x="30839" y="6798"/>
                    <a:pt x="22291" y="6764"/>
                  </a:cubicBezTo>
                  <a:close/>
                </a:path>
              </a:pathLst>
            </a:custGeom>
            <a:solidFill>
              <a:srgbClr val="0B2750"/>
            </a:solidFill>
            <a:ln w="669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</a:endParaRPr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06C3076C-2220-3BFC-9BDC-4E46226B7EBA}"/>
                </a:ext>
              </a:extLst>
            </p:cNvPr>
            <p:cNvSpPr/>
            <p:nvPr/>
          </p:nvSpPr>
          <p:spPr>
            <a:xfrm>
              <a:off x="3474380" y="4211508"/>
              <a:ext cx="107459" cy="205595"/>
            </a:xfrm>
            <a:custGeom>
              <a:avLst/>
              <a:gdLst>
                <a:gd name="connsiteX0" fmla="*/ 95059 w 107459"/>
                <a:gd name="connsiteY0" fmla="*/ 202458 h 205595"/>
                <a:gd name="connsiteX1" fmla="*/ 3620 w 107459"/>
                <a:gd name="connsiteY1" fmla="*/ 33955 h 205595"/>
                <a:gd name="connsiteX2" fmla="*/ 340 w 107459"/>
                <a:gd name="connsiteY2" fmla="*/ 15002 h 205595"/>
                <a:gd name="connsiteX3" fmla="*/ 2682 w 107459"/>
                <a:gd name="connsiteY3" fmla="*/ 0 h 205595"/>
                <a:gd name="connsiteX4" fmla="*/ 16070 w 107459"/>
                <a:gd name="connsiteY4" fmla="*/ 7300 h 205595"/>
                <a:gd name="connsiteX5" fmla="*/ 29057 w 107459"/>
                <a:gd name="connsiteY5" fmla="*/ 21498 h 205595"/>
                <a:gd name="connsiteX6" fmla="*/ 106908 w 107459"/>
                <a:gd name="connsiteY6" fmla="*/ 196699 h 205595"/>
                <a:gd name="connsiteX7" fmla="*/ 103962 w 107459"/>
                <a:gd name="connsiteY7" fmla="*/ 204802 h 205595"/>
                <a:gd name="connsiteX8" fmla="*/ 103561 w 107459"/>
                <a:gd name="connsiteY8" fmla="*/ 204802 h 205595"/>
                <a:gd name="connsiteX9" fmla="*/ 95059 w 107459"/>
                <a:gd name="connsiteY9" fmla="*/ 202458 h 205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7459" h="205595">
                  <a:moveTo>
                    <a:pt x="95059" y="202458"/>
                  </a:moveTo>
                  <a:lnTo>
                    <a:pt x="3620" y="33955"/>
                  </a:lnTo>
                  <a:cubicBezTo>
                    <a:pt x="507" y="28155"/>
                    <a:pt x="-638" y="21505"/>
                    <a:pt x="340" y="15002"/>
                  </a:cubicBezTo>
                  <a:lnTo>
                    <a:pt x="2682" y="0"/>
                  </a:lnTo>
                  <a:lnTo>
                    <a:pt x="16070" y="7300"/>
                  </a:lnTo>
                  <a:cubicBezTo>
                    <a:pt x="21820" y="10501"/>
                    <a:pt x="26379" y="15484"/>
                    <a:pt x="29057" y="21498"/>
                  </a:cubicBezTo>
                  <a:lnTo>
                    <a:pt x="106908" y="196699"/>
                  </a:lnTo>
                  <a:cubicBezTo>
                    <a:pt x="108293" y="199753"/>
                    <a:pt x="106981" y="203355"/>
                    <a:pt x="103962" y="204802"/>
                  </a:cubicBezTo>
                  <a:lnTo>
                    <a:pt x="103561" y="204802"/>
                  </a:lnTo>
                  <a:cubicBezTo>
                    <a:pt x="100562" y="206470"/>
                    <a:pt x="96780" y="205425"/>
                    <a:pt x="95059" y="202458"/>
                  </a:cubicBezTo>
                  <a:close/>
                </a:path>
              </a:pathLst>
            </a:custGeom>
            <a:solidFill>
              <a:srgbClr val="FFFFFF"/>
            </a:solidFill>
            <a:ln w="669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</a:endParaRPr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A42AD6F6-4ED3-2FAD-3D40-8F431CD98C28}"/>
                </a:ext>
              </a:extLst>
            </p:cNvPr>
            <p:cNvSpPr/>
            <p:nvPr/>
          </p:nvSpPr>
          <p:spPr>
            <a:xfrm>
              <a:off x="3470776" y="4207850"/>
              <a:ext cx="114146" cy="212365"/>
            </a:xfrm>
            <a:custGeom>
              <a:avLst/>
              <a:gdLst>
                <a:gd name="connsiteX0" fmla="*/ 103818 w 114146"/>
                <a:gd name="connsiteY0" fmla="*/ 212345 h 212365"/>
                <a:gd name="connsiteX1" fmla="*/ 95450 w 114146"/>
                <a:gd name="connsiteY1" fmla="*/ 207389 h 212365"/>
                <a:gd name="connsiteX2" fmla="*/ 95450 w 114146"/>
                <a:gd name="connsiteY2" fmla="*/ 207389 h 212365"/>
                <a:gd name="connsiteX3" fmla="*/ 4011 w 114146"/>
                <a:gd name="connsiteY3" fmla="*/ 38953 h 212365"/>
                <a:gd name="connsiteX4" fmla="*/ 396 w 114146"/>
                <a:gd name="connsiteY4" fmla="*/ 17923 h 212365"/>
                <a:gd name="connsiteX5" fmla="*/ 2672 w 114146"/>
                <a:gd name="connsiteY5" fmla="*/ 2854 h 212365"/>
                <a:gd name="connsiteX6" fmla="*/ 4546 w 114146"/>
                <a:gd name="connsiteY6" fmla="*/ 376 h 212365"/>
                <a:gd name="connsiteX7" fmla="*/ 7625 w 114146"/>
                <a:gd name="connsiteY7" fmla="*/ 376 h 212365"/>
                <a:gd name="connsiteX8" fmla="*/ 21013 w 114146"/>
                <a:gd name="connsiteY8" fmla="*/ 7744 h 212365"/>
                <a:gd name="connsiteX9" fmla="*/ 35472 w 114146"/>
                <a:gd name="connsiteY9" fmla="*/ 23482 h 212365"/>
                <a:gd name="connsiteX10" fmla="*/ 113323 w 114146"/>
                <a:gd name="connsiteY10" fmla="*/ 198951 h 212365"/>
                <a:gd name="connsiteX11" fmla="*/ 108838 w 114146"/>
                <a:gd name="connsiteY11" fmla="*/ 211407 h 212365"/>
                <a:gd name="connsiteX12" fmla="*/ 103818 w 114146"/>
                <a:gd name="connsiteY12" fmla="*/ 212345 h 212365"/>
                <a:gd name="connsiteX13" fmla="*/ 101341 w 114146"/>
                <a:gd name="connsiteY13" fmla="*/ 204241 h 212365"/>
                <a:gd name="connsiteX14" fmla="*/ 105157 w 114146"/>
                <a:gd name="connsiteY14" fmla="*/ 205447 h 212365"/>
                <a:gd name="connsiteX15" fmla="*/ 106964 w 114146"/>
                <a:gd name="connsiteY15" fmla="*/ 201429 h 212365"/>
                <a:gd name="connsiteX16" fmla="*/ 29515 w 114146"/>
                <a:gd name="connsiteY16" fmla="*/ 26496 h 212365"/>
                <a:gd name="connsiteX17" fmla="*/ 18001 w 114146"/>
                <a:gd name="connsiteY17" fmla="*/ 13905 h 212365"/>
                <a:gd name="connsiteX18" fmla="*/ 8830 w 114146"/>
                <a:gd name="connsiteY18" fmla="*/ 8882 h 212365"/>
                <a:gd name="connsiteX19" fmla="*/ 7291 w 114146"/>
                <a:gd name="connsiteY19" fmla="*/ 19196 h 212365"/>
                <a:gd name="connsiteX20" fmla="*/ 10169 w 114146"/>
                <a:gd name="connsiteY20" fmla="*/ 36073 h 2123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4146" h="212365">
                  <a:moveTo>
                    <a:pt x="103818" y="212345"/>
                  </a:moveTo>
                  <a:cubicBezTo>
                    <a:pt x="100330" y="212365"/>
                    <a:pt x="97110" y="210463"/>
                    <a:pt x="95450" y="207389"/>
                  </a:cubicBezTo>
                  <a:lnTo>
                    <a:pt x="95450" y="207389"/>
                  </a:lnTo>
                  <a:lnTo>
                    <a:pt x="4011" y="38953"/>
                  </a:lnTo>
                  <a:cubicBezTo>
                    <a:pt x="543" y="32524"/>
                    <a:pt x="-722" y="25143"/>
                    <a:pt x="396" y="17923"/>
                  </a:cubicBezTo>
                  <a:lnTo>
                    <a:pt x="2672" y="2854"/>
                  </a:lnTo>
                  <a:cubicBezTo>
                    <a:pt x="2866" y="1777"/>
                    <a:pt x="3562" y="852"/>
                    <a:pt x="4546" y="376"/>
                  </a:cubicBezTo>
                  <a:cubicBezTo>
                    <a:pt x="5510" y="-125"/>
                    <a:pt x="6661" y="-125"/>
                    <a:pt x="7625" y="376"/>
                  </a:cubicBezTo>
                  <a:lnTo>
                    <a:pt x="21013" y="7744"/>
                  </a:lnTo>
                  <a:cubicBezTo>
                    <a:pt x="27419" y="11266"/>
                    <a:pt x="32500" y="16798"/>
                    <a:pt x="35472" y="23482"/>
                  </a:cubicBezTo>
                  <a:lnTo>
                    <a:pt x="113323" y="198951"/>
                  </a:lnTo>
                  <a:cubicBezTo>
                    <a:pt x="115398" y="203632"/>
                    <a:pt x="113424" y="209124"/>
                    <a:pt x="108838" y="211407"/>
                  </a:cubicBezTo>
                  <a:cubicBezTo>
                    <a:pt x="107265" y="212131"/>
                    <a:pt x="105545" y="212452"/>
                    <a:pt x="103818" y="212345"/>
                  </a:cubicBezTo>
                  <a:close/>
                  <a:moveTo>
                    <a:pt x="101341" y="204241"/>
                  </a:moveTo>
                  <a:cubicBezTo>
                    <a:pt x="102104" y="205581"/>
                    <a:pt x="103764" y="206103"/>
                    <a:pt x="105157" y="205447"/>
                  </a:cubicBezTo>
                  <a:cubicBezTo>
                    <a:pt x="106750" y="204824"/>
                    <a:pt x="107553" y="203036"/>
                    <a:pt x="106964" y="201429"/>
                  </a:cubicBezTo>
                  <a:lnTo>
                    <a:pt x="29515" y="26496"/>
                  </a:lnTo>
                  <a:cubicBezTo>
                    <a:pt x="27152" y="21158"/>
                    <a:pt x="23108" y="16731"/>
                    <a:pt x="18001" y="13905"/>
                  </a:cubicBezTo>
                  <a:lnTo>
                    <a:pt x="8830" y="8882"/>
                  </a:lnTo>
                  <a:lnTo>
                    <a:pt x="7291" y="19196"/>
                  </a:lnTo>
                  <a:cubicBezTo>
                    <a:pt x="6380" y="24982"/>
                    <a:pt x="7391" y="30916"/>
                    <a:pt x="10169" y="36073"/>
                  </a:cubicBezTo>
                  <a:close/>
                </a:path>
              </a:pathLst>
            </a:custGeom>
            <a:solidFill>
              <a:srgbClr val="0B2750"/>
            </a:solidFill>
            <a:ln w="669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</a:endParaRPr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D8951890-0506-F0D3-A131-C07094E985F8}"/>
                </a:ext>
              </a:extLst>
            </p:cNvPr>
            <p:cNvSpPr/>
            <p:nvPr/>
          </p:nvSpPr>
          <p:spPr>
            <a:xfrm>
              <a:off x="3248648" y="4189672"/>
              <a:ext cx="227879" cy="33471"/>
            </a:xfrm>
            <a:custGeom>
              <a:avLst/>
              <a:gdLst>
                <a:gd name="connsiteX0" fmla="*/ 6442 w 227879"/>
                <a:gd name="connsiteY0" fmla="*/ 3 h 33471"/>
                <a:gd name="connsiteX1" fmla="*/ 197957 w 227879"/>
                <a:gd name="connsiteY1" fmla="*/ 5026 h 33471"/>
                <a:gd name="connsiteX2" fmla="*/ 216031 w 227879"/>
                <a:gd name="connsiteY2" fmla="*/ 11723 h 33471"/>
                <a:gd name="connsiteX3" fmla="*/ 227879 w 227879"/>
                <a:gd name="connsiteY3" fmla="*/ 21233 h 33471"/>
                <a:gd name="connsiteX4" fmla="*/ 214893 w 227879"/>
                <a:gd name="connsiteY4" fmla="*/ 29136 h 33471"/>
                <a:gd name="connsiteX5" fmla="*/ 196083 w 227879"/>
                <a:gd name="connsiteY5" fmla="*/ 33288 h 33471"/>
                <a:gd name="connsiteX6" fmla="*/ 5572 w 227879"/>
                <a:gd name="connsiteY6" fmla="*/ 13196 h 33471"/>
                <a:gd name="connsiteX7" fmla="*/ 16 w 227879"/>
                <a:gd name="connsiteY7" fmla="*/ 6499 h 33471"/>
                <a:gd name="connsiteX8" fmla="*/ 16 w 227879"/>
                <a:gd name="connsiteY8" fmla="*/ 6030 h 33471"/>
                <a:gd name="connsiteX9" fmla="*/ 6435 w 227879"/>
                <a:gd name="connsiteY9" fmla="*/ 3 h 33471"/>
                <a:gd name="connsiteX10" fmla="*/ 6442 w 227879"/>
                <a:gd name="connsiteY10" fmla="*/ 3 h 33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7879" h="33471">
                  <a:moveTo>
                    <a:pt x="6442" y="3"/>
                  </a:moveTo>
                  <a:lnTo>
                    <a:pt x="197957" y="5026"/>
                  </a:lnTo>
                  <a:cubicBezTo>
                    <a:pt x="204544" y="5247"/>
                    <a:pt x="210890" y="7598"/>
                    <a:pt x="216031" y="11723"/>
                  </a:cubicBezTo>
                  <a:lnTo>
                    <a:pt x="227879" y="21233"/>
                  </a:lnTo>
                  <a:lnTo>
                    <a:pt x="214893" y="29136"/>
                  </a:lnTo>
                  <a:cubicBezTo>
                    <a:pt x="209256" y="32558"/>
                    <a:pt x="202636" y="34018"/>
                    <a:pt x="196083" y="33288"/>
                  </a:cubicBezTo>
                  <a:lnTo>
                    <a:pt x="5572" y="13196"/>
                  </a:lnTo>
                  <a:cubicBezTo>
                    <a:pt x="2225" y="12808"/>
                    <a:pt x="-219" y="9861"/>
                    <a:pt x="16" y="6499"/>
                  </a:cubicBezTo>
                  <a:lnTo>
                    <a:pt x="16" y="6030"/>
                  </a:lnTo>
                  <a:cubicBezTo>
                    <a:pt x="123" y="2595"/>
                    <a:pt x="3001" y="-104"/>
                    <a:pt x="6435" y="3"/>
                  </a:cubicBezTo>
                  <a:cubicBezTo>
                    <a:pt x="6435" y="3"/>
                    <a:pt x="6442" y="3"/>
                    <a:pt x="6442" y="3"/>
                  </a:cubicBezTo>
                  <a:close/>
                </a:path>
              </a:pathLst>
            </a:custGeom>
            <a:solidFill>
              <a:srgbClr val="FFFFFF"/>
            </a:solidFill>
            <a:ln w="669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</a:endParaRPr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786CF22C-D857-0549-6970-26C44BD45E66}"/>
                </a:ext>
              </a:extLst>
            </p:cNvPr>
            <p:cNvSpPr/>
            <p:nvPr/>
          </p:nvSpPr>
          <p:spPr>
            <a:xfrm>
              <a:off x="3245350" y="4186728"/>
              <a:ext cx="234683" cy="39765"/>
            </a:xfrm>
            <a:custGeom>
              <a:avLst/>
              <a:gdLst>
                <a:gd name="connsiteX0" fmla="*/ 202526 w 234683"/>
                <a:gd name="connsiteY0" fmla="*/ 39715 h 39765"/>
                <a:gd name="connsiteX1" fmla="*/ 199045 w 234683"/>
                <a:gd name="connsiteY1" fmla="*/ 39715 h 39765"/>
                <a:gd name="connsiteX2" fmla="*/ 8534 w 234683"/>
                <a:gd name="connsiteY2" fmla="*/ 19623 h 39765"/>
                <a:gd name="connsiteX3" fmla="*/ 33 w 234683"/>
                <a:gd name="connsiteY3" fmla="*/ 9443 h 39765"/>
                <a:gd name="connsiteX4" fmla="*/ 9873 w 234683"/>
                <a:gd name="connsiteY4" fmla="*/ 0 h 39765"/>
                <a:gd name="connsiteX5" fmla="*/ 201322 w 234683"/>
                <a:gd name="connsiteY5" fmla="*/ 5023 h 39765"/>
                <a:gd name="connsiteX6" fmla="*/ 221404 w 234683"/>
                <a:gd name="connsiteY6" fmla="*/ 12390 h 39765"/>
                <a:gd name="connsiteX7" fmla="*/ 233252 w 234683"/>
                <a:gd name="connsiteY7" fmla="*/ 21900 h 39765"/>
                <a:gd name="connsiteX8" fmla="*/ 234082 w 234683"/>
                <a:gd name="connsiteY8" fmla="*/ 26561 h 39765"/>
                <a:gd name="connsiteX9" fmla="*/ 233252 w 234683"/>
                <a:gd name="connsiteY9" fmla="*/ 27392 h 39765"/>
                <a:gd name="connsiteX10" fmla="*/ 220265 w 234683"/>
                <a:gd name="connsiteY10" fmla="*/ 35294 h 39765"/>
                <a:gd name="connsiteX11" fmla="*/ 202526 w 234683"/>
                <a:gd name="connsiteY11" fmla="*/ 39715 h 39765"/>
                <a:gd name="connsiteX12" fmla="*/ 9605 w 234683"/>
                <a:gd name="connsiteY12" fmla="*/ 6228 h 39765"/>
                <a:gd name="connsiteX13" fmla="*/ 6727 w 234683"/>
                <a:gd name="connsiteY13" fmla="*/ 8974 h 39765"/>
                <a:gd name="connsiteX14" fmla="*/ 9063 w 234683"/>
                <a:gd name="connsiteY14" fmla="*/ 12423 h 39765"/>
                <a:gd name="connsiteX15" fmla="*/ 9271 w 234683"/>
                <a:gd name="connsiteY15" fmla="*/ 12457 h 39765"/>
                <a:gd name="connsiteX16" fmla="*/ 199782 w 234683"/>
                <a:gd name="connsiteY16" fmla="*/ 32549 h 39765"/>
                <a:gd name="connsiteX17" fmla="*/ 216450 w 234683"/>
                <a:gd name="connsiteY17" fmla="*/ 28798 h 39765"/>
                <a:gd name="connsiteX18" fmla="*/ 225353 w 234683"/>
                <a:gd name="connsiteY18" fmla="*/ 23373 h 39765"/>
                <a:gd name="connsiteX19" fmla="*/ 217253 w 234683"/>
                <a:gd name="connsiteY19" fmla="*/ 16676 h 39765"/>
                <a:gd name="connsiteX20" fmla="*/ 201188 w 234683"/>
                <a:gd name="connsiteY20" fmla="*/ 10783 h 39765"/>
                <a:gd name="connsiteX21" fmla="*/ 9672 w 234683"/>
                <a:gd name="connsiteY21" fmla="*/ 5760 h 39765"/>
                <a:gd name="connsiteX22" fmla="*/ 9672 w 234683"/>
                <a:gd name="connsiteY22" fmla="*/ 5760 h 39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4683" h="39765">
                  <a:moveTo>
                    <a:pt x="202526" y="39715"/>
                  </a:moveTo>
                  <a:cubicBezTo>
                    <a:pt x="201368" y="39782"/>
                    <a:pt x="200204" y="39782"/>
                    <a:pt x="199045" y="39715"/>
                  </a:cubicBezTo>
                  <a:lnTo>
                    <a:pt x="8534" y="19623"/>
                  </a:lnTo>
                  <a:cubicBezTo>
                    <a:pt x="3393" y="19127"/>
                    <a:pt x="-395" y="14593"/>
                    <a:pt x="33" y="9443"/>
                  </a:cubicBezTo>
                  <a:cubicBezTo>
                    <a:pt x="247" y="4166"/>
                    <a:pt x="4592" y="-7"/>
                    <a:pt x="9873" y="0"/>
                  </a:cubicBezTo>
                  <a:lnTo>
                    <a:pt x="201322" y="5023"/>
                  </a:lnTo>
                  <a:cubicBezTo>
                    <a:pt x="208638" y="5217"/>
                    <a:pt x="215693" y="7802"/>
                    <a:pt x="221404" y="12390"/>
                  </a:cubicBezTo>
                  <a:lnTo>
                    <a:pt x="233252" y="21900"/>
                  </a:lnTo>
                  <a:cubicBezTo>
                    <a:pt x="234765" y="22958"/>
                    <a:pt x="235140" y="25048"/>
                    <a:pt x="234082" y="26561"/>
                  </a:cubicBezTo>
                  <a:cubicBezTo>
                    <a:pt x="233854" y="26883"/>
                    <a:pt x="233573" y="27164"/>
                    <a:pt x="233252" y="27392"/>
                  </a:cubicBezTo>
                  <a:lnTo>
                    <a:pt x="220265" y="35294"/>
                  </a:lnTo>
                  <a:cubicBezTo>
                    <a:pt x="214870" y="38362"/>
                    <a:pt x="208732" y="39889"/>
                    <a:pt x="202526" y="39715"/>
                  </a:cubicBezTo>
                  <a:close/>
                  <a:moveTo>
                    <a:pt x="9605" y="6228"/>
                  </a:moveTo>
                  <a:cubicBezTo>
                    <a:pt x="8066" y="6228"/>
                    <a:pt x="6801" y="7434"/>
                    <a:pt x="6727" y="8974"/>
                  </a:cubicBezTo>
                  <a:cubicBezTo>
                    <a:pt x="6419" y="10575"/>
                    <a:pt x="7463" y="12115"/>
                    <a:pt x="9063" y="12423"/>
                  </a:cubicBezTo>
                  <a:cubicBezTo>
                    <a:pt x="9130" y="12437"/>
                    <a:pt x="9204" y="12450"/>
                    <a:pt x="9271" y="12457"/>
                  </a:cubicBezTo>
                  <a:lnTo>
                    <a:pt x="199782" y="32549"/>
                  </a:lnTo>
                  <a:cubicBezTo>
                    <a:pt x="205599" y="33152"/>
                    <a:pt x="211450" y="31839"/>
                    <a:pt x="216450" y="28798"/>
                  </a:cubicBezTo>
                  <a:lnTo>
                    <a:pt x="225353" y="23373"/>
                  </a:lnTo>
                  <a:lnTo>
                    <a:pt x="217253" y="16676"/>
                  </a:lnTo>
                  <a:cubicBezTo>
                    <a:pt x="212661" y="13046"/>
                    <a:pt x="207031" y="10984"/>
                    <a:pt x="201188" y="10783"/>
                  </a:cubicBezTo>
                  <a:lnTo>
                    <a:pt x="9672" y="5760"/>
                  </a:lnTo>
                  <a:lnTo>
                    <a:pt x="9672" y="5760"/>
                  </a:lnTo>
                  <a:close/>
                </a:path>
              </a:pathLst>
            </a:custGeom>
            <a:solidFill>
              <a:srgbClr val="0B2750"/>
            </a:solidFill>
            <a:ln w="669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</a:endParaRPr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5CE04C29-CA3B-62F9-0BAC-5BD371E84584}"/>
                </a:ext>
              </a:extLst>
            </p:cNvPr>
            <p:cNvSpPr/>
            <p:nvPr/>
          </p:nvSpPr>
          <p:spPr>
            <a:xfrm>
              <a:off x="3476720" y="4019570"/>
              <a:ext cx="130370" cy="191000"/>
            </a:xfrm>
            <a:custGeom>
              <a:avLst/>
              <a:gdLst>
                <a:gd name="connsiteX0" fmla="*/ 129336 w 130370"/>
                <a:gd name="connsiteY0" fmla="*/ 9772 h 191000"/>
                <a:gd name="connsiteX1" fmla="*/ 28926 w 130370"/>
                <a:gd name="connsiteY1" fmla="*/ 173185 h 191000"/>
                <a:gd name="connsiteX2" fmla="*/ 14132 w 130370"/>
                <a:gd name="connsiteY2" fmla="*/ 185508 h 191000"/>
                <a:gd name="connsiteX3" fmla="*/ 8 w 130370"/>
                <a:gd name="connsiteY3" fmla="*/ 191000 h 191000"/>
                <a:gd name="connsiteX4" fmla="*/ 8 w 130370"/>
                <a:gd name="connsiteY4" fmla="*/ 175864 h 191000"/>
                <a:gd name="connsiteX5" fmla="*/ 5765 w 130370"/>
                <a:gd name="connsiteY5" fmla="*/ 157514 h 191000"/>
                <a:gd name="connsiteX6" fmla="*/ 118559 w 130370"/>
                <a:gd name="connsiteY6" fmla="*/ 2539 h 191000"/>
                <a:gd name="connsiteX7" fmla="*/ 127060 w 130370"/>
                <a:gd name="connsiteY7" fmla="*/ 1066 h 191000"/>
                <a:gd name="connsiteX8" fmla="*/ 127462 w 130370"/>
                <a:gd name="connsiteY8" fmla="*/ 1066 h 191000"/>
                <a:gd name="connsiteX9" fmla="*/ 129410 w 130370"/>
                <a:gd name="connsiteY9" fmla="*/ 9658 h 191000"/>
                <a:gd name="connsiteX10" fmla="*/ 129336 w 130370"/>
                <a:gd name="connsiteY10" fmla="*/ 9772 h 19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0370" h="191000">
                  <a:moveTo>
                    <a:pt x="129336" y="9772"/>
                  </a:moveTo>
                  <a:lnTo>
                    <a:pt x="28926" y="173185"/>
                  </a:lnTo>
                  <a:cubicBezTo>
                    <a:pt x="25485" y="178811"/>
                    <a:pt x="20284" y="183137"/>
                    <a:pt x="14132" y="185508"/>
                  </a:cubicBezTo>
                  <a:lnTo>
                    <a:pt x="8" y="191000"/>
                  </a:lnTo>
                  <a:lnTo>
                    <a:pt x="8" y="175864"/>
                  </a:lnTo>
                  <a:cubicBezTo>
                    <a:pt x="-146" y="169281"/>
                    <a:pt x="1882" y="162831"/>
                    <a:pt x="5765" y="157514"/>
                  </a:cubicBezTo>
                  <a:lnTo>
                    <a:pt x="118559" y="2539"/>
                  </a:lnTo>
                  <a:cubicBezTo>
                    <a:pt x="120540" y="-153"/>
                    <a:pt x="124289" y="-803"/>
                    <a:pt x="127060" y="1066"/>
                  </a:cubicBezTo>
                  <a:lnTo>
                    <a:pt x="127462" y="1066"/>
                  </a:lnTo>
                  <a:cubicBezTo>
                    <a:pt x="130374" y="2901"/>
                    <a:pt x="131244" y="6745"/>
                    <a:pt x="129410" y="9658"/>
                  </a:cubicBezTo>
                  <a:cubicBezTo>
                    <a:pt x="129390" y="9692"/>
                    <a:pt x="129363" y="9732"/>
                    <a:pt x="129336" y="9772"/>
                  </a:cubicBezTo>
                  <a:close/>
                </a:path>
              </a:pathLst>
            </a:custGeom>
            <a:solidFill>
              <a:srgbClr val="FFFFFF"/>
            </a:solidFill>
            <a:ln w="669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</a:endParaRPr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9C03F5B2-B61B-0762-BB9D-E8B15A1D8BAE}"/>
                </a:ext>
              </a:extLst>
            </p:cNvPr>
            <p:cNvSpPr/>
            <p:nvPr/>
          </p:nvSpPr>
          <p:spPr>
            <a:xfrm>
              <a:off x="3473715" y="4016241"/>
              <a:ext cx="137317" cy="197775"/>
            </a:xfrm>
            <a:custGeom>
              <a:avLst/>
              <a:gdLst>
                <a:gd name="connsiteX0" fmla="*/ 3347 w 137317"/>
                <a:gd name="connsiteY0" fmla="*/ 197746 h 197775"/>
                <a:gd name="connsiteX1" fmla="*/ 1473 w 137317"/>
                <a:gd name="connsiteY1" fmla="*/ 197143 h 197775"/>
                <a:gd name="connsiteX2" fmla="*/ 0 w 137317"/>
                <a:gd name="connsiteY2" fmla="*/ 194464 h 197775"/>
                <a:gd name="connsiteX3" fmla="*/ 0 w 137317"/>
                <a:gd name="connsiteY3" fmla="*/ 179261 h 197775"/>
                <a:gd name="connsiteX4" fmla="*/ 6694 w 137317"/>
                <a:gd name="connsiteY4" fmla="*/ 158834 h 197775"/>
                <a:gd name="connsiteX5" fmla="*/ 119555 w 137317"/>
                <a:gd name="connsiteY5" fmla="*/ 3927 h 197775"/>
                <a:gd name="connsiteX6" fmla="*/ 132608 w 137317"/>
                <a:gd name="connsiteY6" fmla="*/ 1582 h 197775"/>
                <a:gd name="connsiteX7" fmla="*/ 135929 w 137317"/>
                <a:gd name="connsiteY7" fmla="*/ 14910 h 197775"/>
                <a:gd name="connsiteX8" fmla="*/ 135888 w 137317"/>
                <a:gd name="connsiteY8" fmla="*/ 14977 h 197775"/>
                <a:gd name="connsiteX9" fmla="*/ 135888 w 137317"/>
                <a:gd name="connsiteY9" fmla="*/ 14977 h 197775"/>
                <a:gd name="connsiteX10" fmla="*/ 35478 w 137317"/>
                <a:gd name="connsiteY10" fmla="*/ 178390 h 197775"/>
                <a:gd name="connsiteX11" fmla="*/ 19078 w 137317"/>
                <a:gd name="connsiteY11" fmla="*/ 192120 h 197775"/>
                <a:gd name="connsiteX12" fmla="*/ 4954 w 137317"/>
                <a:gd name="connsiteY12" fmla="*/ 197612 h 197775"/>
                <a:gd name="connsiteX13" fmla="*/ 3347 w 137317"/>
                <a:gd name="connsiteY13" fmla="*/ 197746 h 197775"/>
                <a:gd name="connsiteX14" fmla="*/ 126517 w 137317"/>
                <a:gd name="connsiteY14" fmla="*/ 6739 h 197775"/>
                <a:gd name="connsiteX15" fmla="*/ 124308 w 137317"/>
                <a:gd name="connsiteY15" fmla="*/ 7878 h 197775"/>
                <a:gd name="connsiteX16" fmla="*/ 11447 w 137317"/>
                <a:gd name="connsiteY16" fmla="*/ 162853 h 197775"/>
                <a:gd name="connsiteX17" fmla="*/ 6360 w 137317"/>
                <a:gd name="connsiteY17" fmla="*/ 179194 h 197775"/>
                <a:gd name="connsiteX18" fmla="*/ 6360 w 137317"/>
                <a:gd name="connsiteY18" fmla="*/ 189575 h 197775"/>
                <a:gd name="connsiteX19" fmla="*/ 16066 w 137317"/>
                <a:gd name="connsiteY19" fmla="*/ 185824 h 197775"/>
                <a:gd name="connsiteX20" fmla="*/ 29454 w 137317"/>
                <a:gd name="connsiteY20" fmla="*/ 174841 h 197775"/>
                <a:gd name="connsiteX21" fmla="*/ 129529 w 137317"/>
                <a:gd name="connsiteY21" fmla="*/ 11428 h 197775"/>
                <a:gd name="connsiteX22" fmla="*/ 128726 w 137317"/>
                <a:gd name="connsiteY22" fmla="*/ 7543 h 197775"/>
                <a:gd name="connsiteX23" fmla="*/ 126517 w 137317"/>
                <a:gd name="connsiteY23" fmla="*/ 6739 h 197775"/>
                <a:gd name="connsiteX24" fmla="*/ 132341 w 137317"/>
                <a:gd name="connsiteY24" fmla="*/ 13102 h 197775"/>
                <a:gd name="connsiteX25" fmla="*/ 132341 w 137317"/>
                <a:gd name="connsiteY25" fmla="*/ 13102 h 19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37317" h="197775">
                  <a:moveTo>
                    <a:pt x="3347" y="197746"/>
                  </a:moveTo>
                  <a:cubicBezTo>
                    <a:pt x="2671" y="197752"/>
                    <a:pt x="2015" y="197538"/>
                    <a:pt x="1473" y="197143"/>
                  </a:cubicBezTo>
                  <a:cubicBezTo>
                    <a:pt x="549" y="196567"/>
                    <a:pt x="-6" y="195549"/>
                    <a:pt x="0" y="194464"/>
                  </a:cubicBezTo>
                  <a:lnTo>
                    <a:pt x="0" y="179261"/>
                  </a:lnTo>
                  <a:cubicBezTo>
                    <a:pt x="-20" y="171907"/>
                    <a:pt x="2330" y="164748"/>
                    <a:pt x="6694" y="158834"/>
                  </a:cubicBezTo>
                  <a:lnTo>
                    <a:pt x="119555" y="3927"/>
                  </a:lnTo>
                  <a:cubicBezTo>
                    <a:pt x="122594" y="-199"/>
                    <a:pt x="128324" y="-1230"/>
                    <a:pt x="132608" y="1582"/>
                  </a:cubicBezTo>
                  <a:cubicBezTo>
                    <a:pt x="137201" y="4342"/>
                    <a:pt x="138693" y="10309"/>
                    <a:pt x="135929" y="14910"/>
                  </a:cubicBezTo>
                  <a:cubicBezTo>
                    <a:pt x="135915" y="14930"/>
                    <a:pt x="135902" y="14957"/>
                    <a:pt x="135888" y="14977"/>
                  </a:cubicBezTo>
                  <a:lnTo>
                    <a:pt x="135888" y="14977"/>
                  </a:lnTo>
                  <a:lnTo>
                    <a:pt x="35478" y="178390"/>
                  </a:lnTo>
                  <a:cubicBezTo>
                    <a:pt x="31656" y="184639"/>
                    <a:pt x="25899" y="189461"/>
                    <a:pt x="19078" y="192120"/>
                  </a:cubicBezTo>
                  <a:lnTo>
                    <a:pt x="4954" y="197612"/>
                  </a:lnTo>
                  <a:cubicBezTo>
                    <a:pt x="4431" y="197766"/>
                    <a:pt x="3883" y="197812"/>
                    <a:pt x="3347" y="197746"/>
                  </a:cubicBezTo>
                  <a:close/>
                  <a:moveTo>
                    <a:pt x="126517" y="6739"/>
                  </a:moveTo>
                  <a:cubicBezTo>
                    <a:pt x="125640" y="6733"/>
                    <a:pt x="124816" y="7161"/>
                    <a:pt x="124308" y="7878"/>
                  </a:cubicBezTo>
                  <a:lnTo>
                    <a:pt x="11447" y="162853"/>
                  </a:lnTo>
                  <a:cubicBezTo>
                    <a:pt x="8013" y="167594"/>
                    <a:pt x="6225" y="173334"/>
                    <a:pt x="6360" y="179194"/>
                  </a:cubicBezTo>
                  <a:lnTo>
                    <a:pt x="6360" y="189575"/>
                  </a:lnTo>
                  <a:lnTo>
                    <a:pt x="16066" y="185824"/>
                  </a:lnTo>
                  <a:cubicBezTo>
                    <a:pt x="21622" y="183748"/>
                    <a:pt x="26328" y="179884"/>
                    <a:pt x="29454" y="174841"/>
                  </a:cubicBezTo>
                  <a:lnTo>
                    <a:pt x="129529" y="11428"/>
                  </a:lnTo>
                  <a:cubicBezTo>
                    <a:pt x="130339" y="10128"/>
                    <a:pt x="129984" y="8420"/>
                    <a:pt x="128726" y="7543"/>
                  </a:cubicBezTo>
                  <a:cubicBezTo>
                    <a:pt x="128096" y="7034"/>
                    <a:pt x="127320" y="6753"/>
                    <a:pt x="126517" y="6739"/>
                  </a:cubicBezTo>
                  <a:close/>
                  <a:moveTo>
                    <a:pt x="132341" y="13102"/>
                  </a:moveTo>
                  <a:lnTo>
                    <a:pt x="132341" y="13102"/>
                  </a:lnTo>
                  <a:close/>
                </a:path>
              </a:pathLst>
            </a:custGeom>
            <a:solidFill>
              <a:srgbClr val="0B2750"/>
            </a:solidFill>
            <a:ln w="669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</a:endParaRPr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6D481849-4A00-4306-637D-EF707D9C8707}"/>
                </a:ext>
              </a:extLst>
            </p:cNvPr>
            <p:cNvSpPr/>
            <p:nvPr/>
          </p:nvSpPr>
          <p:spPr>
            <a:xfrm>
              <a:off x="3470034" y="4204610"/>
              <a:ext cx="12450" cy="12456"/>
            </a:xfrm>
            <a:custGeom>
              <a:avLst/>
              <a:gdLst>
                <a:gd name="connsiteX0" fmla="*/ 12451 w 12450"/>
                <a:gd name="connsiteY0" fmla="*/ 6228 h 12456"/>
                <a:gd name="connsiteX1" fmla="*/ 6225 w 12450"/>
                <a:gd name="connsiteY1" fmla="*/ 12457 h 12456"/>
                <a:gd name="connsiteX2" fmla="*/ 0 w 12450"/>
                <a:gd name="connsiteY2" fmla="*/ 6228 h 12456"/>
                <a:gd name="connsiteX3" fmla="*/ 6225 w 12450"/>
                <a:gd name="connsiteY3" fmla="*/ 0 h 12456"/>
                <a:gd name="connsiteX4" fmla="*/ 12451 w 12450"/>
                <a:gd name="connsiteY4" fmla="*/ 6228 h 12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50" h="12456">
                  <a:moveTo>
                    <a:pt x="12451" y="6228"/>
                  </a:moveTo>
                  <a:cubicBezTo>
                    <a:pt x="12451" y="9668"/>
                    <a:pt x="9664" y="12457"/>
                    <a:pt x="6225" y="12457"/>
                  </a:cubicBezTo>
                  <a:cubicBezTo>
                    <a:pt x="2787" y="12457"/>
                    <a:pt x="0" y="9668"/>
                    <a:pt x="0" y="6228"/>
                  </a:cubicBezTo>
                  <a:cubicBezTo>
                    <a:pt x="0" y="2789"/>
                    <a:pt x="2787" y="0"/>
                    <a:pt x="6225" y="0"/>
                  </a:cubicBezTo>
                  <a:cubicBezTo>
                    <a:pt x="9664" y="0"/>
                    <a:pt x="12451" y="2789"/>
                    <a:pt x="12451" y="6228"/>
                  </a:cubicBezTo>
                  <a:close/>
                </a:path>
              </a:pathLst>
            </a:custGeom>
            <a:solidFill>
              <a:srgbClr val="FFFFFF"/>
            </a:solidFill>
            <a:ln w="669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</a:endParaRPr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856BF08E-E718-041F-8BB0-3AB8C62A8BEA}"/>
                </a:ext>
              </a:extLst>
            </p:cNvPr>
            <p:cNvSpPr/>
            <p:nvPr/>
          </p:nvSpPr>
          <p:spPr>
            <a:xfrm>
              <a:off x="3466687" y="4201261"/>
              <a:ext cx="19144" cy="19154"/>
            </a:xfrm>
            <a:custGeom>
              <a:avLst/>
              <a:gdLst>
                <a:gd name="connsiteX0" fmla="*/ 9572 w 19144"/>
                <a:gd name="connsiteY0" fmla="*/ 19154 h 19154"/>
                <a:gd name="connsiteX1" fmla="*/ 0 w 19144"/>
                <a:gd name="connsiteY1" fmla="*/ 9577 h 19154"/>
                <a:gd name="connsiteX2" fmla="*/ 9572 w 19144"/>
                <a:gd name="connsiteY2" fmla="*/ 0 h 19154"/>
                <a:gd name="connsiteX3" fmla="*/ 19145 w 19144"/>
                <a:gd name="connsiteY3" fmla="*/ 9577 h 19154"/>
                <a:gd name="connsiteX4" fmla="*/ 9572 w 19144"/>
                <a:gd name="connsiteY4" fmla="*/ 19154 h 19154"/>
                <a:gd name="connsiteX5" fmla="*/ 9572 w 19144"/>
                <a:gd name="connsiteY5" fmla="*/ 6697 h 19154"/>
                <a:gd name="connsiteX6" fmla="*/ 6694 w 19144"/>
                <a:gd name="connsiteY6" fmla="*/ 9577 h 19154"/>
                <a:gd name="connsiteX7" fmla="*/ 9572 w 19144"/>
                <a:gd name="connsiteY7" fmla="*/ 12457 h 19154"/>
                <a:gd name="connsiteX8" fmla="*/ 12451 w 19144"/>
                <a:gd name="connsiteY8" fmla="*/ 9577 h 19154"/>
                <a:gd name="connsiteX9" fmla="*/ 9572 w 19144"/>
                <a:gd name="connsiteY9" fmla="*/ 6697 h 19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144" h="19154">
                  <a:moveTo>
                    <a:pt x="9572" y="19154"/>
                  </a:moveTo>
                  <a:cubicBezTo>
                    <a:pt x="4284" y="19154"/>
                    <a:pt x="0" y="14868"/>
                    <a:pt x="0" y="9577"/>
                  </a:cubicBezTo>
                  <a:cubicBezTo>
                    <a:pt x="0" y="4286"/>
                    <a:pt x="4284" y="0"/>
                    <a:pt x="9572" y="0"/>
                  </a:cubicBezTo>
                  <a:cubicBezTo>
                    <a:pt x="14860" y="0"/>
                    <a:pt x="19145" y="4286"/>
                    <a:pt x="19145" y="9577"/>
                  </a:cubicBezTo>
                  <a:cubicBezTo>
                    <a:pt x="19145" y="14868"/>
                    <a:pt x="14860" y="19154"/>
                    <a:pt x="9572" y="19154"/>
                  </a:cubicBezTo>
                  <a:close/>
                  <a:moveTo>
                    <a:pt x="9572" y="6697"/>
                  </a:moveTo>
                  <a:cubicBezTo>
                    <a:pt x="7986" y="6697"/>
                    <a:pt x="6694" y="7990"/>
                    <a:pt x="6694" y="9577"/>
                  </a:cubicBezTo>
                  <a:cubicBezTo>
                    <a:pt x="6694" y="11164"/>
                    <a:pt x="7986" y="12457"/>
                    <a:pt x="9572" y="12457"/>
                  </a:cubicBezTo>
                  <a:cubicBezTo>
                    <a:pt x="11159" y="12457"/>
                    <a:pt x="12451" y="11164"/>
                    <a:pt x="12451" y="9577"/>
                  </a:cubicBezTo>
                  <a:cubicBezTo>
                    <a:pt x="12451" y="7990"/>
                    <a:pt x="11159" y="6697"/>
                    <a:pt x="9572" y="6697"/>
                  </a:cubicBezTo>
                  <a:close/>
                </a:path>
              </a:pathLst>
            </a:custGeom>
            <a:solidFill>
              <a:srgbClr val="0B2750"/>
            </a:solidFill>
            <a:ln w="669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</a:endParaRPr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3834D68A-DA29-AAA5-20D4-87BA6C3DD33F}"/>
                </a:ext>
              </a:extLst>
            </p:cNvPr>
            <p:cNvSpPr/>
            <p:nvPr/>
          </p:nvSpPr>
          <p:spPr>
            <a:xfrm>
              <a:off x="3207093" y="4368224"/>
              <a:ext cx="12183" cy="204534"/>
            </a:xfrm>
            <a:custGeom>
              <a:avLst/>
              <a:gdLst>
                <a:gd name="connsiteX0" fmla="*/ 0 w 12183"/>
                <a:gd name="connsiteY0" fmla="*/ 0 h 204534"/>
                <a:gd name="connsiteX1" fmla="*/ 12183 w 12183"/>
                <a:gd name="connsiteY1" fmla="*/ 0 h 204534"/>
                <a:gd name="connsiteX2" fmla="*/ 12183 w 12183"/>
                <a:gd name="connsiteY2" fmla="*/ 204534 h 204534"/>
                <a:gd name="connsiteX3" fmla="*/ 0 w 12183"/>
                <a:gd name="connsiteY3" fmla="*/ 204534 h 204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83" h="204534">
                  <a:moveTo>
                    <a:pt x="0" y="0"/>
                  </a:moveTo>
                  <a:lnTo>
                    <a:pt x="12183" y="0"/>
                  </a:lnTo>
                  <a:lnTo>
                    <a:pt x="12183" y="204534"/>
                  </a:lnTo>
                  <a:lnTo>
                    <a:pt x="0" y="204534"/>
                  </a:lnTo>
                  <a:close/>
                </a:path>
              </a:pathLst>
            </a:custGeom>
            <a:solidFill>
              <a:srgbClr val="FFFFFF"/>
            </a:solidFill>
            <a:ln w="669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</a:endParaRPr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366ABC6F-C159-653D-9016-CE1C0E0FECD7}"/>
                </a:ext>
              </a:extLst>
            </p:cNvPr>
            <p:cNvSpPr/>
            <p:nvPr/>
          </p:nvSpPr>
          <p:spPr>
            <a:xfrm>
              <a:off x="3203747" y="4364875"/>
              <a:ext cx="18943" cy="211232"/>
            </a:xfrm>
            <a:custGeom>
              <a:avLst/>
              <a:gdLst>
                <a:gd name="connsiteX0" fmla="*/ 15597 w 18943"/>
                <a:gd name="connsiteY0" fmla="*/ 211232 h 211232"/>
                <a:gd name="connsiteX1" fmla="*/ 3347 w 18943"/>
                <a:gd name="connsiteY1" fmla="*/ 211232 h 211232"/>
                <a:gd name="connsiteX2" fmla="*/ 0 w 18943"/>
                <a:gd name="connsiteY2" fmla="*/ 207883 h 211232"/>
                <a:gd name="connsiteX3" fmla="*/ 0 w 18943"/>
                <a:gd name="connsiteY3" fmla="*/ 3349 h 211232"/>
                <a:gd name="connsiteX4" fmla="*/ 3347 w 18943"/>
                <a:gd name="connsiteY4" fmla="*/ 0 h 211232"/>
                <a:gd name="connsiteX5" fmla="*/ 15597 w 18943"/>
                <a:gd name="connsiteY5" fmla="*/ 0 h 211232"/>
                <a:gd name="connsiteX6" fmla="*/ 18944 w 18943"/>
                <a:gd name="connsiteY6" fmla="*/ 3349 h 211232"/>
                <a:gd name="connsiteX7" fmla="*/ 18944 w 18943"/>
                <a:gd name="connsiteY7" fmla="*/ 207883 h 211232"/>
                <a:gd name="connsiteX8" fmla="*/ 15597 w 18943"/>
                <a:gd name="connsiteY8" fmla="*/ 211232 h 211232"/>
                <a:gd name="connsiteX9" fmla="*/ 6694 w 18943"/>
                <a:gd name="connsiteY9" fmla="*/ 204535 h 211232"/>
                <a:gd name="connsiteX10" fmla="*/ 12250 w 18943"/>
                <a:gd name="connsiteY10" fmla="*/ 204535 h 211232"/>
                <a:gd name="connsiteX11" fmla="*/ 12250 w 18943"/>
                <a:gd name="connsiteY11" fmla="*/ 6697 h 211232"/>
                <a:gd name="connsiteX12" fmla="*/ 6694 w 18943"/>
                <a:gd name="connsiteY12" fmla="*/ 6697 h 211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943" h="211232">
                  <a:moveTo>
                    <a:pt x="15597" y="211232"/>
                  </a:moveTo>
                  <a:lnTo>
                    <a:pt x="3347" y="211232"/>
                  </a:lnTo>
                  <a:cubicBezTo>
                    <a:pt x="1513" y="211199"/>
                    <a:pt x="34" y="209718"/>
                    <a:pt x="0" y="207883"/>
                  </a:cubicBezTo>
                  <a:lnTo>
                    <a:pt x="0" y="3349"/>
                  </a:lnTo>
                  <a:cubicBezTo>
                    <a:pt x="0" y="1500"/>
                    <a:pt x="1499" y="0"/>
                    <a:pt x="3347" y="0"/>
                  </a:cubicBezTo>
                  <a:lnTo>
                    <a:pt x="15597" y="0"/>
                  </a:lnTo>
                  <a:cubicBezTo>
                    <a:pt x="17444" y="0"/>
                    <a:pt x="18944" y="1500"/>
                    <a:pt x="18944" y="3349"/>
                  </a:cubicBezTo>
                  <a:lnTo>
                    <a:pt x="18944" y="207883"/>
                  </a:lnTo>
                  <a:cubicBezTo>
                    <a:pt x="18910" y="209718"/>
                    <a:pt x="17431" y="211199"/>
                    <a:pt x="15597" y="211232"/>
                  </a:cubicBezTo>
                  <a:close/>
                  <a:moveTo>
                    <a:pt x="6694" y="204535"/>
                  </a:moveTo>
                  <a:lnTo>
                    <a:pt x="12250" y="204535"/>
                  </a:lnTo>
                  <a:lnTo>
                    <a:pt x="12250" y="6697"/>
                  </a:lnTo>
                  <a:lnTo>
                    <a:pt x="6694" y="6697"/>
                  </a:lnTo>
                  <a:close/>
                </a:path>
              </a:pathLst>
            </a:custGeom>
            <a:solidFill>
              <a:srgbClr val="0B2750"/>
            </a:solidFill>
            <a:ln w="669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</a:endParaRPr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D245DABE-A76B-BCF6-CC88-583DF74DB167}"/>
                </a:ext>
              </a:extLst>
            </p:cNvPr>
            <p:cNvSpPr/>
            <p:nvPr/>
          </p:nvSpPr>
          <p:spPr>
            <a:xfrm>
              <a:off x="3207094" y="4368425"/>
              <a:ext cx="12249" cy="9710"/>
            </a:xfrm>
            <a:custGeom>
              <a:avLst/>
              <a:gdLst>
                <a:gd name="connsiteX0" fmla="*/ 0 w 12249"/>
                <a:gd name="connsiteY0" fmla="*/ 4889 h 9710"/>
                <a:gd name="connsiteX1" fmla="*/ 12250 w 12249"/>
                <a:gd name="connsiteY1" fmla="*/ 9711 h 9710"/>
                <a:gd name="connsiteX2" fmla="*/ 12250 w 12249"/>
                <a:gd name="connsiteY2" fmla="*/ 0 h 9710"/>
                <a:gd name="connsiteX3" fmla="*/ 0 w 12249"/>
                <a:gd name="connsiteY3" fmla="*/ 0 h 9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249" h="9710">
                  <a:moveTo>
                    <a:pt x="0" y="4889"/>
                  </a:moveTo>
                  <a:cubicBezTo>
                    <a:pt x="3742" y="7253"/>
                    <a:pt x="7899" y="8887"/>
                    <a:pt x="12250" y="9711"/>
                  </a:cubicBezTo>
                  <a:lnTo>
                    <a:pt x="122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2750"/>
            </a:solidFill>
            <a:ln w="669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</a:endParaRPr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6B6FDA0C-C0B8-6F2E-303B-6EF3DCB7E8E3}"/>
                </a:ext>
              </a:extLst>
            </p:cNvPr>
            <p:cNvSpPr/>
            <p:nvPr/>
          </p:nvSpPr>
          <p:spPr>
            <a:xfrm>
              <a:off x="3203747" y="4364875"/>
              <a:ext cx="18943" cy="16408"/>
            </a:xfrm>
            <a:custGeom>
              <a:avLst/>
              <a:gdLst>
                <a:gd name="connsiteX0" fmla="*/ 15597 w 18943"/>
                <a:gd name="connsiteY0" fmla="*/ 16408 h 16408"/>
                <a:gd name="connsiteX1" fmla="*/ 1606 w 18943"/>
                <a:gd name="connsiteY1" fmla="*/ 11118 h 16408"/>
                <a:gd name="connsiteX2" fmla="*/ 0 w 18943"/>
                <a:gd name="connsiteY2" fmla="*/ 8238 h 16408"/>
                <a:gd name="connsiteX3" fmla="*/ 0 w 18943"/>
                <a:gd name="connsiteY3" fmla="*/ 3349 h 16408"/>
                <a:gd name="connsiteX4" fmla="*/ 3347 w 18943"/>
                <a:gd name="connsiteY4" fmla="*/ 0 h 16408"/>
                <a:gd name="connsiteX5" fmla="*/ 15597 w 18943"/>
                <a:gd name="connsiteY5" fmla="*/ 0 h 16408"/>
                <a:gd name="connsiteX6" fmla="*/ 18944 w 18943"/>
                <a:gd name="connsiteY6" fmla="*/ 3349 h 16408"/>
                <a:gd name="connsiteX7" fmla="*/ 18944 w 18943"/>
                <a:gd name="connsiteY7" fmla="*/ 13060 h 16408"/>
                <a:gd name="connsiteX8" fmla="*/ 15597 w 18943"/>
                <a:gd name="connsiteY8" fmla="*/ 16408 h 16408"/>
                <a:gd name="connsiteX9" fmla="*/ 7430 w 18943"/>
                <a:gd name="connsiteY9" fmla="*/ 6697 h 16408"/>
                <a:gd name="connsiteX10" fmla="*/ 12250 w 18943"/>
                <a:gd name="connsiteY10" fmla="*/ 8840 h 16408"/>
                <a:gd name="connsiteX11" fmla="*/ 12250 w 18943"/>
                <a:gd name="connsiteY11" fmla="*/ 6697 h 16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8943" h="16408">
                  <a:moveTo>
                    <a:pt x="15597" y="16408"/>
                  </a:moveTo>
                  <a:cubicBezTo>
                    <a:pt x="10610" y="15658"/>
                    <a:pt x="5844" y="13850"/>
                    <a:pt x="1606" y="11118"/>
                  </a:cubicBezTo>
                  <a:cubicBezTo>
                    <a:pt x="609" y="10495"/>
                    <a:pt x="7" y="9410"/>
                    <a:pt x="0" y="8238"/>
                  </a:cubicBezTo>
                  <a:lnTo>
                    <a:pt x="0" y="3349"/>
                  </a:lnTo>
                  <a:cubicBezTo>
                    <a:pt x="0" y="1500"/>
                    <a:pt x="1499" y="0"/>
                    <a:pt x="3347" y="0"/>
                  </a:cubicBezTo>
                  <a:lnTo>
                    <a:pt x="15597" y="0"/>
                  </a:lnTo>
                  <a:cubicBezTo>
                    <a:pt x="17444" y="0"/>
                    <a:pt x="18944" y="1500"/>
                    <a:pt x="18944" y="3349"/>
                  </a:cubicBezTo>
                  <a:lnTo>
                    <a:pt x="18944" y="13060"/>
                  </a:lnTo>
                  <a:cubicBezTo>
                    <a:pt x="18910" y="14895"/>
                    <a:pt x="17431" y="16375"/>
                    <a:pt x="15597" y="16408"/>
                  </a:cubicBezTo>
                  <a:close/>
                  <a:moveTo>
                    <a:pt x="7430" y="6697"/>
                  </a:moveTo>
                  <a:cubicBezTo>
                    <a:pt x="8983" y="7521"/>
                    <a:pt x="10597" y="8238"/>
                    <a:pt x="12250" y="8840"/>
                  </a:cubicBezTo>
                  <a:lnTo>
                    <a:pt x="12250" y="6697"/>
                  </a:lnTo>
                  <a:close/>
                </a:path>
              </a:pathLst>
            </a:custGeom>
            <a:solidFill>
              <a:srgbClr val="0B2750"/>
            </a:solidFill>
            <a:ln w="669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</a:endParaRPr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0B168237-F600-E475-F016-ECABB13FB597}"/>
                </a:ext>
              </a:extLst>
            </p:cNvPr>
            <p:cNvSpPr/>
            <p:nvPr/>
          </p:nvSpPr>
          <p:spPr>
            <a:xfrm>
              <a:off x="3201604" y="4350007"/>
              <a:ext cx="22090" cy="22100"/>
            </a:xfrm>
            <a:custGeom>
              <a:avLst/>
              <a:gdLst>
                <a:gd name="connsiteX0" fmla="*/ 22090 w 22090"/>
                <a:gd name="connsiteY0" fmla="*/ 11050 h 22100"/>
                <a:gd name="connsiteX1" fmla="*/ 11045 w 22090"/>
                <a:gd name="connsiteY1" fmla="*/ 22101 h 22100"/>
                <a:gd name="connsiteX2" fmla="*/ 0 w 22090"/>
                <a:gd name="connsiteY2" fmla="*/ 11050 h 22100"/>
                <a:gd name="connsiteX3" fmla="*/ 11045 w 22090"/>
                <a:gd name="connsiteY3" fmla="*/ 0 h 22100"/>
                <a:gd name="connsiteX4" fmla="*/ 22090 w 22090"/>
                <a:gd name="connsiteY4" fmla="*/ 11050 h 22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090" h="22100">
                  <a:moveTo>
                    <a:pt x="22090" y="11050"/>
                  </a:moveTo>
                  <a:cubicBezTo>
                    <a:pt x="22090" y="17153"/>
                    <a:pt x="17145" y="22101"/>
                    <a:pt x="11045" y="22101"/>
                  </a:cubicBezTo>
                  <a:cubicBezTo>
                    <a:pt x="4945" y="22101"/>
                    <a:pt x="0" y="17154"/>
                    <a:pt x="0" y="11050"/>
                  </a:cubicBezTo>
                  <a:cubicBezTo>
                    <a:pt x="0" y="4947"/>
                    <a:pt x="4945" y="0"/>
                    <a:pt x="11045" y="0"/>
                  </a:cubicBezTo>
                  <a:cubicBezTo>
                    <a:pt x="17145" y="0"/>
                    <a:pt x="22090" y="4947"/>
                    <a:pt x="22090" y="11050"/>
                  </a:cubicBezTo>
                  <a:close/>
                </a:path>
              </a:pathLst>
            </a:custGeom>
            <a:solidFill>
              <a:srgbClr val="FFFFFF"/>
            </a:solidFill>
            <a:ln w="669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</a:endParaRPr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509736F0-88DF-A09F-1CF3-ECB24BA8C62E}"/>
                </a:ext>
              </a:extLst>
            </p:cNvPr>
            <p:cNvSpPr/>
            <p:nvPr/>
          </p:nvSpPr>
          <p:spPr>
            <a:xfrm>
              <a:off x="3198257" y="4346659"/>
              <a:ext cx="28784" cy="28798"/>
            </a:xfrm>
            <a:custGeom>
              <a:avLst/>
              <a:gdLst>
                <a:gd name="connsiteX0" fmla="*/ 14392 w 28784"/>
                <a:gd name="connsiteY0" fmla="*/ 28798 h 28798"/>
                <a:gd name="connsiteX1" fmla="*/ 0 w 28784"/>
                <a:gd name="connsiteY1" fmla="*/ 14399 h 28798"/>
                <a:gd name="connsiteX2" fmla="*/ 14392 w 28784"/>
                <a:gd name="connsiteY2" fmla="*/ 0 h 28798"/>
                <a:gd name="connsiteX3" fmla="*/ 28784 w 28784"/>
                <a:gd name="connsiteY3" fmla="*/ 14399 h 28798"/>
                <a:gd name="connsiteX4" fmla="*/ 14392 w 28784"/>
                <a:gd name="connsiteY4" fmla="*/ 28798 h 28798"/>
                <a:gd name="connsiteX5" fmla="*/ 14392 w 28784"/>
                <a:gd name="connsiteY5" fmla="*/ 6697 h 28798"/>
                <a:gd name="connsiteX6" fmla="*/ 6694 w 28784"/>
                <a:gd name="connsiteY6" fmla="*/ 14399 h 28798"/>
                <a:gd name="connsiteX7" fmla="*/ 14392 w 28784"/>
                <a:gd name="connsiteY7" fmla="*/ 22101 h 28798"/>
                <a:gd name="connsiteX8" fmla="*/ 22090 w 28784"/>
                <a:gd name="connsiteY8" fmla="*/ 14399 h 28798"/>
                <a:gd name="connsiteX9" fmla="*/ 14660 w 28784"/>
                <a:gd name="connsiteY9" fmla="*/ 6563 h 28798"/>
                <a:gd name="connsiteX10" fmla="*/ 14392 w 28784"/>
                <a:gd name="connsiteY10" fmla="*/ 6563 h 28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8784" h="28798">
                  <a:moveTo>
                    <a:pt x="14392" y="28798"/>
                  </a:moveTo>
                  <a:cubicBezTo>
                    <a:pt x="6446" y="28798"/>
                    <a:pt x="0" y="22349"/>
                    <a:pt x="0" y="14399"/>
                  </a:cubicBezTo>
                  <a:cubicBezTo>
                    <a:pt x="0" y="6449"/>
                    <a:pt x="6446" y="0"/>
                    <a:pt x="14392" y="0"/>
                  </a:cubicBezTo>
                  <a:cubicBezTo>
                    <a:pt x="22338" y="0"/>
                    <a:pt x="28784" y="6449"/>
                    <a:pt x="28784" y="14399"/>
                  </a:cubicBezTo>
                  <a:cubicBezTo>
                    <a:pt x="28784" y="22349"/>
                    <a:pt x="22338" y="28798"/>
                    <a:pt x="14392" y="28798"/>
                  </a:cubicBezTo>
                  <a:close/>
                  <a:moveTo>
                    <a:pt x="14392" y="6697"/>
                  </a:moveTo>
                  <a:cubicBezTo>
                    <a:pt x="10142" y="6697"/>
                    <a:pt x="6694" y="10146"/>
                    <a:pt x="6694" y="14399"/>
                  </a:cubicBezTo>
                  <a:cubicBezTo>
                    <a:pt x="6694" y="18652"/>
                    <a:pt x="10142" y="22101"/>
                    <a:pt x="14392" y="22101"/>
                  </a:cubicBezTo>
                  <a:cubicBezTo>
                    <a:pt x="18643" y="22101"/>
                    <a:pt x="22090" y="18652"/>
                    <a:pt x="22090" y="14399"/>
                  </a:cubicBezTo>
                  <a:cubicBezTo>
                    <a:pt x="22204" y="10187"/>
                    <a:pt x="18877" y="6677"/>
                    <a:pt x="14660" y="6563"/>
                  </a:cubicBezTo>
                  <a:cubicBezTo>
                    <a:pt x="14573" y="6563"/>
                    <a:pt x="14479" y="6563"/>
                    <a:pt x="14392" y="6563"/>
                  </a:cubicBezTo>
                  <a:close/>
                </a:path>
              </a:pathLst>
            </a:custGeom>
            <a:solidFill>
              <a:srgbClr val="0B2750"/>
            </a:solidFill>
            <a:ln w="669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</a:endParaRPr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EF1D10FB-FE99-F55E-8906-409BFC45246A}"/>
                </a:ext>
              </a:extLst>
            </p:cNvPr>
            <p:cNvSpPr/>
            <p:nvPr/>
          </p:nvSpPr>
          <p:spPr>
            <a:xfrm>
              <a:off x="3212850" y="4359398"/>
              <a:ext cx="125712" cy="52880"/>
            </a:xfrm>
            <a:custGeom>
              <a:avLst/>
              <a:gdLst>
                <a:gd name="connsiteX0" fmla="*/ 120760 w 125712"/>
                <a:gd name="connsiteY0" fmla="*/ 52693 h 52880"/>
                <a:gd name="connsiteX1" fmla="*/ 13990 w 125712"/>
                <a:gd name="connsiteY1" fmla="*/ 16796 h 52880"/>
                <a:gd name="connsiteX2" fmla="*/ 5020 w 125712"/>
                <a:gd name="connsiteY2" fmla="*/ 10099 h 52880"/>
                <a:gd name="connsiteX3" fmla="*/ 0 w 125712"/>
                <a:gd name="connsiteY3" fmla="*/ 2732 h 52880"/>
                <a:gd name="connsiteX4" fmla="*/ 8635 w 125712"/>
                <a:gd name="connsiteY4" fmla="*/ 522 h 52880"/>
                <a:gd name="connsiteX5" fmla="*/ 19881 w 125712"/>
                <a:gd name="connsiteY5" fmla="*/ 1459 h 52880"/>
                <a:gd name="connsiteX6" fmla="*/ 123504 w 125712"/>
                <a:gd name="connsiteY6" fmla="*/ 45728 h 52880"/>
                <a:gd name="connsiteX7" fmla="*/ 125446 w 125712"/>
                <a:gd name="connsiteY7" fmla="*/ 50416 h 52880"/>
                <a:gd name="connsiteX8" fmla="*/ 125446 w 125712"/>
                <a:gd name="connsiteY8" fmla="*/ 50416 h 52880"/>
                <a:gd name="connsiteX9" fmla="*/ 120760 w 125712"/>
                <a:gd name="connsiteY9" fmla="*/ 52693 h 52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5712" h="52880">
                  <a:moveTo>
                    <a:pt x="120760" y="52693"/>
                  </a:moveTo>
                  <a:lnTo>
                    <a:pt x="13990" y="16796"/>
                  </a:lnTo>
                  <a:cubicBezTo>
                    <a:pt x="10336" y="15624"/>
                    <a:pt x="7183" y="13267"/>
                    <a:pt x="5020" y="10099"/>
                  </a:cubicBezTo>
                  <a:lnTo>
                    <a:pt x="0" y="2732"/>
                  </a:lnTo>
                  <a:lnTo>
                    <a:pt x="8635" y="522"/>
                  </a:lnTo>
                  <a:cubicBezTo>
                    <a:pt x="12384" y="-416"/>
                    <a:pt x="16340" y="-81"/>
                    <a:pt x="19881" y="1459"/>
                  </a:cubicBezTo>
                  <a:lnTo>
                    <a:pt x="123504" y="45728"/>
                  </a:lnTo>
                  <a:cubicBezTo>
                    <a:pt x="125325" y="46498"/>
                    <a:pt x="126189" y="48588"/>
                    <a:pt x="125446" y="50416"/>
                  </a:cubicBezTo>
                  <a:lnTo>
                    <a:pt x="125446" y="50416"/>
                  </a:lnTo>
                  <a:cubicBezTo>
                    <a:pt x="124749" y="52311"/>
                    <a:pt x="122681" y="53323"/>
                    <a:pt x="120760" y="52693"/>
                  </a:cubicBezTo>
                  <a:close/>
                </a:path>
              </a:pathLst>
            </a:custGeom>
            <a:solidFill>
              <a:srgbClr val="FFFFFF"/>
            </a:solidFill>
            <a:ln w="669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</a:endParaRPr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A411C4BE-7D0D-D735-48CB-27456DFAEE7B}"/>
                </a:ext>
              </a:extLst>
            </p:cNvPr>
            <p:cNvSpPr/>
            <p:nvPr/>
          </p:nvSpPr>
          <p:spPr>
            <a:xfrm>
              <a:off x="3209473" y="4355937"/>
              <a:ext cx="132537" cy="59704"/>
            </a:xfrm>
            <a:custGeom>
              <a:avLst/>
              <a:gdLst>
                <a:gd name="connsiteX0" fmla="*/ 125342 w 132537"/>
                <a:gd name="connsiteY0" fmla="*/ 59704 h 59704"/>
                <a:gd name="connsiteX1" fmla="*/ 123066 w 132537"/>
                <a:gd name="connsiteY1" fmla="*/ 59302 h 59704"/>
                <a:gd name="connsiteX2" fmla="*/ 16297 w 132537"/>
                <a:gd name="connsiteY2" fmla="*/ 23472 h 59704"/>
                <a:gd name="connsiteX3" fmla="*/ 5587 w 132537"/>
                <a:gd name="connsiteY3" fmla="*/ 15301 h 59704"/>
                <a:gd name="connsiteX4" fmla="*/ 566 w 132537"/>
                <a:gd name="connsiteY4" fmla="*/ 7934 h 59704"/>
                <a:gd name="connsiteX5" fmla="*/ 231 w 132537"/>
                <a:gd name="connsiteY5" fmla="*/ 4853 h 59704"/>
                <a:gd name="connsiteX6" fmla="*/ 2507 w 132537"/>
                <a:gd name="connsiteY6" fmla="*/ 2844 h 59704"/>
                <a:gd name="connsiteX7" fmla="*/ 11210 w 132537"/>
                <a:gd name="connsiteY7" fmla="*/ 634 h 59704"/>
                <a:gd name="connsiteX8" fmla="*/ 24598 w 132537"/>
                <a:gd name="connsiteY8" fmla="*/ 1705 h 59704"/>
                <a:gd name="connsiteX9" fmla="*/ 128154 w 132537"/>
                <a:gd name="connsiteY9" fmla="*/ 45975 h 59704"/>
                <a:gd name="connsiteX10" fmla="*/ 132123 w 132537"/>
                <a:gd name="connsiteY10" fmla="*/ 54574 h 59704"/>
                <a:gd name="connsiteX11" fmla="*/ 131969 w 132537"/>
                <a:gd name="connsiteY11" fmla="*/ 54949 h 59704"/>
                <a:gd name="connsiteX12" fmla="*/ 125342 w 132537"/>
                <a:gd name="connsiteY12" fmla="*/ 59704 h 59704"/>
                <a:gd name="connsiteX13" fmla="*/ 8800 w 132537"/>
                <a:gd name="connsiteY13" fmla="*/ 8135 h 59704"/>
                <a:gd name="connsiteX14" fmla="*/ 11143 w 132537"/>
                <a:gd name="connsiteY14" fmla="*/ 11551 h 59704"/>
                <a:gd name="connsiteX15" fmla="*/ 18439 w 132537"/>
                <a:gd name="connsiteY15" fmla="*/ 17110 h 59704"/>
                <a:gd name="connsiteX16" fmla="*/ 125543 w 132537"/>
                <a:gd name="connsiteY16" fmla="*/ 53007 h 59704"/>
                <a:gd name="connsiteX17" fmla="*/ 125543 w 132537"/>
                <a:gd name="connsiteY17" fmla="*/ 53007 h 59704"/>
                <a:gd name="connsiteX18" fmla="*/ 125945 w 132537"/>
                <a:gd name="connsiteY18" fmla="*/ 53007 h 59704"/>
                <a:gd name="connsiteX19" fmla="*/ 127217 w 132537"/>
                <a:gd name="connsiteY19" fmla="*/ 49256 h 59704"/>
                <a:gd name="connsiteX20" fmla="*/ 125878 w 132537"/>
                <a:gd name="connsiteY20" fmla="*/ 52337 h 59704"/>
                <a:gd name="connsiteX21" fmla="*/ 22322 w 132537"/>
                <a:gd name="connsiteY21" fmla="*/ 8068 h 59704"/>
                <a:gd name="connsiteX22" fmla="*/ 13151 w 132537"/>
                <a:gd name="connsiteY22" fmla="*/ 7331 h 59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32537" h="59704">
                  <a:moveTo>
                    <a:pt x="125342" y="59704"/>
                  </a:moveTo>
                  <a:cubicBezTo>
                    <a:pt x="124566" y="59704"/>
                    <a:pt x="123796" y="59570"/>
                    <a:pt x="123066" y="59302"/>
                  </a:cubicBezTo>
                  <a:lnTo>
                    <a:pt x="16297" y="23472"/>
                  </a:lnTo>
                  <a:cubicBezTo>
                    <a:pt x="11926" y="21998"/>
                    <a:pt x="8164" y="19125"/>
                    <a:pt x="5587" y="15301"/>
                  </a:cubicBezTo>
                  <a:lnTo>
                    <a:pt x="566" y="7934"/>
                  </a:lnTo>
                  <a:cubicBezTo>
                    <a:pt x="-43" y="7023"/>
                    <a:pt x="-170" y="5871"/>
                    <a:pt x="231" y="4853"/>
                  </a:cubicBezTo>
                  <a:cubicBezTo>
                    <a:pt x="613" y="3849"/>
                    <a:pt x="1463" y="3099"/>
                    <a:pt x="2507" y="2844"/>
                  </a:cubicBezTo>
                  <a:lnTo>
                    <a:pt x="11210" y="634"/>
                  </a:lnTo>
                  <a:cubicBezTo>
                    <a:pt x="15668" y="-491"/>
                    <a:pt x="20374" y="-109"/>
                    <a:pt x="24598" y="1705"/>
                  </a:cubicBezTo>
                  <a:lnTo>
                    <a:pt x="128154" y="45975"/>
                  </a:lnTo>
                  <a:cubicBezTo>
                    <a:pt x="131621" y="47254"/>
                    <a:pt x="133402" y="51105"/>
                    <a:pt x="132123" y="54574"/>
                  </a:cubicBezTo>
                  <a:cubicBezTo>
                    <a:pt x="132076" y="54701"/>
                    <a:pt x="132023" y="54828"/>
                    <a:pt x="131969" y="54949"/>
                  </a:cubicBezTo>
                  <a:cubicBezTo>
                    <a:pt x="130985" y="57775"/>
                    <a:pt x="128335" y="59677"/>
                    <a:pt x="125342" y="59704"/>
                  </a:cubicBezTo>
                  <a:close/>
                  <a:moveTo>
                    <a:pt x="8800" y="8135"/>
                  </a:moveTo>
                  <a:lnTo>
                    <a:pt x="11143" y="11551"/>
                  </a:lnTo>
                  <a:cubicBezTo>
                    <a:pt x="12903" y="14156"/>
                    <a:pt x="15467" y="16105"/>
                    <a:pt x="18439" y="17110"/>
                  </a:cubicBezTo>
                  <a:lnTo>
                    <a:pt x="125543" y="53007"/>
                  </a:lnTo>
                  <a:lnTo>
                    <a:pt x="125543" y="53007"/>
                  </a:lnTo>
                  <a:lnTo>
                    <a:pt x="125945" y="53007"/>
                  </a:lnTo>
                  <a:lnTo>
                    <a:pt x="127217" y="49256"/>
                  </a:lnTo>
                  <a:lnTo>
                    <a:pt x="125878" y="52337"/>
                  </a:lnTo>
                  <a:lnTo>
                    <a:pt x="22322" y="8068"/>
                  </a:lnTo>
                  <a:cubicBezTo>
                    <a:pt x="19430" y="6822"/>
                    <a:pt x="16203" y="6568"/>
                    <a:pt x="13151" y="7331"/>
                  </a:cubicBezTo>
                  <a:close/>
                </a:path>
              </a:pathLst>
            </a:custGeom>
            <a:solidFill>
              <a:srgbClr val="0B2750"/>
            </a:solidFill>
            <a:ln w="669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</a:endParaRPr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D2E8EFBC-37CD-7A64-6D29-5905F7449C26}"/>
                </a:ext>
              </a:extLst>
            </p:cNvPr>
            <p:cNvSpPr/>
            <p:nvPr/>
          </p:nvSpPr>
          <p:spPr>
            <a:xfrm>
              <a:off x="3107189" y="4361929"/>
              <a:ext cx="105125" cy="86221"/>
            </a:xfrm>
            <a:custGeom>
              <a:avLst/>
              <a:gdLst>
                <a:gd name="connsiteX0" fmla="*/ 1369 w 105125"/>
                <a:gd name="connsiteY0" fmla="*/ 79631 h 86221"/>
                <a:gd name="connsiteX1" fmla="*/ 85847 w 105125"/>
                <a:gd name="connsiteY1" fmla="*/ 5023 h 86221"/>
                <a:gd name="connsiteX2" fmla="*/ 96223 w 105125"/>
                <a:gd name="connsiteY2" fmla="*/ 670 h 86221"/>
                <a:gd name="connsiteX3" fmla="*/ 105126 w 105125"/>
                <a:gd name="connsiteY3" fmla="*/ 0 h 86221"/>
                <a:gd name="connsiteX4" fmla="*/ 102716 w 105125"/>
                <a:gd name="connsiteY4" fmla="*/ 8573 h 86221"/>
                <a:gd name="connsiteX5" fmla="*/ 96022 w 105125"/>
                <a:gd name="connsiteY5" fmla="*/ 17882 h 86221"/>
                <a:gd name="connsiteX6" fmla="*/ 5921 w 105125"/>
                <a:gd name="connsiteY6" fmla="*/ 85524 h 86221"/>
                <a:gd name="connsiteX7" fmla="*/ 900 w 105125"/>
                <a:gd name="connsiteY7" fmla="*/ 84854 h 86221"/>
                <a:gd name="connsiteX8" fmla="*/ 900 w 105125"/>
                <a:gd name="connsiteY8" fmla="*/ 84854 h 86221"/>
                <a:gd name="connsiteX9" fmla="*/ 1228 w 105125"/>
                <a:gd name="connsiteY9" fmla="*/ 79751 h 86221"/>
                <a:gd name="connsiteX10" fmla="*/ 1369 w 105125"/>
                <a:gd name="connsiteY10" fmla="*/ 79631 h 86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5125" h="86221">
                  <a:moveTo>
                    <a:pt x="1369" y="79631"/>
                  </a:moveTo>
                  <a:lnTo>
                    <a:pt x="85847" y="5023"/>
                  </a:lnTo>
                  <a:cubicBezTo>
                    <a:pt x="88739" y="2478"/>
                    <a:pt x="92381" y="944"/>
                    <a:pt x="96223" y="670"/>
                  </a:cubicBezTo>
                  <a:lnTo>
                    <a:pt x="105126" y="0"/>
                  </a:lnTo>
                  <a:lnTo>
                    <a:pt x="102716" y="8573"/>
                  </a:lnTo>
                  <a:cubicBezTo>
                    <a:pt x="101585" y="12337"/>
                    <a:pt x="99228" y="15611"/>
                    <a:pt x="96022" y="17882"/>
                  </a:cubicBezTo>
                  <a:lnTo>
                    <a:pt x="5921" y="85524"/>
                  </a:lnTo>
                  <a:cubicBezTo>
                    <a:pt x="4334" y="86670"/>
                    <a:pt x="2132" y="86375"/>
                    <a:pt x="900" y="84854"/>
                  </a:cubicBezTo>
                  <a:lnTo>
                    <a:pt x="900" y="84854"/>
                  </a:lnTo>
                  <a:cubicBezTo>
                    <a:pt x="-418" y="83354"/>
                    <a:pt x="-271" y="81071"/>
                    <a:pt x="1228" y="79751"/>
                  </a:cubicBezTo>
                  <a:cubicBezTo>
                    <a:pt x="1275" y="79711"/>
                    <a:pt x="1322" y="79671"/>
                    <a:pt x="1369" y="79631"/>
                  </a:cubicBezTo>
                  <a:close/>
                </a:path>
              </a:pathLst>
            </a:custGeom>
            <a:solidFill>
              <a:srgbClr val="FFFFFF"/>
            </a:solidFill>
            <a:ln w="669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</a:endParaRPr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56B3E93B-47AC-3562-39BB-CA67E09B2EAF}"/>
                </a:ext>
              </a:extLst>
            </p:cNvPr>
            <p:cNvSpPr/>
            <p:nvPr/>
          </p:nvSpPr>
          <p:spPr>
            <a:xfrm>
              <a:off x="3104045" y="4358573"/>
              <a:ext cx="111618" cy="92964"/>
            </a:xfrm>
            <a:custGeom>
              <a:avLst/>
              <a:gdLst>
                <a:gd name="connsiteX0" fmla="*/ 7123 w 111618"/>
                <a:gd name="connsiteY0" fmla="*/ 92965 h 92964"/>
                <a:gd name="connsiteX1" fmla="*/ 1 w 111618"/>
                <a:gd name="connsiteY1" fmla="*/ 85624 h 92964"/>
                <a:gd name="connsiteX2" fmla="*/ 2304 w 111618"/>
                <a:gd name="connsiteY2" fmla="*/ 80441 h 92964"/>
                <a:gd name="connsiteX3" fmla="*/ 2304 w 111618"/>
                <a:gd name="connsiteY3" fmla="*/ 80441 h 92964"/>
                <a:gd name="connsiteX4" fmla="*/ 86715 w 111618"/>
                <a:gd name="connsiteY4" fmla="*/ 5900 h 92964"/>
                <a:gd name="connsiteX5" fmla="*/ 99166 w 111618"/>
                <a:gd name="connsiteY5" fmla="*/ 677 h 92964"/>
                <a:gd name="connsiteX6" fmla="*/ 108069 w 111618"/>
                <a:gd name="connsiteY6" fmla="*/ 7 h 92964"/>
                <a:gd name="connsiteX7" fmla="*/ 110880 w 111618"/>
                <a:gd name="connsiteY7" fmla="*/ 1212 h 92964"/>
                <a:gd name="connsiteX8" fmla="*/ 111483 w 111618"/>
                <a:gd name="connsiteY8" fmla="*/ 4293 h 92964"/>
                <a:gd name="connsiteX9" fmla="*/ 109073 w 111618"/>
                <a:gd name="connsiteY9" fmla="*/ 12865 h 92964"/>
                <a:gd name="connsiteX10" fmla="*/ 101442 w 111618"/>
                <a:gd name="connsiteY10" fmla="*/ 23916 h 92964"/>
                <a:gd name="connsiteX11" fmla="*/ 11340 w 111618"/>
                <a:gd name="connsiteY11" fmla="*/ 91558 h 92964"/>
                <a:gd name="connsiteX12" fmla="*/ 7123 w 111618"/>
                <a:gd name="connsiteY12" fmla="*/ 92965 h 92964"/>
                <a:gd name="connsiteX13" fmla="*/ 6722 w 111618"/>
                <a:gd name="connsiteY13" fmla="*/ 85464 h 92964"/>
                <a:gd name="connsiteX14" fmla="*/ 6722 w 111618"/>
                <a:gd name="connsiteY14" fmla="*/ 85933 h 92964"/>
                <a:gd name="connsiteX15" fmla="*/ 97425 w 111618"/>
                <a:gd name="connsiteY15" fmla="*/ 18558 h 92964"/>
                <a:gd name="connsiteX16" fmla="*/ 102647 w 111618"/>
                <a:gd name="connsiteY16" fmla="*/ 11057 h 92964"/>
                <a:gd name="connsiteX17" fmla="*/ 103785 w 111618"/>
                <a:gd name="connsiteY17" fmla="*/ 7039 h 92964"/>
                <a:gd name="connsiteX18" fmla="*/ 99634 w 111618"/>
                <a:gd name="connsiteY18" fmla="*/ 7039 h 92964"/>
                <a:gd name="connsiteX19" fmla="*/ 91200 w 111618"/>
                <a:gd name="connsiteY19" fmla="*/ 10655 h 92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11618" h="92964">
                  <a:moveTo>
                    <a:pt x="7123" y="92965"/>
                  </a:moveTo>
                  <a:cubicBezTo>
                    <a:pt x="3134" y="92905"/>
                    <a:pt x="-59" y="89616"/>
                    <a:pt x="1" y="85624"/>
                  </a:cubicBezTo>
                  <a:cubicBezTo>
                    <a:pt x="34" y="83655"/>
                    <a:pt x="864" y="81780"/>
                    <a:pt x="2304" y="80441"/>
                  </a:cubicBezTo>
                  <a:lnTo>
                    <a:pt x="2304" y="80441"/>
                  </a:lnTo>
                  <a:lnTo>
                    <a:pt x="86715" y="5900"/>
                  </a:lnTo>
                  <a:cubicBezTo>
                    <a:pt x="90176" y="2840"/>
                    <a:pt x="94554" y="998"/>
                    <a:pt x="99166" y="677"/>
                  </a:cubicBezTo>
                  <a:lnTo>
                    <a:pt x="108069" y="7"/>
                  </a:lnTo>
                  <a:cubicBezTo>
                    <a:pt x="109146" y="-60"/>
                    <a:pt x="110184" y="388"/>
                    <a:pt x="110880" y="1212"/>
                  </a:cubicBezTo>
                  <a:cubicBezTo>
                    <a:pt x="111570" y="2083"/>
                    <a:pt x="111791" y="3228"/>
                    <a:pt x="111483" y="4293"/>
                  </a:cubicBezTo>
                  <a:lnTo>
                    <a:pt x="109073" y="12865"/>
                  </a:lnTo>
                  <a:cubicBezTo>
                    <a:pt x="107808" y="17286"/>
                    <a:pt x="105123" y="21163"/>
                    <a:pt x="101442" y="23916"/>
                  </a:cubicBezTo>
                  <a:lnTo>
                    <a:pt x="11340" y="91558"/>
                  </a:lnTo>
                  <a:cubicBezTo>
                    <a:pt x="10122" y="92469"/>
                    <a:pt x="8643" y="92958"/>
                    <a:pt x="7123" y="92965"/>
                  </a:cubicBezTo>
                  <a:close/>
                  <a:moveTo>
                    <a:pt x="6722" y="85464"/>
                  </a:moveTo>
                  <a:lnTo>
                    <a:pt x="6722" y="85933"/>
                  </a:lnTo>
                  <a:lnTo>
                    <a:pt x="97425" y="18558"/>
                  </a:lnTo>
                  <a:cubicBezTo>
                    <a:pt x="99915" y="16670"/>
                    <a:pt x="101743" y="14044"/>
                    <a:pt x="102647" y="11057"/>
                  </a:cubicBezTo>
                  <a:lnTo>
                    <a:pt x="103785" y="7039"/>
                  </a:lnTo>
                  <a:lnTo>
                    <a:pt x="99634" y="7039"/>
                  </a:lnTo>
                  <a:cubicBezTo>
                    <a:pt x="96508" y="7307"/>
                    <a:pt x="93549" y="8572"/>
                    <a:pt x="91200" y="10655"/>
                  </a:cubicBezTo>
                  <a:close/>
                </a:path>
              </a:pathLst>
            </a:custGeom>
            <a:solidFill>
              <a:srgbClr val="0B2750"/>
            </a:solidFill>
            <a:ln w="669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</a:endParaRPr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04BD94A4-1957-A80E-E6F4-5021E2801835}"/>
                </a:ext>
              </a:extLst>
            </p:cNvPr>
            <p:cNvSpPr/>
            <p:nvPr/>
          </p:nvSpPr>
          <p:spPr>
            <a:xfrm>
              <a:off x="3187987" y="4228663"/>
              <a:ext cx="30108" cy="132930"/>
            </a:xfrm>
            <a:custGeom>
              <a:avLst/>
              <a:gdLst>
                <a:gd name="connsiteX0" fmla="*/ 7458 w 30108"/>
                <a:gd name="connsiteY0" fmla="*/ 3205 h 132930"/>
                <a:gd name="connsiteX1" fmla="*/ 29750 w 30108"/>
                <a:gd name="connsiteY1" fmla="*/ 113710 h 132930"/>
                <a:gd name="connsiteX2" fmla="*/ 28344 w 30108"/>
                <a:gd name="connsiteY2" fmla="*/ 124894 h 132930"/>
                <a:gd name="connsiteX3" fmla="*/ 24461 w 30108"/>
                <a:gd name="connsiteY3" fmla="*/ 132931 h 132930"/>
                <a:gd name="connsiteX4" fmla="*/ 18236 w 30108"/>
                <a:gd name="connsiteY4" fmla="*/ 126234 h 132930"/>
                <a:gd name="connsiteX5" fmla="*/ 13416 w 30108"/>
                <a:gd name="connsiteY5" fmla="*/ 115987 h 132930"/>
                <a:gd name="connsiteX6" fmla="*/ 28 w 30108"/>
                <a:gd name="connsiteY6" fmla="*/ 4076 h 132930"/>
                <a:gd name="connsiteX7" fmla="*/ 3041 w 30108"/>
                <a:gd name="connsiteY7" fmla="*/ 57 h 132930"/>
                <a:gd name="connsiteX8" fmla="*/ 3041 w 30108"/>
                <a:gd name="connsiteY8" fmla="*/ 57 h 132930"/>
                <a:gd name="connsiteX9" fmla="*/ 7452 w 30108"/>
                <a:gd name="connsiteY9" fmla="*/ 3165 h 132930"/>
                <a:gd name="connsiteX10" fmla="*/ 7458 w 30108"/>
                <a:gd name="connsiteY10" fmla="*/ 3205 h 132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108" h="132930">
                  <a:moveTo>
                    <a:pt x="7458" y="3205"/>
                  </a:moveTo>
                  <a:lnTo>
                    <a:pt x="29750" y="113710"/>
                  </a:lnTo>
                  <a:cubicBezTo>
                    <a:pt x="30526" y="117494"/>
                    <a:pt x="30037" y="121425"/>
                    <a:pt x="28344" y="124894"/>
                  </a:cubicBezTo>
                  <a:lnTo>
                    <a:pt x="24461" y="132931"/>
                  </a:lnTo>
                  <a:lnTo>
                    <a:pt x="18236" y="126234"/>
                  </a:lnTo>
                  <a:cubicBezTo>
                    <a:pt x="15552" y="123441"/>
                    <a:pt x="13858" y="119838"/>
                    <a:pt x="13416" y="115987"/>
                  </a:cubicBezTo>
                  <a:lnTo>
                    <a:pt x="28" y="4076"/>
                  </a:lnTo>
                  <a:cubicBezTo>
                    <a:pt x="-213" y="2140"/>
                    <a:pt x="1119" y="365"/>
                    <a:pt x="3041" y="57"/>
                  </a:cubicBezTo>
                  <a:lnTo>
                    <a:pt x="3041" y="57"/>
                  </a:lnTo>
                  <a:cubicBezTo>
                    <a:pt x="5116" y="-304"/>
                    <a:pt x="7090" y="1089"/>
                    <a:pt x="7452" y="3165"/>
                  </a:cubicBezTo>
                  <a:cubicBezTo>
                    <a:pt x="7452" y="3178"/>
                    <a:pt x="7458" y="3191"/>
                    <a:pt x="7458" y="3205"/>
                  </a:cubicBezTo>
                  <a:close/>
                </a:path>
              </a:pathLst>
            </a:custGeom>
            <a:solidFill>
              <a:srgbClr val="FFFFFF"/>
            </a:solidFill>
            <a:ln w="669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</a:endParaRPr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5225F2F1-27D9-3DC7-DAFF-E69059529C50}"/>
                </a:ext>
              </a:extLst>
            </p:cNvPr>
            <p:cNvSpPr/>
            <p:nvPr/>
          </p:nvSpPr>
          <p:spPr>
            <a:xfrm>
              <a:off x="3184584" y="4225358"/>
              <a:ext cx="36938" cy="139584"/>
            </a:xfrm>
            <a:custGeom>
              <a:avLst/>
              <a:gdLst>
                <a:gd name="connsiteX0" fmla="*/ 27865 w 36938"/>
                <a:gd name="connsiteY0" fmla="*/ 139584 h 139584"/>
                <a:gd name="connsiteX1" fmla="*/ 25455 w 36938"/>
                <a:gd name="connsiteY1" fmla="*/ 138579 h 139584"/>
                <a:gd name="connsiteX2" fmla="*/ 19229 w 36938"/>
                <a:gd name="connsiteY2" fmla="*/ 131882 h 139584"/>
                <a:gd name="connsiteX3" fmla="*/ 13472 w 36938"/>
                <a:gd name="connsiteY3" fmla="*/ 119760 h 139584"/>
                <a:gd name="connsiteX4" fmla="*/ 84 w 36938"/>
                <a:gd name="connsiteY4" fmla="*/ 7849 h 139584"/>
                <a:gd name="connsiteX5" fmla="*/ 5647 w 36938"/>
                <a:gd name="connsiteY5" fmla="*/ 181 h 139584"/>
                <a:gd name="connsiteX6" fmla="*/ 5908 w 36938"/>
                <a:gd name="connsiteY6" fmla="*/ 147 h 139584"/>
                <a:gd name="connsiteX7" fmla="*/ 14209 w 36938"/>
                <a:gd name="connsiteY7" fmla="*/ 5572 h 139584"/>
                <a:gd name="connsiteX8" fmla="*/ 14209 w 36938"/>
                <a:gd name="connsiteY8" fmla="*/ 5572 h 139584"/>
                <a:gd name="connsiteX9" fmla="*/ 36500 w 36938"/>
                <a:gd name="connsiteY9" fmla="*/ 116077 h 139584"/>
                <a:gd name="connsiteX10" fmla="*/ 34826 w 36938"/>
                <a:gd name="connsiteY10" fmla="*/ 129471 h 139584"/>
                <a:gd name="connsiteX11" fmla="*/ 30944 w 36938"/>
                <a:gd name="connsiteY11" fmla="*/ 137508 h 139584"/>
                <a:gd name="connsiteX12" fmla="*/ 28467 w 36938"/>
                <a:gd name="connsiteY12" fmla="*/ 139383 h 139584"/>
                <a:gd name="connsiteX13" fmla="*/ 7247 w 36938"/>
                <a:gd name="connsiteY13" fmla="*/ 7313 h 139584"/>
                <a:gd name="connsiteX14" fmla="*/ 7247 w 36938"/>
                <a:gd name="connsiteY14" fmla="*/ 7313 h 139584"/>
                <a:gd name="connsiteX15" fmla="*/ 6645 w 36938"/>
                <a:gd name="connsiteY15" fmla="*/ 7313 h 139584"/>
                <a:gd name="connsiteX16" fmla="*/ 20033 w 36938"/>
                <a:gd name="connsiteY16" fmla="*/ 119225 h 139584"/>
                <a:gd name="connsiteX17" fmla="*/ 23982 w 36938"/>
                <a:gd name="connsiteY17" fmla="*/ 127529 h 139584"/>
                <a:gd name="connsiteX18" fmla="*/ 26860 w 36938"/>
                <a:gd name="connsiteY18" fmla="*/ 130476 h 139584"/>
                <a:gd name="connsiteX19" fmla="*/ 28668 w 36938"/>
                <a:gd name="connsiteY19" fmla="*/ 126726 h 139584"/>
                <a:gd name="connsiteX20" fmla="*/ 29806 w 36938"/>
                <a:gd name="connsiteY20" fmla="*/ 117617 h 139584"/>
                <a:gd name="connsiteX21" fmla="*/ 7582 w 36938"/>
                <a:gd name="connsiteY21" fmla="*/ 7313 h 139584"/>
                <a:gd name="connsiteX22" fmla="*/ 7247 w 36938"/>
                <a:gd name="connsiteY22" fmla="*/ 7313 h 139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938" h="139584">
                  <a:moveTo>
                    <a:pt x="27865" y="139584"/>
                  </a:moveTo>
                  <a:cubicBezTo>
                    <a:pt x="26961" y="139584"/>
                    <a:pt x="26091" y="139222"/>
                    <a:pt x="25455" y="138579"/>
                  </a:cubicBezTo>
                  <a:lnTo>
                    <a:pt x="19229" y="131882"/>
                  </a:lnTo>
                  <a:cubicBezTo>
                    <a:pt x="16050" y="128574"/>
                    <a:pt x="14028" y="124314"/>
                    <a:pt x="13472" y="119760"/>
                  </a:cubicBezTo>
                  <a:lnTo>
                    <a:pt x="84" y="7849"/>
                  </a:lnTo>
                  <a:cubicBezTo>
                    <a:pt x="-498" y="4199"/>
                    <a:pt x="1992" y="763"/>
                    <a:pt x="5647" y="181"/>
                  </a:cubicBezTo>
                  <a:cubicBezTo>
                    <a:pt x="5734" y="167"/>
                    <a:pt x="5821" y="161"/>
                    <a:pt x="5908" y="147"/>
                  </a:cubicBezTo>
                  <a:cubicBezTo>
                    <a:pt x="9697" y="-636"/>
                    <a:pt x="13405" y="1788"/>
                    <a:pt x="14209" y="5572"/>
                  </a:cubicBezTo>
                  <a:lnTo>
                    <a:pt x="14209" y="5572"/>
                  </a:lnTo>
                  <a:lnTo>
                    <a:pt x="36500" y="116077"/>
                  </a:lnTo>
                  <a:cubicBezTo>
                    <a:pt x="37444" y="120604"/>
                    <a:pt x="36855" y="125319"/>
                    <a:pt x="34826" y="129471"/>
                  </a:cubicBezTo>
                  <a:lnTo>
                    <a:pt x="30944" y="137508"/>
                  </a:lnTo>
                  <a:cubicBezTo>
                    <a:pt x="30469" y="138492"/>
                    <a:pt x="29545" y="139189"/>
                    <a:pt x="28467" y="139383"/>
                  </a:cubicBezTo>
                  <a:close/>
                  <a:moveTo>
                    <a:pt x="7247" y="7313"/>
                  </a:moveTo>
                  <a:lnTo>
                    <a:pt x="7247" y="7313"/>
                  </a:lnTo>
                  <a:lnTo>
                    <a:pt x="6645" y="7313"/>
                  </a:lnTo>
                  <a:lnTo>
                    <a:pt x="20033" y="119225"/>
                  </a:lnTo>
                  <a:cubicBezTo>
                    <a:pt x="20454" y="122339"/>
                    <a:pt x="21833" y="125239"/>
                    <a:pt x="23982" y="127529"/>
                  </a:cubicBezTo>
                  <a:lnTo>
                    <a:pt x="26860" y="130476"/>
                  </a:lnTo>
                  <a:lnTo>
                    <a:pt x="28668" y="126726"/>
                  </a:lnTo>
                  <a:cubicBezTo>
                    <a:pt x="30074" y="123906"/>
                    <a:pt x="30475" y="120691"/>
                    <a:pt x="29806" y="117617"/>
                  </a:cubicBezTo>
                  <a:lnTo>
                    <a:pt x="7582" y="7313"/>
                  </a:lnTo>
                  <a:cubicBezTo>
                    <a:pt x="7481" y="7253"/>
                    <a:pt x="7347" y="7253"/>
                    <a:pt x="7247" y="7313"/>
                  </a:cubicBezTo>
                  <a:close/>
                </a:path>
              </a:pathLst>
            </a:custGeom>
            <a:solidFill>
              <a:srgbClr val="0B2750"/>
            </a:solidFill>
            <a:ln w="669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</a:endParaRPr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FC0BD1E5-AF02-352E-3B60-DBC81D0116F2}"/>
                </a:ext>
              </a:extLst>
            </p:cNvPr>
            <p:cNvSpPr/>
            <p:nvPr/>
          </p:nvSpPr>
          <p:spPr>
            <a:xfrm>
              <a:off x="3208298" y="4356571"/>
              <a:ext cx="7363" cy="7366"/>
            </a:xfrm>
            <a:custGeom>
              <a:avLst/>
              <a:gdLst>
                <a:gd name="connsiteX0" fmla="*/ 7363 w 7363"/>
                <a:gd name="connsiteY0" fmla="*/ 3683 h 7366"/>
                <a:gd name="connsiteX1" fmla="*/ 3682 w 7363"/>
                <a:gd name="connsiteY1" fmla="*/ 7367 h 7366"/>
                <a:gd name="connsiteX2" fmla="*/ 0 w 7363"/>
                <a:gd name="connsiteY2" fmla="*/ 3683 h 7366"/>
                <a:gd name="connsiteX3" fmla="*/ 3682 w 7363"/>
                <a:gd name="connsiteY3" fmla="*/ 0 h 7366"/>
                <a:gd name="connsiteX4" fmla="*/ 7363 w 7363"/>
                <a:gd name="connsiteY4" fmla="*/ 3683 h 7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63" h="7366">
                  <a:moveTo>
                    <a:pt x="7363" y="3683"/>
                  </a:moveTo>
                  <a:cubicBezTo>
                    <a:pt x="7363" y="5718"/>
                    <a:pt x="5715" y="7367"/>
                    <a:pt x="3682" y="7367"/>
                  </a:cubicBezTo>
                  <a:cubicBezTo>
                    <a:pt x="1649" y="7367"/>
                    <a:pt x="0" y="5718"/>
                    <a:pt x="0" y="3683"/>
                  </a:cubicBezTo>
                  <a:cubicBezTo>
                    <a:pt x="0" y="1649"/>
                    <a:pt x="1649" y="0"/>
                    <a:pt x="3682" y="0"/>
                  </a:cubicBezTo>
                  <a:cubicBezTo>
                    <a:pt x="5715" y="0"/>
                    <a:pt x="7363" y="1649"/>
                    <a:pt x="7363" y="3683"/>
                  </a:cubicBezTo>
                  <a:close/>
                </a:path>
              </a:pathLst>
            </a:custGeom>
            <a:solidFill>
              <a:srgbClr val="FFFFFF"/>
            </a:solidFill>
            <a:ln w="669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</a:endParaRPr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7D437757-9241-9420-68DC-C7EFBC9CF6F1}"/>
                </a:ext>
              </a:extLst>
            </p:cNvPr>
            <p:cNvSpPr/>
            <p:nvPr/>
          </p:nvSpPr>
          <p:spPr>
            <a:xfrm>
              <a:off x="3204985" y="4353222"/>
              <a:ext cx="13990" cy="13997"/>
            </a:xfrm>
            <a:custGeom>
              <a:avLst/>
              <a:gdLst>
                <a:gd name="connsiteX0" fmla="*/ 6995 w 13990"/>
                <a:gd name="connsiteY0" fmla="*/ 13997 h 13997"/>
                <a:gd name="connsiteX1" fmla="*/ 0 w 13990"/>
                <a:gd name="connsiteY1" fmla="*/ 6999 h 13997"/>
                <a:gd name="connsiteX2" fmla="*/ 6995 w 13990"/>
                <a:gd name="connsiteY2" fmla="*/ 0 h 13997"/>
                <a:gd name="connsiteX3" fmla="*/ 13990 w 13990"/>
                <a:gd name="connsiteY3" fmla="*/ 6999 h 13997"/>
                <a:gd name="connsiteX4" fmla="*/ 6995 w 13990"/>
                <a:gd name="connsiteY4" fmla="*/ 13997 h 13997"/>
                <a:gd name="connsiteX5" fmla="*/ 6995 w 13990"/>
                <a:gd name="connsiteY5" fmla="*/ 6697 h 13997"/>
                <a:gd name="connsiteX6" fmla="*/ 7330 w 13990"/>
                <a:gd name="connsiteY6" fmla="*/ 6697 h 13997"/>
                <a:gd name="connsiteX7" fmla="*/ 6995 w 13990"/>
                <a:gd name="connsiteY7" fmla="*/ 6697 h 13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990" h="13997">
                  <a:moveTo>
                    <a:pt x="6995" y="13997"/>
                  </a:moveTo>
                  <a:cubicBezTo>
                    <a:pt x="3133" y="13997"/>
                    <a:pt x="0" y="10863"/>
                    <a:pt x="0" y="6999"/>
                  </a:cubicBezTo>
                  <a:cubicBezTo>
                    <a:pt x="0" y="3134"/>
                    <a:pt x="3133" y="0"/>
                    <a:pt x="6995" y="0"/>
                  </a:cubicBezTo>
                  <a:cubicBezTo>
                    <a:pt x="10858" y="0"/>
                    <a:pt x="13990" y="3134"/>
                    <a:pt x="13990" y="6999"/>
                  </a:cubicBezTo>
                  <a:cubicBezTo>
                    <a:pt x="13990" y="10863"/>
                    <a:pt x="10858" y="13997"/>
                    <a:pt x="6995" y="13997"/>
                  </a:cubicBezTo>
                  <a:close/>
                  <a:moveTo>
                    <a:pt x="6995" y="6697"/>
                  </a:moveTo>
                  <a:lnTo>
                    <a:pt x="7330" y="6697"/>
                  </a:lnTo>
                  <a:lnTo>
                    <a:pt x="6995" y="6697"/>
                  </a:lnTo>
                  <a:close/>
                </a:path>
              </a:pathLst>
            </a:custGeom>
            <a:solidFill>
              <a:srgbClr val="0B2750"/>
            </a:solidFill>
            <a:ln w="669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</a:endParaRPr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7C855B70-03E8-8948-6AAB-5B0EBDE3A33C}"/>
                </a:ext>
              </a:extLst>
            </p:cNvPr>
            <p:cNvSpPr/>
            <p:nvPr/>
          </p:nvSpPr>
          <p:spPr>
            <a:xfrm>
              <a:off x="3072678" y="4463693"/>
              <a:ext cx="86888" cy="137145"/>
            </a:xfrm>
            <a:custGeom>
              <a:avLst/>
              <a:gdLst>
                <a:gd name="connsiteX0" fmla="*/ 86888 w 86888"/>
                <a:gd name="connsiteY0" fmla="*/ 43566 h 137145"/>
                <a:gd name="connsiteX1" fmla="*/ 43545 w 86888"/>
                <a:gd name="connsiteY1" fmla="*/ 0 h 137145"/>
                <a:gd name="connsiteX2" fmla="*/ 0 w 86888"/>
                <a:gd name="connsiteY2" fmla="*/ 43372 h 137145"/>
                <a:gd name="connsiteX3" fmla="*/ 15865 w 86888"/>
                <a:gd name="connsiteY3" fmla="*/ 77052 h 137145"/>
                <a:gd name="connsiteX4" fmla="*/ 18208 w 86888"/>
                <a:gd name="connsiteY4" fmla="*/ 90447 h 137145"/>
                <a:gd name="connsiteX5" fmla="*/ 26830 w 86888"/>
                <a:gd name="connsiteY5" fmla="*/ 132184 h 137145"/>
                <a:gd name="connsiteX6" fmla="*/ 68547 w 86888"/>
                <a:gd name="connsiteY6" fmla="*/ 123565 h 137145"/>
                <a:gd name="connsiteX7" fmla="*/ 73500 w 86888"/>
                <a:gd name="connsiteY7" fmla="*/ 106922 h 137145"/>
                <a:gd name="connsiteX8" fmla="*/ 68614 w 86888"/>
                <a:gd name="connsiteY8" fmla="*/ 90380 h 137145"/>
                <a:gd name="connsiteX9" fmla="*/ 70622 w 86888"/>
                <a:gd name="connsiteY9" fmla="*/ 76985 h 137145"/>
                <a:gd name="connsiteX10" fmla="*/ 86888 w 86888"/>
                <a:gd name="connsiteY10" fmla="*/ 43566 h 137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6888" h="137145">
                  <a:moveTo>
                    <a:pt x="86888" y="43566"/>
                  </a:moveTo>
                  <a:cubicBezTo>
                    <a:pt x="86942" y="19563"/>
                    <a:pt x="67536" y="54"/>
                    <a:pt x="43545" y="0"/>
                  </a:cubicBezTo>
                  <a:cubicBezTo>
                    <a:pt x="19547" y="-53"/>
                    <a:pt x="54" y="19369"/>
                    <a:pt x="0" y="43372"/>
                  </a:cubicBezTo>
                  <a:cubicBezTo>
                    <a:pt x="-27" y="56411"/>
                    <a:pt x="5797" y="68774"/>
                    <a:pt x="15865" y="77052"/>
                  </a:cubicBezTo>
                  <a:cubicBezTo>
                    <a:pt x="19895" y="80294"/>
                    <a:pt x="20899" y="86027"/>
                    <a:pt x="18208" y="90447"/>
                  </a:cubicBezTo>
                  <a:cubicBezTo>
                    <a:pt x="9071" y="104357"/>
                    <a:pt x="12926" y="123042"/>
                    <a:pt x="26830" y="132184"/>
                  </a:cubicBezTo>
                  <a:cubicBezTo>
                    <a:pt x="40726" y="141333"/>
                    <a:pt x="59409" y="137468"/>
                    <a:pt x="68547" y="123565"/>
                  </a:cubicBezTo>
                  <a:cubicBezTo>
                    <a:pt x="71793" y="118622"/>
                    <a:pt x="73514" y="112836"/>
                    <a:pt x="73500" y="106922"/>
                  </a:cubicBezTo>
                  <a:cubicBezTo>
                    <a:pt x="73507" y="101049"/>
                    <a:pt x="71807" y="95302"/>
                    <a:pt x="68614" y="90380"/>
                  </a:cubicBezTo>
                  <a:cubicBezTo>
                    <a:pt x="65621" y="86093"/>
                    <a:pt x="66498" y="80207"/>
                    <a:pt x="70622" y="76985"/>
                  </a:cubicBezTo>
                  <a:cubicBezTo>
                    <a:pt x="80770" y="68841"/>
                    <a:pt x="86741" y="56579"/>
                    <a:pt x="86888" y="43566"/>
                  </a:cubicBezTo>
                  <a:close/>
                </a:path>
              </a:pathLst>
            </a:custGeom>
            <a:solidFill>
              <a:srgbClr val="FFFFFF"/>
            </a:solidFill>
            <a:ln w="669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</a:endParaRPr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7D7572FC-BA2D-B1DB-78D6-ABF2E05E6041}"/>
                </a:ext>
              </a:extLst>
            </p:cNvPr>
            <p:cNvSpPr/>
            <p:nvPr/>
          </p:nvSpPr>
          <p:spPr>
            <a:xfrm>
              <a:off x="3069450" y="4460171"/>
              <a:ext cx="93729" cy="143864"/>
            </a:xfrm>
            <a:custGeom>
              <a:avLst/>
              <a:gdLst>
                <a:gd name="connsiteX0" fmla="*/ 46873 w 93729"/>
                <a:gd name="connsiteY0" fmla="*/ 143864 h 143864"/>
                <a:gd name="connsiteX1" fmla="*/ 44463 w 93729"/>
                <a:gd name="connsiteY1" fmla="*/ 143864 h 143864"/>
                <a:gd name="connsiteX2" fmla="*/ 13469 w 93729"/>
                <a:gd name="connsiteY2" fmla="*/ 112922 h 143864"/>
                <a:gd name="connsiteX3" fmla="*/ 18825 w 93729"/>
                <a:gd name="connsiteY3" fmla="*/ 92227 h 143864"/>
                <a:gd name="connsiteX4" fmla="*/ 17151 w 93729"/>
                <a:gd name="connsiteY4" fmla="*/ 83119 h 143864"/>
                <a:gd name="connsiteX5" fmla="*/ 81 w 93729"/>
                <a:gd name="connsiteY5" fmla="*/ 44409 h 143864"/>
                <a:gd name="connsiteX6" fmla="*/ 49349 w 93729"/>
                <a:gd name="connsiteY6" fmla="*/ 66 h 143864"/>
                <a:gd name="connsiteX7" fmla="*/ 93664 w 93729"/>
                <a:gd name="connsiteY7" fmla="*/ 49358 h 143864"/>
                <a:gd name="connsiteX8" fmla="*/ 76192 w 93729"/>
                <a:gd name="connsiteY8" fmla="*/ 83454 h 143864"/>
                <a:gd name="connsiteX9" fmla="*/ 74786 w 93729"/>
                <a:gd name="connsiteY9" fmla="*/ 92160 h 143864"/>
                <a:gd name="connsiteX10" fmla="*/ 80276 w 93729"/>
                <a:gd name="connsiteY10" fmla="*/ 110511 h 143864"/>
                <a:gd name="connsiteX11" fmla="*/ 69632 w 93729"/>
                <a:gd name="connsiteY11" fmla="*/ 134956 h 143864"/>
                <a:gd name="connsiteX12" fmla="*/ 46873 w 93729"/>
                <a:gd name="connsiteY12" fmla="*/ 143864 h 143864"/>
                <a:gd name="connsiteX13" fmla="*/ 46873 w 93729"/>
                <a:gd name="connsiteY13" fmla="*/ 6703 h 143864"/>
                <a:gd name="connsiteX14" fmla="*/ 43726 w 93729"/>
                <a:gd name="connsiteY14" fmla="*/ 6703 h 143864"/>
                <a:gd name="connsiteX15" fmla="*/ 6949 w 93729"/>
                <a:gd name="connsiteY15" fmla="*/ 50015 h 143864"/>
                <a:gd name="connsiteX16" fmla="*/ 21435 w 93729"/>
                <a:gd name="connsiteY16" fmla="*/ 77762 h 143864"/>
                <a:gd name="connsiteX17" fmla="*/ 24448 w 93729"/>
                <a:gd name="connsiteY17" fmla="*/ 95643 h 143864"/>
                <a:gd name="connsiteX18" fmla="*/ 32480 w 93729"/>
                <a:gd name="connsiteY18" fmla="*/ 132666 h 143864"/>
                <a:gd name="connsiteX19" fmla="*/ 65080 w 93729"/>
                <a:gd name="connsiteY19" fmla="*/ 129866 h 143864"/>
                <a:gd name="connsiteX20" fmla="*/ 73582 w 93729"/>
                <a:gd name="connsiteY20" fmla="*/ 110310 h 143864"/>
                <a:gd name="connsiteX21" fmla="*/ 69230 w 93729"/>
                <a:gd name="connsiteY21" fmla="*/ 95643 h 143864"/>
                <a:gd name="connsiteX22" fmla="*/ 71975 w 93729"/>
                <a:gd name="connsiteY22" fmla="*/ 78029 h 143864"/>
                <a:gd name="connsiteX23" fmla="*/ 78073 w 93729"/>
                <a:gd name="connsiteY23" fmla="*/ 21531 h 143864"/>
                <a:gd name="connsiteX24" fmla="*/ 74117 w 93729"/>
                <a:gd name="connsiteY24" fmla="*/ 17285 h 143864"/>
                <a:gd name="connsiteX25" fmla="*/ 46873 w 93729"/>
                <a:gd name="connsiteY25" fmla="*/ 6904 h 143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93729" h="143864">
                  <a:moveTo>
                    <a:pt x="46873" y="143864"/>
                  </a:moveTo>
                  <a:lnTo>
                    <a:pt x="44463" y="143864"/>
                  </a:lnTo>
                  <a:cubicBezTo>
                    <a:pt x="27888" y="142678"/>
                    <a:pt x="14688" y="129505"/>
                    <a:pt x="13469" y="112922"/>
                  </a:cubicBezTo>
                  <a:cubicBezTo>
                    <a:pt x="12914" y="105622"/>
                    <a:pt x="14795" y="98342"/>
                    <a:pt x="18825" y="92227"/>
                  </a:cubicBezTo>
                  <a:cubicBezTo>
                    <a:pt x="20793" y="89234"/>
                    <a:pt x="20056" y="85215"/>
                    <a:pt x="17151" y="83119"/>
                  </a:cubicBezTo>
                  <a:cubicBezTo>
                    <a:pt x="5550" y="73723"/>
                    <a:pt x="-802" y="59311"/>
                    <a:pt x="81" y="44409"/>
                  </a:cubicBezTo>
                  <a:cubicBezTo>
                    <a:pt x="1447" y="18551"/>
                    <a:pt x="23504" y="-1300"/>
                    <a:pt x="49349" y="66"/>
                  </a:cubicBezTo>
                  <a:cubicBezTo>
                    <a:pt x="75188" y="1433"/>
                    <a:pt x="95029" y="23500"/>
                    <a:pt x="93664" y="49358"/>
                  </a:cubicBezTo>
                  <a:cubicBezTo>
                    <a:pt x="92961" y="62693"/>
                    <a:pt x="86608" y="75096"/>
                    <a:pt x="76192" y="83454"/>
                  </a:cubicBezTo>
                  <a:cubicBezTo>
                    <a:pt x="73608" y="85597"/>
                    <a:pt x="73013" y="89314"/>
                    <a:pt x="74786" y="92160"/>
                  </a:cubicBezTo>
                  <a:cubicBezTo>
                    <a:pt x="78394" y="97599"/>
                    <a:pt x="80302" y="103988"/>
                    <a:pt x="80276" y="110511"/>
                  </a:cubicBezTo>
                  <a:cubicBezTo>
                    <a:pt x="80262" y="119780"/>
                    <a:pt x="76406" y="128634"/>
                    <a:pt x="69632" y="134956"/>
                  </a:cubicBezTo>
                  <a:cubicBezTo>
                    <a:pt x="63460" y="140723"/>
                    <a:pt x="55320" y="143910"/>
                    <a:pt x="46873" y="143864"/>
                  </a:cubicBezTo>
                  <a:close/>
                  <a:moveTo>
                    <a:pt x="46873" y="6703"/>
                  </a:moveTo>
                  <a:cubicBezTo>
                    <a:pt x="45828" y="6637"/>
                    <a:pt x="44777" y="6637"/>
                    <a:pt x="43726" y="6703"/>
                  </a:cubicBezTo>
                  <a:cubicBezTo>
                    <a:pt x="21616" y="8505"/>
                    <a:pt x="5156" y="27893"/>
                    <a:pt x="6949" y="50015"/>
                  </a:cubicBezTo>
                  <a:cubicBezTo>
                    <a:pt x="7833" y="60844"/>
                    <a:pt x="13054" y="70850"/>
                    <a:pt x="21435" y="77762"/>
                  </a:cubicBezTo>
                  <a:cubicBezTo>
                    <a:pt x="26931" y="82034"/>
                    <a:pt x="28243" y="89803"/>
                    <a:pt x="24448" y="95643"/>
                  </a:cubicBezTo>
                  <a:cubicBezTo>
                    <a:pt x="16448" y="108086"/>
                    <a:pt x="20043" y="124662"/>
                    <a:pt x="32480" y="132666"/>
                  </a:cubicBezTo>
                  <a:cubicBezTo>
                    <a:pt x="42716" y="139256"/>
                    <a:pt x="56110" y="138111"/>
                    <a:pt x="65080" y="129866"/>
                  </a:cubicBezTo>
                  <a:cubicBezTo>
                    <a:pt x="70536" y="124837"/>
                    <a:pt x="73622" y="117737"/>
                    <a:pt x="73582" y="110310"/>
                  </a:cubicBezTo>
                  <a:cubicBezTo>
                    <a:pt x="73588" y="105100"/>
                    <a:pt x="72075" y="100003"/>
                    <a:pt x="69230" y="95643"/>
                  </a:cubicBezTo>
                  <a:cubicBezTo>
                    <a:pt x="65542" y="89924"/>
                    <a:pt x="66720" y="82349"/>
                    <a:pt x="71975" y="78029"/>
                  </a:cubicBezTo>
                  <a:cubicBezTo>
                    <a:pt x="89252" y="64112"/>
                    <a:pt x="91983" y="38817"/>
                    <a:pt x="78073" y="21531"/>
                  </a:cubicBezTo>
                  <a:cubicBezTo>
                    <a:pt x="76855" y="20024"/>
                    <a:pt x="75536" y="18605"/>
                    <a:pt x="74117" y="17285"/>
                  </a:cubicBezTo>
                  <a:cubicBezTo>
                    <a:pt x="66680" y="10494"/>
                    <a:pt x="56940" y="6784"/>
                    <a:pt x="46873" y="6904"/>
                  </a:cubicBezTo>
                  <a:close/>
                </a:path>
              </a:pathLst>
            </a:custGeom>
            <a:solidFill>
              <a:srgbClr val="0B2750"/>
            </a:solidFill>
            <a:ln w="669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</a:endParaRPr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F410CA88-B812-7244-1D52-4317D5D6373E}"/>
                </a:ext>
              </a:extLst>
            </p:cNvPr>
            <p:cNvSpPr/>
            <p:nvPr/>
          </p:nvSpPr>
          <p:spPr>
            <a:xfrm>
              <a:off x="3045773" y="4482725"/>
              <a:ext cx="66935" cy="105595"/>
            </a:xfrm>
            <a:custGeom>
              <a:avLst/>
              <a:gdLst>
                <a:gd name="connsiteX0" fmla="*/ 66936 w 66935"/>
                <a:gd name="connsiteY0" fmla="*/ 33107 h 105595"/>
                <a:gd name="connsiteX1" fmla="*/ 33091 w 66935"/>
                <a:gd name="connsiteY1" fmla="*/ 2 h 105595"/>
                <a:gd name="connsiteX2" fmla="*/ 2 w 66935"/>
                <a:gd name="connsiteY2" fmla="*/ 33864 h 105595"/>
                <a:gd name="connsiteX3" fmla="*/ 11978 w 66935"/>
                <a:gd name="connsiteY3" fmla="*/ 59159 h 105595"/>
                <a:gd name="connsiteX4" fmla="*/ 13785 w 66935"/>
                <a:gd name="connsiteY4" fmla="*/ 69607 h 105595"/>
                <a:gd name="connsiteX5" fmla="*/ 20660 w 66935"/>
                <a:gd name="connsiteY5" fmla="*/ 101841 h 105595"/>
                <a:gd name="connsiteX6" fmla="*/ 52878 w 66935"/>
                <a:gd name="connsiteY6" fmla="*/ 94963 h 105595"/>
                <a:gd name="connsiteX7" fmla="*/ 56627 w 66935"/>
                <a:gd name="connsiteY7" fmla="*/ 82332 h 105595"/>
                <a:gd name="connsiteX8" fmla="*/ 52811 w 66935"/>
                <a:gd name="connsiteY8" fmla="*/ 69540 h 105595"/>
                <a:gd name="connsiteX9" fmla="*/ 54418 w 66935"/>
                <a:gd name="connsiteY9" fmla="*/ 59360 h 105595"/>
                <a:gd name="connsiteX10" fmla="*/ 66936 w 66935"/>
                <a:gd name="connsiteY10" fmla="*/ 33107 h 105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6935" h="105595">
                  <a:moveTo>
                    <a:pt x="66936" y="33107"/>
                  </a:moveTo>
                  <a:cubicBezTo>
                    <a:pt x="66728" y="14616"/>
                    <a:pt x="51573" y="-205"/>
                    <a:pt x="33091" y="2"/>
                  </a:cubicBezTo>
                  <a:cubicBezTo>
                    <a:pt x="14602" y="210"/>
                    <a:pt x="-212" y="15373"/>
                    <a:pt x="2" y="33864"/>
                  </a:cubicBezTo>
                  <a:cubicBezTo>
                    <a:pt x="109" y="43642"/>
                    <a:pt x="4487" y="52884"/>
                    <a:pt x="11978" y="59159"/>
                  </a:cubicBezTo>
                  <a:cubicBezTo>
                    <a:pt x="15144" y="61678"/>
                    <a:pt x="15921" y="66171"/>
                    <a:pt x="13785" y="69607"/>
                  </a:cubicBezTo>
                  <a:cubicBezTo>
                    <a:pt x="6783" y="80410"/>
                    <a:pt x="9863" y="94842"/>
                    <a:pt x="20660" y="101841"/>
                  </a:cubicBezTo>
                  <a:cubicBezTo>
                    <a:pt x="31457" y="108846"/>
                    <a:pt x="45876" y="105766"/>
                    <a:pt x="52878" y="94963"/>
                  </a:cubicBezTo>
                  <a:cubicBezTo>
                    <a:pt x="55315" y="91206"/>
                    <a:pt x="56620" y="86819"/>
                    <a:pt x="56627" y="82332"/>
                  </a:cubicBezTo>
                  <a:cubicBezTo>
                    <a:pt x="56627" y="77784"/>
                    <a:pt x="55301" y="73344"/>
                    <a:pt x="52811" y="69540"/>
                  </a:cubicBezTo>
                  <a:cubicBezTo>
                    <a:pt x="50662" y="66238"/>
                    <a:pt x="51359" y="61845"/>
                    <a:pt x="54418" y="59360"/>
                  </a:cubicBezTo>
                  <a:cubicBezTo>
                    <a:pt x="62370" y="52971"/>
                    <a:pt x="66976" y="43307"/>
                    <a:pt x="66936" y="33107"/>
                  </a:cubicBezTo>
                  <a:close/>
                </a:path>
              </a:pathLst>
            </a:custGeom>
            <a:solidFill>
              <a:srgbClr val="0D274D"/>
            </a:solidFill>
            <a:ln w="669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</a:endParaRPr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0A85CFC4-5608-37F9-21F6-7835A6A481B0}"/>
                </a:ext>
              </a:extLst>
            </p:cNvPr>
            <p:cNvSpPr/>
            <p:nvPr/>
          </p:nvSpPr>
          <p:spPr>
            <a:xfrm>
              <a:off x="3042348" y="4479147"/>
              <a:ext cx="73911" cy="112634"/>
            </a:xfrm>
            <a:custGeom>
              <a:avLst/>
              <a:gdLst>
                <a:gd name="connsiteX0" fmla="*/ 36890 w 73911"/>
                <a:gd name="connsiteY0" fmla="*/ 112632 h 112634"/>
                <a:gd name="connsiteX1" fmla="*/ 35015 w 73911"/>
                <a:gd name="connsiteY1" fmla="*/ 112632 h 112634"/>
                <a:gd name="connsiteX2" fmla="*/ 10247 w 73911"/>
                <a:gd name="connsiteY2" fmla="*/ 87919 h 112634"/>
                <a:gd name="connsiteX3" fmla="*/ 14532 w 73911"/>
                <a:gd name="connsiteY3" fmla="*/ 71443 h 112634"/>
                <a:gd name="connsiteX4" fmla="*/ 13461 w 73911"/>
                <a:gd name="connsiteY4" fmla="*/ 65416 h 112634"/>
                <a:gd name="connsiteX5" fmla="*/ 73 w 73911"/>
                <a:gd name="connsiteY5" fmla="*/ 34810 h 112634"/>
                <a:gd name="connsiteX6" fmla="*/ 39119 w 73911"/>
                <a:gd name="connsiteY6" fmla="*/ 64 h 112634"/>
                <a:gd name="connsiteX7" fmla="*/ 73847 w 73911"/>
                <a:gd name="connsiteY7" fmla="*/ 39136 h 112634"/>
                <a:gd name="connsiteX8" fmla="*/ 60319 w 73911"/>
                <a:gd name="connsiteY8" fmla="*/ 65617 h 112634"/>
                <a:gd name="connsiteX9" fmla="*/ 59448 w 73911"/>
                <a:gd name="connsiteY9" fmla="*/ 71377 h 112634"/>
                <a:gd name="connsiteX10" fmla="*/ 63799 w 73911"/>
                <a:gd name="connsiteY10" fmla="*/ 85977 h 112634"/>
                <a:gd name="connsiteX11" fmla="*/ 55298 w 73911"/>
                <a:gd name="connsiteY11" fmla="*/ 105466 h 112634"/>
                <a:gd name="connsiteX12" fmla="*/ 36890 w 73911"/>
                <a:gd name="connsiteY12" fmla="*/ 112632 h 112634"/>
                <a:gd name="connsiteX13" fmla="*/ 36890 w 73911"/>
                <a:gd name="connsiteY13" fmla="*/ 6413 h 112634"/>
                <a:gd name="connsiteX14" fmla="*/ 34547 w 73911"/>
                <a:gd name="connsiteY14" fmla="*/ 6413 h 112634"/>
                <a:gd name="connsiteX15" fmla="*/ 6713 w 73911"/>
                <a:gd name="connsiteY15" fmla="*/ 38928 h 112634"/>
                <a:gd name="connsiteX16" fmla="*/ 17678 w 73911"/>
                <a:gd name="connsiteY16" fmla="*/ 59991 h 112634"/>
                <a:gd name="connsiteX17" fmla="*/ 20155 w 73911"/>
                <a:gd name="connsiteY17" fmla="*/ 74792 h 112634"/>
                <a:gd name="connsiteX18" fmla="*/ 26213 w 73911"/>
                <a:gd name="connsiteY18" fmla="*/ 102552 h 112634"/>
                <a:gd name="connsiteX19" fmla="*/ 35417 w 73911"/>
                <a:gd name="connsiteY19" fmla="*/ 105667 h 112634"/>
                <a:gd name="connsiteX20" fmla="*/ 56684 w 73911"/>
                <a:gd name="connsiteY20" fmla="*/ 86834 h 112634"/>
                <a:gd name="connsiteX21" fmla="*/ 53558 w 73911"/>
                <a:gd name="connsiteY21" fmla="*/ 74792 h 112634"/>
                <a:gd name="connsiteX22" fmla="*/ 55834 w 73911"/>
                <a:gd name="connsiteY22" fmla="*/ 60125 h 112634"/>
                <a:gd name="connsiteX23" fmla="*/ 67146 w 73911"/>
                <a:gd name="connsiteY23" fmla="*/ 36551 h 112634"/>
                <a:gd name="connsiteX24" fmla="*/ 56972 w 73911"/>
                <a:gd name="connsiteY24" fmla="*/ 14718 h 112634"/>
                <a:gd name="connsiteX25" fmla="*/ 36890 w 73911"/>
                <a:gd name="connsiteY25" fmla="*/ 6413 h 112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73911" h="112634">
                  <a:moveTo>
                    <a:pt x="36890" y="112632"/>
                  </a:moveTo>
                  <a:lnTo>
                    <a:pt x="35015" y="112632"/>
                  </a:lnTo>
                  <a:cubicBezTo>
                    <a:pt x="21781" y="111674"/>
                    <a:pt x="11238" y="101159"/>
                    <a:pt x="10247" y="87919"/>
                  </a:cubicBezTo>
                  <a:cubicBezTo>
                    <a:pt x="9846" y="82106"/>
                    <a:pt x="11352" y="76326"/>
                    <a:pt x="14532" y="71443"/>
                  </a:cubicBezTo>
                  <a:cubicBezTo>
                    <a:pt x="15750" y="69454"/>
                    <a:pt x="15288" y="66869"/>
                    <a:pt x="13461" y="65416"/>
                  </a:cubicBezTo>
                  <a:cubicBezTo>
                    <a:pt x="4317" y="57975"/>
                    <a:pt x="-670" y="46577"/>
                    <a:pt x="73" y="34810"/>
                  </a:cubicBezTo>
                  <a:cubicBezTo>
                    <a:pt x="1264" y="14430"/>
                    <a:pt x="18749" y="-1128"/>
                    <a:pt x="39119" y="64"/>
                  </a:cubicBezTo>
                  <a:cubicBezTo>
                    <a:pt x="59495" y="1256"/>
                    <a:pt x="75039" y="18749"/>
                    <a:pt x="73847" y="39136"/>
                  </a:cubicBezTo>
                  <a:cubicBezTo>
                    <a:pt x="73245" y="49463"/>
                    <a:pt x="68338" y="59074"/>
                    <a:pt x="60319" y="65617"/>
                  </a:cubicBezTo>
                  <a:cubicBezTo>
                    <a:pt x="58572" y="67017"/>
                    <a:pt x="58190" y="69521"/>
                    <a:pt x="59448" y="71377"/>
                  </a:cubicBezTo>
                  <a:cubicBezTo>
                    <a:pt x="62280" y="75716"/>
                    <a:pt x="63793" y="80793"/>
                    <a:pt x="63799" y="85977"/>
                  </a:cubicBezTo>
                  <a:cubicBezTo>
                    <a:pt x="63773" y="93371"/>
                    <a:pt x="60700" y="100423"/>
                    <a:pt x="55298" y="105466"/>
                  </a:cubicBezTo>
                  <a:cubicBezTo>
                    <a:pt x="50331" y="110160"/>
                    <a:pt x="43724" y="112732"/>
                    <a:pt x="36890" y="112632"/>
                  </a:cubicBezTo>
                  <a:close/>
                  <a:moveTo>
                    <a:pt x="36890" y="6413"/>
                  </a:moveTo>
                  <a:lnTo>
                    <a:pt x="34547" y="6413"/>
                  </a:lnTo>
                  <a:cubicBezTo>
                    <a:pt x="17885" y="7699"/>
                    <a:pt x="5421" y="22259"/>
                    <a:pt x="6713" y="38928"/>
                  </a:cubicBezTo>
                  <a:cubicBezTo>
                    <a:pt x="7342" y="47153"/>
                    <a:pt x="11305" y="54761"/>
                    <a:pt x="17678" y="59991"/>
                  </a:cubicBezTo>
                  <a:cubicBezTo>
                    <a:pt x="22150" y="63574"/>
                    <a:pt x="23221" y="69950"/>
                    <a:pt x="20155" y="74792"/>
                  </a:cubicBezTo>
                  <a:cubicBezTo>
                    <a:pt x="14164" y="84135"/>
                    <a:pt x="16875" y="96558"/>
                    <a:pt x="26213" y="102552"/>
                  </a:cubicBezTo>
                  <a:cubicBezTo>
                    <a:pt x="28977" y="104327"/>
                    <a:pt x="32137" y="105399"/>
                    <a:pt x="35417" y="105667"/>
                  </a:cubicBezTo>
                  <a:cubicBezTo>
                    <a:pt x="46489" y="106343"/>
                    <a:pt x="56008" y="97911"/>
                    <a:pt x="56684" y="86834"/>
                  </a:cubicBezTo>
                  <a:cubicBezTo>
                    <a:pt x="56938" y="82588"/>
                    <a:pt x="55847" y="78375"/>
                    <a:pt x="53558" y="74792"/>
                  </a:cubicBezTo>
                  <a:cubicBezTo>
                    <a:pt x="50499" y="70030"/>
                    <a:pt x="51476" y="63735"/>
                    <a:pt x="55834" y="60125"/>
                  </a:cubicBezTo>
                  <a:cubicBezTo>
                    <a:pt x="63010" y="54412"/>
                    <a:pt x="67173" y="45726"/>
                    <a:pt x="67146" y="36551"/>
                  </a:cubicBezTo>
                  <a:cubicBezTo>
                    <a:pt x="66885" y="28186"/>
                    <a:pt x="63211" y="20297"/>
                    <a:pt x="56972" y="14718"/>
                  </a:cubicBezTo>
                  <a:cubicBezTo>
                    <a:pt x="51543" y="9554"/>
                    <a:pt x="44380" y="6594"/>
                    <a:pt x="36890" y="6413"/>
                  </a:cubicBezTo>
                  <a:close/>
                </a:path>
              </a:pathLst>
            </a:custGeom>
            <a:solidFill>
              <a:srgbClr val="0B2750"/>
            </a:solidFill>
            <a:ln w="669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</a:endParaRPr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A9B5E293-5111-4491-2711-EB530C59BB99}"/>
                </a:ext>
              </a:extLst>
            </p:cNvPr>
            <p:cNvSpPr/>
            <p:nvPr/>
          </p:nvSpPr>
          <p:spPr>
            <a:xfrm>
              <a:off x="3021469" y="4518331"/>
              <a:ext cx="667525" cy="186497"/>
            </a:xfrm>
            <a:custGeom>
              <a:avLst/>
              <a:gdLst>
                <a:gd name="connsiteX0" fmla="*/ 0 w 667525"/>
                <a:gd name="connsiteY0" fmla="*/ 108675 h 186497"/>
                <a:gd name="connsiteX1" fmla="*/ 649632 w 667525"/>
                <a:gd name="connsiteY1" fmla="*/ 163874 h 186497"/>
                <a:gd name="connsiteX2" fmla="*/ 667526 w 667525"/>
                <a:gd name="connsiteY2" fmla="*/ 186497 h 186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67525" h="186497">
                  <a:moveTo>
                    <a:pt x="0" y="108675"/>
                  </a:moveTo>
                  <a:cubicBezTo>
                    <a:pt x="194628" y="-55562"/>
                    <a:pt x="485482" y="-30849"/>
                    <a:pt x="649632" y="163874"/>
                  </a:cubicBezTo>
                  <a:cubicBezTo>
                    <a:pt x="655831" y="171227"/>
                    <a:pt x="661802" y="178775"/>
                    <a:pt x="667526" y="186497"/>
                  </a:cubicBezTo>
                </a:path>
              </a:pathLst>
            </a:custGeom>
            <a:solidFill>
              <a:srgbClr val="FFFFFF"/>
            </a:solidFill>
            <a:ln w="669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</a:endParaRPr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423FBF22-AAEA-832C-2059-8D0C98F86586}"/>
                </a:ext>
              </a:extLst>
            </p:cNvPr>
            <p:cNvSpPr/>
            <p:nvPr/>
          </p:nvSpPr>
          <p:spPr>
            <a:xfrm>
              <a:off x="3018094" y="4515224"/>
              <a:ext cx="674315" cy="193019"/>
            </a:xfrm>
            <a:custGeom>
              <a:avLst/>
              <a:gdLst>
                <a:gd name="connsiteX0" fmla="*/ 670901 w 674315"/>
                <a:gd name="connsiteY0" fmla="*/ 192953 h 193019"/>
                <a:gd name="connsiteX1" fmla="*/ 668223 w 674315"/>
                <a:gd name="connsiteY1" fmla="*/ 191613 h 193019"/>
                <a:gd name="connsiteX2" fmla="*/ 526712 w 674315"/>
                <a:gd name="connsiteY2" fmla="*/ 66241 h 193019"/>
                <a:gd name="connsiteX3" fmla="*/ 5517 w 674315"/>
                <a:gd name="connsiteY3" fmla="*/ 114327 h 193019"/>
                <a:gd name="connsiteX4" fmla="*/ 892 w 674315"/>
                <a:gd name="connsiteY4" fmla="*/ 113992 h 193019"/>
                <a:gd name="connsiteX5" fmla="*/ 831 w 674315"/>
                <a:gd name="connsiteY5" fmla="*/ 113925 h 193019"/>
                <a:gd name="connsiteX6" fmla="*/ 1059 w 674315"/>
                <a:gd name="connsiteY6" fmla="*/ 109384 h 193019"/>
                <a:gd name="connsiteX7" fmla="*/ 1233 w 674315"/>
                <a:gd name="connsiteY7" fmla="*/ 109237 h 193019"/>
                <a:gd name="connsiteX8" fmla="*/ 530059 w 674315"/>
                <a:gd name="connsiteY8" fmla="*/ 60414 h 193019"/>
                <a:gd name="connsiteX9" fmla="*/ 673645 w 674315"/>
                <a:gd name="connsiteY9" fmla="*/ 187662 h 193019"/>
                <a:gd name="connsiteX10" fmla="*/ 672976 w 674315"/>
                <a:gd name="connsiteY10" fmla="*/ 192350 h 193019"/>
                <a:gd name="connsiteX11" fmla="*/ 670967 w 674315"/>
                <a:gd name="connsiteY11" fmla="*/ 193020 h 193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74315" h="193019">
                  <a:moveTo>
                    <a:pt x="670901" y="192953"/>
                  </a:moveTo>
                  <a:cubicBezTo>
                    <a:pt x="669850" y="192939"/>
                    <a:pt x="668859" y="192451"/>
                    <a:pt x="668223" y="191613"/>
                  </a:cubicBezTo>
                  <a:cubicBezTo>
                    <a:pt x="630382" y="140333"/>
                    <a:pt x="582165" y="97617"/>
                    <a:pt x="526712" y="66241"/>
                  </a:cubicBezTo>
                  <a:cubicBezTo>
                    <a:pt x="359978" y="-28130"/>
                    <a:pt x="152190" y="-8963"/>
                    <a:pt x="5517" y="114327"/>
                  </a:cubicBezTo>
                  <a:cubicBezTo>
                    <a:pt x="4145" y="115513"/>
                    <a:pt x="2077" y="115365"/>
                    <a:pt x="892" y="113992"/>
                  </a:cubicBezTo>
                  <a:cubicBezTo>
                    <a:pt x="872" y="113972"/>
                    <a:pt x="852" y="113945"/>
                    <a:pt x="831" y="113925"/>
                  </a:cubicBezTo>
                  <a:cubicBezTo>
                    <a:pt x="-360" y="112606"/>
                    <a:pt x="-260" y="110577"/>
                    <a:pt x="1059" y="109384"/>
                  </a:cubicBezTo>
                  <a:cubicBezTo>
                    <a:pt x="1113" y="109331"/>
                    <a:pt x="1173" y="109284"/>
                    <a:pt x="1233" y="109237"/>
                  </a:cubicBezTo>
                  <a:cubicBezTo>
                    <a:pt x="150027" y="-15908"/>
                    <a:pt x="360888" y="-35377"/>
                    <a:pt x="530059" y="60414"/>
                  </a:cubicBezTo>
                  <a:cubicBezTo>
                    <a:pt x="586329" y="92260"/>
                    <a:pt x="635255" y="135624"/>
                    <a:pt x="673645" y="187662"/>
                  </a:cubicBezTo>
                  <a:cubicBezTo>
                    <a:pt x="674757" y="189142"/>
                    <a:pt x="674455" y="191239"/>
                    <a:pt x="672976" y="192350"/>
                  </a:cubicBezTo>
                  <a:cubicBezTo>
                    <a:pt x="672393" y="192785"/>
                    <a:pt x="671691" y="193020"/>
                    <a:pt x="670967" y="193020"/>
                  </a:cubicBezTo>
                  <a:close/>
                </a:path>
              </a:pathLst>
            </a:custGeom>
            <a:solidFill>
              <a:srgbClr val="0B2750"/>
            </a:solidFill>
            <a:ln w="669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</a:endParaRPr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D0DB7444-4615-4AD1-0F6B-26CEBE8E0A3A}"/>
                </a:ext>
              </a:extLst>
            </p:cNvPr>
            <p:cNvSpPr/>
            <p:nvPr/>
          </p:nvSpPr>
          <p:spPr>
            <a:xfrm>
              <a:off x="3888475" y="4215861"/>
              <a:ext cx="27378" cy="458762"/>
            </a:xfrm>
            <a:custGeom>
              <a:avLst/>
              <a:gdLst>
                <a:gd name="connsiteX0" fmla="*/ 0 w 27378"/>
                <a:gd name="connsiteY0" fmla="*/ 0 h 458762"/>
                <a:gd name="connsiteX1" fmla="*/ 27379 w 27378"/>
                <a:gd name="connsiteY1" fmla="*/ 0 h 458762"/>
                <a:gd name="connsiteX2" fmla="*/ 27379 w 27378"/>
                <a:gd name="connsiteY2" fmla="*/ 458763 h 458762"/>
                <a:gd name="connsiteX3" fmla="*/ 0 w 27378"/>
                <a:gd name="connsiteY3" fmla="*/ 458763 h 458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378" h="458762">
                  <a:moveTo>
                    <a:pt x="0" y="0"/>
                  </a:moveTo>
                  <a:lnTo>
                    <a:pt x="27379" y="0"/>
                  </a:lnTo>
                  <a:lnTo>
                    <a:pt x="27379" y="458763"/>
                  </a:lnTo>
                  <a:lnTo>
                    <a:pt x="0" y="458763"/>
                  </a:lnTo>
                  <a:close/>
                </a:path>
              </a:pathLst>
            </a:custGeom>
            <a:solidFill>
              <a:srgbClr val="FFFFFF"/>
            </a:solidFill>
            <a:ln w="669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</a:endParaRPr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904713A4-4D4C-4826-96E7-A95AF2EC94A3}"/>
                </a:ext>
              </a:extLst>
            </p:cNvPr>
            <p:cNvSpPr/>
            <p:nvPr/>
          </p:nvSpPr>
          <p:spPr>
            <a:xfrm>
              <a:off x="3885262" y="4212513"/>
              <a:ext cx="34072" cy="465459"/>
            </a:xfrm>
            <a:custGeom>
              <a:avLst/>
              <a:gdLst>
                <a:gd name="connsiteX0" fmla="*/ 30726 w 34072"/>
                <a:gd name="connsiteY0" fmla="*/ 465460 h 465459"/>
                <a:gd name="connsiteX1" fmla="*/ 3347 w 34072"/>
                <a:gd name="connsiteY1" fmla="*/ 465460 h 465459"/>
                <a:gd name="connsiteX2" fmla="*/ 0 w 34072"/>
                <a:gd name="connsiteY2" fmla="*/ 462111 h 465459"/>
                <a:gd name="connsiteX3" fmla="*/ 0 w 34072"/>
                <a:gd name="connsiteY3" fmla="*/ 3349 h 465459"/>
                <a:gd name="connsiteX4" fmla="*/ 3347 w 34072"/>
                <a:gd name="connsiteY4" fmla="*/ 0 h 465459"/>
                <a:gd name="connsiteX5" fmla="*/ 30726 w 34072"/>
                <a:gd name="connsiteY5" fmla="*/ 0 h 465459"/>
                <a:gd name="connsiteX6" fmla="*/ 34073 w 34072"/>
                <a:gd name="connsiteY6" fmla="*/ 3349 h 465459"/>
                <a:gd name="connsiteX7" fmla="*/ 34073 w 34072"/>
                <a:gd name="connsiteY7" fmla="*/ 462178 h 465459"/>
                <a:gd name="connsiteX8" fmla="*/ 30726 w 34072"/>
                <a:gd name="connsiteY8" fmla="*/ 465460 h 465459"/>
                <a:gd name="connsiteX9" fmla="*/ 6694 w 34072"/>
                <a:gd name="connsiteY9" fmla="*/ 458763 h 465459"/>
                <a:gd name="connsiteX10" fmla="*/ 27379 w 34072"/>
                <a:gd name="connsiteY10" fmla="*/ 458763 h 465459"/>
                <a:gd name="connsiteX11" fmla="*/ 27379 w 34072"/>
                <a:gd name="connsiteY11" fmla="*/ 6764 h 465459"/>
                <a:gd name="connsiteX12" fmla="*/ 6694 w 34072"/>
                <a:gd name="connsiteY12" fmla="*/ 6764 h 465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4072" h="465459">
                  <a:moveTo>
                    <a:pt x="30726" y="465460"/>
                  </a:moveTo>
                  <a:lnTo>
                    <a:pt x="3347" y="465460"/>
                  </a:lnTo>
                  <a:cubicBezTo>
                    <a:pt x="1499" y="465460"/>
                    <a:pt x="0" y="463960"/>
                    <a:pt x="0" y="462111"/>
                  </a:cubicBezTo>
                  <a:lnTo>
                    <a:pt x="0" y="3349"/>
                  </a:lnTo>
                  <a:cubicBezTo>
                    <a:pt x="0" y="1500"/>
                    <a:pt x="1499" y="0"/>
                    <a:pt x="3347" y="0"/>
                  </a:cubicBezTo>
                  <a:lnTo>
                    <a:pt x="30726" y="0"/>
                  </a:lnTo>
                  <a:cubicBezTo>
                    <a:pt x="32573" y="0"/>
                    <a:pt x="34073" y="1500"/>
                    <a:pt x="34073" y="3349"/>
                  </a:cubicBezTo>
                  <a:lnTo>
                    <a:pt x="34073" y="462178"/>
                  </a:lnTo>
                  <a:cubicBezTo>
                    <a:pt x="34039" y="464000"/>
                    <a:pt x="32546" y="465460"/>
                    <a:pt x="30726" y="465460"/>
                  </a:cubicBezTo>
                  <a:close/>
                  <a:moveTo>
                    <a:pt x="6694" y="458763"/>
                  </a:moveTo>
                  <a:lnTo>
                    <a:pt x="27379" y="458763"/>
                  </a:lnTo>
                  <a:lnTo>
                    <a:pt x="27379" y="6764"/>
                  </a:lnTo>
                  <a:lnTo>
                    <a:pt x="6694" y="6764"/>
                  </a:lnTo>
                  <a:close/>
                </a:path>
              </a:pathLst>
            </a:custGeom>
            <a:solidFill>
              <a:srgbClr val="0B2750"/>
            </a:solidFill>
            <a:ln w="669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</a:endParaRPr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8DF59F05-D190-A56A-E3C7-541C93430CE9}"/>
                </a:ext>
              </a:extLst>
            </p:cNvPr>
            <p:cNvSpPr/>
            <p:nvPr/>
          </p:nvSpPr>
          <p:spPr>
            <a:xfrm>
              <a:off x="3888476" y="4215861"/>
              <a:ext cx="27378" cy="21766"/>
            </a:xfrm>
            <a:custGeom>
              <a:avLst/>
              <a:gdLst>
                <a:gd name="connsiteX0" fmla="*/ 0 w 27378"/>
                <a:gd name="connsiteY0" fmla="*/ 10917 h 21766"/>
                <a:gd name="connsiteX1" fmla="*/ 27378 w 27378"/>
                <a:gd name="connsiteY1" fmla="*/ 21766 h 21766"/>
                <a:gd name="connsiteX2" fmla="*/ 27378 w 27378"/>
                <a:gd name="connsiteY2" fmla="*/ 0 h 21766"/>
                <a:gd name="connsiteX3" fmla="*/ 0 w 27378"/>
                <a:gd name="connsiteY3" fmla="*/ 0 h 2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378" h="21766">
                  <a:moveTo>
                    <a:pt x="0" y="10917"/>
                  </a:moveTo>
                  <a:cubicBezTo>
                    <a:pt x="0" y="10917"/>
                    <a:pt x="17739" y="21766"/>
                    <a:pt x="27378" y="21766"/>
                  </a:cubicBezTo>
                  <a:lnTo>
                    <a:pt x="273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2750"/>
            </a:solidFill>
            <a:ln w="669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</a:endParaRPr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52F5E1C3-DEA2-FAAB-91F5-7F6F94DC9EF1}"/>
                </a:ext>
              </a:extLst>
            </p:cNvPr>
            <p:cNvSpPr/>
            <p:nvPr/>
          </p:nvSpPr>
          <p:spPr>
            <a:xfrm>
              <a:off x="3885262" y="4212513"/>
              <a:ext cx="34072" cy="28463"/>
            </a:xfrm>
            <a:custGeom>
              <a:avLst/>
              <a:gdLst>
                <a:gd name="connsiteX0" fmla="*/ 30726 w 34072"/>
                <a:gd name="connsiteY0" fmla="*/ 28463 h 28463"/>
                <a:gd name="connsiteX1" fmla="*/ 1607 w 34072"/>
                <a:gd name="connsiteY1" fmla="*/ 17145 h 28463"/>
                <a:gd name="connsiteX2" fmla="*/ 0 w 34072"/>
                <a:gd name="connsiteY2" fmla="*/ 14265 h 28463"/>
                <a:gd name="connsiteX3" fmla="*/ 0 w 34072"/>
                <a:gd name="connsiteY3" fmla="*/ 3349 h 28463"/>
                <a:gd name="connsiteX4" fmla="*/ 3347 w 34072"/>
                <a:gd name="connsiteY4" fmla="*/ 0 h 28463"/>
                <a:gd name="connsiteX5" fmla="*/ 30726 w 34072"/>
                <a:gd name="connsiteY5" fmla="*/ 0 h 28463"/>
                <a:gd name="connsiteX6" fmla="*/ 34073 w 34072"/>
                <a:gd name="connsiteY6" fmla="*/ 3349 h 28463"/>
                <a:gd name="connsiteX7" fmla="*/ 34073 w 34072"/>
                <a:gd name="connsiteY7" fmla="*/ 25115 h 28463"/>
                <a:gd name="connsiteX8" fmla="*/ 30726 w 34072"/>
                <a:gd name="connsiteY8" fmla="*/ 28463 h 28463"/>
                <a:gd name="connsiteX9" fmla="*/ 6694 w 34072"/>
                <a:gd name="connsiteY9" fmla="*/ 12390 h 28463"/>
                <a:gd name="connsiteX10" fmla="*/ 27379 w 34072"/>
                <a:gd name="connsiteY10" fmla="*/ 21364 h 28463"/>
                <a:gd name="connsiteX11" fmla="*/ 27379 w 34072"/>
                <a:gd name="connsiteY11" fmla="*/ 6764 h 28463"/>
                <a:gd name="connsiteX12" fmla="*/ 6694 w 34072"/>
                <a:gd name="connsiteY12" fmla="*/ 6764 h 28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4072" h="28463">
                  <a:moveTo>
                    <a:pt x="30726" y="28463"/>
                  </a:moveTo>
                  <a:cubicBezTo>
                    <a:pt x="20484" y="28463"/>
                    <a:pt x="3481" y="18283"/>
                    <a:pt x="1607" y="17145"/>
                  </a:cubicBezTo>
                  <a:cubicBezTo>
                    <a:pt x="603" y="16536"/>
                    <a:pt x="-6" y="15444"/>
                    <a:pt x="0" y="14265"/>
                  </a:cubicBezTo>
                  <a:lnTo>
                    <a:pt x="0" y="3349"/>
                  </a:lnTo>
                  <a:cubicBezTo>
                    <a:pt x="0" y="1500"/>
                    <a:pt x="1500" y="0"/>
                    <a:pt x="3347" y="0"/>
                  </a:cubicBezTo>
                  <a:lnTo>
                    <a:pt x="30726" y="0"/>
                  </a:lnTo>
                  <a:cubicBezTo>
                    <a:pt x="32573" y="0"/>
                    <a:pt x="34073" y="1500"/>
                    <a:pt x="34073" y="3349"/>
                  </a:cubicBezTo>
                  <a:lnTo>
                    <a:pt x="34073" y="25115"/>
                  </a:lnTo>
                  <a:cubicBezTo>
                    <a:pt x="34039" y="26950"/>
                    <a:pt x="32560" y="28430"/>
                    <a:pt x="30726" y="28463"/>
                  </a:cubicBezTo>
                  <a:close/>
                  <a:moveTo>
                    <a:pt x="6694" y="12390"/>
                  </a:moveTo>
                  <a:cubicBezTo>
                    <a:pt x="13187" y="16234"/>
                    <a:pt x="20136" y="19255"/>
                    <a:pt x="27379" y="21364"/>
                  </a:cubicBezTo>
                  <a:lnTo>
                    <a:pt x="27379" y="6764"/>
                  </a:lnTo>
                  <a:lnTo>
                    <a:pt x="6694" y="6764"/>
                  </a:lnTo>
                  <a:close/>
                </a:path>
              </a:pathLst>
            </a:custGeom>
            <a:solidFill>
              <a:srgbClr val="0B2750"/>
            </a:solidFill>
            <a:ln w="669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</a:endParaRPr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D1A6D090-1971-3116-A97E-F95C5FD0E4E4}"/>
                </a:ext>
              </a:extLst>
            </p:cNvPr>
            <p:cNvSpPr/>
            <p:nvPr/>
          </p:nvSpPr>
          <p:spPr>
            <a:xfrm>
              <a:off x="3876025" y="4174941"/>
              <a:ext cx="49669" cy="49693"/>
            </a:xfrm>
            <a:custGeom>
              <a:avLst/>
              <a:gdLst>
                <a:gd name="connsiteX0" fmla="*/ 49670 w 49669"/>
                <a:gd name="connsiteY0" fmla="*/ 24847 h 49693"/>
                <a:gd name="connsiteX1" fmla="*/ 24835 w 49669"/>
                <a:gd name="connsiteY1" fmla="*/ 49694 h 49693"/>
                <a:gd name="connsiteX2" fmla="*/ 0 w 49669"/>
                <a:gd name="connsiteY2" fmla="*/ 24847 h 49693"/>
                <a:gd name="connsiteX3" fmla="*/ 24835 w 49669"/>
                <a:gd name="connsiteY3" fmla="*/ 0 h 49693"/>
                <a:gd name="connsiteX4" fmla="*/ 49670 w 49669"/>
                <a:gd name="connsiteY4" fmla="*/ 24847 h 49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669" h="49693">
                  <a:moveTo>
                    <a:pt x="49670" y="24847"/>
                  </a:moveTo>
                  <a:cubicBezTo>
                    <a:pt x="49670" y="38569"/>
                    <a:pt x="38551" y="49694"/>
                    <a:pt x="24835" y="49694"/>
                  </a:cubicBezTo>
                  <a:cubicBezTo>
                    <a:pt x="11119" y="49694"/>
                    <a:pt x="0" y="38570"/>
                    <a:pt x="0" y="24847"/>
                  </a:cubicBezTo>
                  <a:cubicBezTo>
                    <a:pt x="0" y="11125"/>
                    <a:pt x="11119" y="0"/>
                    <a:pt x="24835" y="0"/>
                  </a:cubicBezTo>
                  <a:cubicBezTo>
                    <a:pt x="38550" y="0"/>
                    <a:pt x="49670" y="11124"/>
                    <a:pt x="49670" y="24847"/>
                  </a:cubicBezTo>
                  <a:close/>
                </a:path>
              </a:pathLst>
            </a:custGeom>
            <a:solidFill>
              <a:srgbClr val="FFFFFF"/>
            </a:solidFill>
            <a:ln w="669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</a:endParaRPr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BFDB9840-A3BF-58A8-B375-BB9277C59D3E}"/>
                </a:ext>
              </a:extLst>
            </p:cNvPr>
            <p:cNvSpPr/>
            <p:nvPr/>
          </p:nvSpPr>
          <p:spPr>
            <a:xfrm>
              <a:off x="3872678" y="4171592"/>
              <a:ext cx="56363" cy="56390"/>
            </a:xfrm>
            <a:custGeom>
              <a:avLst/>
              <a:gdLst>
                <a:gd name="connsiteX0" fmla="*/ 28181 w 56363"/>
                <a:gd name="connsiteY0" fmla="*/ 56391 h 56390"/>
                <a:gd name="connsiteX1" fmla="*/ 0 w 56363"/>
                <a:gd name="connsiteY1" fmla="*/ 28196 h 56390"/>
                <a:gd name="connsiteX2" fmla="*/ 28181 w 56363"/>
                <a:gd name="connsiteY2" fmla="*/ 0 h 56390"/>
                <a:gd name="connsiteX3" fmla="*/ 56363 w 56363"/>
                <a:gd name="connsiteY3" fmla="*/ 28196 h 56390"/>
                <a:gd name="connsiteX4" fmla="*/ 28181 w 56363"/>
                <a:gd name="connsiteY4" fmla="*/ 56391 h 56390"/>
                <a:gd name="connsiteX5" fmla="*/ 28181 w 56363"/>
                <a:gd name="connsiteY5" fmla="*/ 6697 h 56390"/>
                <a:gd name="connsiteX6" fmla="*/ 6694 w 56363"/>
                <a:gd name="connsiteY6" fmla="*/ 28196 h 56390"/>
                <a:gd name="connsiteX7" fmla="*/ 28181 w 56363"/>
                <a:gd name="connsiteY7" fmla="*/ 49694 h 56390"/>
                <a:gd name="connsiteX8" fmla="*/ 49669 w 56363"/>
                <a:gd name="connsiteY8" fmla="*/ 28196 h 56390"/>
                <a:gd name="connsiteX9" fmla="*/ 28181 w 56363"/>
                <a:gd name="connsiteY9" fmla="*/ 6697 h 56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6363" h="56390">
                  <a:moveTo>
                    <a:pt x="28181" y="56391"/>
                  </a:moveTo>
                  <a:cubicBezTo>
                    <a:pt x="12618" y="56391"/>
                    <a:pt x="0" y="43766"/>
                    <a:pt x="0" y="28196"/>
                  </a:cubicBezTo>
                  <a:cubicBezTo>
                    <a:pt x="0" y="12624"/>
                    <a:pt x="12618" y="0"/>
                    <a:pt x="28181" y="0"/>
                  </a:cubicBezTo>
                  <a:cubicBezTo>
                    <a:pt x="43745" y="0"/>
                    <a:pt x="56363" y="12624"/>
                    <a:pt x="56363" y="28196"/>
                  </a:cubicBezTo>
                  <a:cubicBezTo>
                    <a:pt x="56330" y="43753"/>
                    <a:pt x="43732" y="56351"/>
                    <a:pt x="28181" y="56391"/>
                  </a:cubicBezTo>
                  <a:close/>
                  <a:moveTo>
                    <a:pt x="28181" y="6697"/>
                  </a:moveTo>
                  <a:cubicBezTo>
                    <a:pt x="16313" y="6697"/>
                    <a:pt x="6694" y="16321"/>
                    <a:pt x="6694" y="28196"/>
                  </a:cubicBezTo>
                  <a:cubicBezTo>
                    <a:pt x="6694" y="40070"/>
                    <a:pt x="16313" y="49694"/>
                    <a:pt x="28181" y="49694"/>
                  </a:cubicBezTo>
                  <a:cubicBezTo>
                    <a:pt x="40050" y="49694"/>
                    <a:pt x="49669" y="40070"/>
                    <a:pt x="49669" y="28196"/>
                  </a:cubicBezTo>
                  <a:cubicBezTo>
                    <a:pt x="49669" y="16321"/>
                    <a:pt x="40050" y="6697"/>
                    <a:pt x="28181" y="6697"/>
                  </a:cubicBezTo>
                  <a:close/>
                </a:path>
              </a:pathLst>
            </a:custGeom>
            <a:solidFill>
              <a:srgbClr val="0B2750"/>
            </a:solidFill>
            <a:ln w="669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</a:endParaRPr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88F67401-7738-22A7-EEEF-2EE8D6DBD91B}"/>
                </a:ext>
              </a:extLst>
            </p:cNvPr>
            <p:cNvSpPr/>
            <p:nvPr/>
          </p:nvSpPr>
          <p:spPr>
            <a:xfrm>
              <a:off x="3899922" y="4198783"/>
              <a:ext cx="219479" cy="211590"/>
            </a:xfrm>
            <a:custGeom>
              <a:avLst/>
              <a:gdLst>
                <a:gd name="connsiteX0" fmla="*/ 205372 w 219479"/>
                <a:gd name="connsiteY0" fmla="*/ 209557 h 211590"/>
                <a:gd name="connsiteX1" fmla="*/ 16400 w 219479"/>
                <a:gd name="connsiteY1" fmla="*/ 41724 h 211590"/>
                <a:gd name="connsiteX2" fmla="*/ 3816 w 219479"/>
                <a:gd name="connsiteY2" fmla="*/ 19690 h 211590"/>
                <a:gd name="connsiteX3" fmla="*/ 0 w 219479"/>
                <a:gd name="connsiteY3" fmla="*/ 0 h 211590"/>
                <a:gd name="connsiteX4" fmla="*/ 19747 w 219479"/>
                <a:gd name="connsiteY4" fmla="*/ 3148 h 211590"/>
                <a:gd name="connsiteX5" fmla="*/ 42239 w 219479"/>
                <a:gd name="connsiteY5" fmla="*/ 14868 h 211590"/>
                <a:gd name="connsiteX6" fmla="*/ 217220 w 219479"/>
                <a:gd name="connsiteY6" fmla="*/ 197235 h 211590"/>
                <a:gd name="connsiteX7" fmla="*/ 217220 w 219479"/>
                <a:gd name="connsiteY7" fmla="*/ 208620 h 211590"/>
                <a:gd name="connsiteX8" fmla="*/ 216752 w 219479"/>
                <a:gd name="connsiteY8" fmla="*/ 209088 h 211590"/>
                <a:gd name="connsiteX9" fmla="*/ 205372 w 219479"/>
                <a:gd name="connsiteY9" fmla="*/ 209557 h 211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19479" h="211590">
                  <a:moveTo>
                    <a:pt x="205372" y="209557"/>
                  </a:moveTo>
                  <a:lnTo>
                    <a:pt x="16400" y="41724"/>
                  </a:lnTo>
                  <a:cubicBezTo>
                    <a:pt x="9907" y="35951"/>
                    <a:pt x="5489" y="28216"/>
                    <a:pt x="3816" y="19690"/>
                  </a:cubicBezTo>
                  <a:lnTo>
                    <a:pt x="0" y="0"/>
                  </a:lnTo>
                  <a:lnTo>
                    <a:pt x="19747" y="3148"/>
                  </a:lnTo>
                  <a:cubicBezTo>
                    <a:pt x="28329" y="4481"/>
                    <a:pt x="36228" y="8599"/>
                    <a:pt x="42239" y="14868"/>
                  </a:cubicBezTo>
                  <a:lnTo>
                    <a:pt x="217220" y="197235"/>
                  </a:lnTo>
                  <a:cubicBezTo>
                    <a:pt x="220233" y="200429"/>
                    <a:pt x="220233" y="205419"/>
                    <a:pt x="217220" y="208620"/>
                  </a:cubicBezTo>
                  <a:lnTo>
                    <a:pt x="216752" y="209088"/>
                  </a:lnTo>
                  <a:cubicBezTo>
                    <a:pt x="213679" y="212236"/>
                    <a:pt x="208692" y="212437"/>
                    <a:pt x="205372" y="209557"/>
                  </a:cubicBezTo>
                  <a:close/>
                </a:path>
              </a:pathLst>
            </a:custGeom>
            <a:solidFill>
              <a:srgbClr val="FFFFFF"/>
            </a:solidFill>
            <a:ln w="669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</a:endParaRPr>
            </a:p>
          </p:txBody>
        </p:sp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DB6B02BE-BBC1-6AB9-AF4B-2E238C3B689B}"/>
                </a:ext>
              </a:extLst>
            </p:cNvPr>
            <p:cNvSpPr/>
            <p:nvPr/>
          </p:nvSpPr>
          <p:spPr>
            <a:xfrm>
              <a:off x="3896825" y="4195269"/>
              <a:ext cx="225964" cy="218228"/>
            </a:xfrm>
            <a:custGeom>
              <a:avLst/>
              <a:gdLst>
                <a:gd name="connsiteX0" fmla="*/ 213757 w 225964"/>
                <a:gd name="connsiteY0" fmla="*/ 218228 h 218228"/>
                <a:gd name="connsiteX1" fmla="*/ 206260 w 225964"/>
                <a:gd name="connsiteY1" fmla="*/ 215349 h 218228"/>
                <a:gd name="connsiteX2" fmla="*/ 17288 w 225964"/>
                <a:gd name="connsiteY2" fmla="*/ 47515 h 218228"/>
                <a:gd name="connsiteX3" fmla="*/ 3900 w 225964"/>
                <a:gd name="connsiteY3" fmla="*/ 23673 h 218228"/>
                <a:gd name="connsiteX4" fmla="*/ 85 w 225964"/>
                <a:gd name="connsiteY4" fmla="*/ 3983 h 218228"/>
                <a:gd name="connsiteX5" fmla="*/ 955 w 225964"/>
                <a:gd name="connsiteY5" fmla="*/ 1036 h 218228"/>
                <a:gd name="connsiteX6" fmla="*/ 3833 w 225964"/>
                <a:gd name="connsiteY6" fmla="*/ 31 h 218228"/>
                <a:gd name="connsiteX7" fmla="*/ 23915 w 225964"/>
                <a:gd name="connsiteY7" fmla="*/ 3112 h 218228"/>
                <a:gd name="connsiteX8" fmla="*/ 48281 w 225964"/>
                <a:gd name="connsiteY8" fmla="*/ 15837 h 218228"/>
                <a:gd name="connsiteX9" fmla="*/ 222727 w 225964"/>
                <a:gd name="connsiteY9" fmla="*/ 198137 h 218228"/>
                <a:gd name="connsiteX10" fmla="*/ 222727 w 225964"/>
                <a:gd name="connsiteY10" fmla="*/ 214210 h 218228"/>
                <a:gd name="connsiteX11" fmla="*/ 213757 w 225964"/>
                <a:gd name="connsiteY11" fmla="*/ 218228 h 218228"/>
                <a:gd name="connsiteX12" fmla="*/ 7314 w 225964"/>
                <a:gd name="connsiteY12" fmla="*/ 7399 h 218228"/>
                <a:gd name="connsiteX13" fmla="*/ 10192 w 225964"/>
                <a:gd name="connsiteY13" fmla="*/ 22333 h 218228"/>
                <a:gd name="connsiteX14" fmla="*/ 21773 w 225964"/>
                <a:gd name="connsiteY14" fmla="*/ 42425 h 218228"/>
                <a:gd name="connsiteX15" fmla="*/ 210678 w 225964"/>
                <a:gd name="connsiteY15" fmla="*/ 210259 h 218228"/>
                <a:gd name="connsiteX16" fmla="*/ 210678 w 225964"/>
                <a:gd name="connsiteY16" fmla="*/ 210259 h 218228"/>
                <a:gd name="connsiteX17" fmla="*/ 217372 w 225964"/>
                <a:gd name="connsiteY17" fmla="*/ 210259 h 218228"/>
                <a:gd name="connsiteX18" fmla="*/ 217914 w 225964"/>
                <a:gd name="connsiteY18" fmla="*/ 203173 h 218228"/>
                <a:gd name="connsiteX19" fmla="*/ 217840 w 225964"/>
                <a:gd name="connsiteY19" fmla="*/ 203093 h 218228"/>
                <a:gd name="connsiteX20" fmla="*/ 42859 w 225964"/>
                <a:gd name="connsiteY20" fmla="*/ 20726 h 218228"/>
                <a:gd name="connsiteX21" fmla="*/ 22242 w 225964"/>
                <a:gd name="connsiteY21" fmla="*/ 9944 h 218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5964" h="218228">
                  <a:moveTo>
                    <a:pt x="213757" y="218228"/>
                  </a:moveTo>
                  <a:cubicBezTo>
                    <a:pt x="210986" y="218235"/>
                    <a:pt x="208315" y="217211"/>
                    <a:pt x="206260" y="215349"/>
                  </a:cubicBezTo>
                  <a:lnTo>
                    <a:pt x="17288" y="47515"/>
                  </a:lnTo>
                  <a:cubicBezTo>
                    <a:pt x="10380" y="41213"/>
                    <a:pt x="5681" y="32855"/>
                    <a:pt x="3900" y="23673"/>
                  </a:cubicBezTo>
                  <a:lnTo>
                    <a:pt x="85" y="3983"/>
                  </a:lnTo>
                  <a:cubicBezTo>
                    <a:pt x="-170" y="2918"/>
                    <a:pt x="158" y="1793"/>
                    <a:pt x="955" y="1036"/>
                  </a:cubicBezTo>
                  <a:cubicBezTo>
                    <a:pt x="1698" y="259"/>
                    <a:pt x="2769" y="-116"/>
                    <a:pt x="3833" y="31"/>
                  </a:cubicBezTo>
                  <a:lnTo>
                    <a:pt x="23915" y="3112"/>
                  </a:lnTo>
                  <a:cubicBezTo>
                    <a:pt x="33207" y="4586"/>
                    <a:pt x="41761" y="9053"/>
                    <a:pt x="48281" y="15837"/>
                  </a:cubicBezTo>
                  <a:lnTo>
                    <a:pt x="222727" y="198137"/>
                  </a:lnTo>
                  <a:cubicBezTo>
                    <a:pt x="227044" y="202624"/>
                    <a:pt x="227044" y="209723"/>
                    <a:pt x="222727" y="214210"/>
                  </a:cubicBezTo>
                  <a:cubicBezTo>
                    <a:pt x="220411" y="216715"/>
                    <a:pt x="217171" y="218168"/>
                    <a:pt x="213757" y="218228"/>
                  </a:cubicBezTo>
                  <a:close/>
                  <a:moveTo>
                    <a:pt x="7314" y="7399"/>
                  </a:moveTo>
                  <a:lnTo>
                    <a:pt x="10192" y="22333"/>
                  </a:lnTo>
                  <a:cubicBezTo>
                    <a:pt x="11752" y="30116"/>
                    <a:pt x="15822" y="37175"/>
                    <a:pt x="21773" y="42425"/>
                  </a:cubicBezTo>
                  <a:lnTo>
                    <a:pt x="210678" y="210259"/>
                  </a:lnTo>
                  <a:lnTo>
                    <a:pt x="210678" y="210259"/>
                  </a:lnTo>
                  <a:cubicBezTo>
                    <a:pt x="212559" y="212027"/>
                    <a:pt x="215490" y="212027"/>
                    <a:pt x="217372" y="210259"/>
                  </a:cubicBezTo>
                  <a:cubicBezTo>
                    <a:pt x="219474" y="208450"/>
                    <a:pt x="219721" y="205283"/>
                    <a:pt x="217914" y="203173"/>
                  </a:cubicBezTo>
                  <a:cubicBezTo>
                    <a:pt x="217887" y="203146"/>
                    <a:pt x="217867" y="203120"/>
                    <a:pt x="217840" y="203093"/>
                  </a:cubicBezTo>
                  <a:lnTo>
                    <a:pt x="42859" y="20726"/>
                  </a:lnTo>
                  <a:cubicBezTo>
                    <a:pt x="37370" y="14946"/>
                    <a:pt x="30114" y="11156"/>
                    <a:pt x="22242" y="9944"/>
                  </a:cubicBezTo>
                  <a:close/>
                </a:path>
              </a:pathLst>
            </a:custGeom>
            <a:solidFill>
              <a:srgbClr val="0B2750"/>
            </a:solidFill>
            <a:ln w="669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</a:endParaRPr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758AC219-E7DB-B491-ADEC-C0C766572DF4}"/>
                </a:ext>
              </a:extLst>
            </p:cNvPr>
            <p:cNvSpPr/>
            <p:nvPr/>
          </p:nvSpPr>
          <p:spPr>
            <a:xfrm>
              <a:off x="3609406" y="4189563"/>
              <a:ext cx="289378" cy="98260"/>
            </a:xfrm>
            <a:custGeom>
              <a:avLst/>
              <a:gdLst>
                <a:gd name="connsiteX0" fmla="*/ 5352 w 289378"/>
                <a:gd name="connsiteY0" fmla="*/ 81886 h 98260"/>
                <a:gd name="connsiteX1" fmla="*/ 245064 w 289378"/>
                <a:gd name="connsiteY1" fmla="*/ 2054 h 98260"/>
                <a:gd name="connsiteX2" fmla="*/ 270434 w 289378"/>
                <a:gd name="connsiteY2" fmla="*/ 2054 h 98260"/>
                <a:gd name="connsiteX3" fmla="*/ 289379 w 289378"/>
                <a:gd name="connsiteY3" fmla="*/ 8752 h 98260"/>
                <a:gd name="connsiteX4" fmla="*/ 276861 w 289378"/>
                <a:gd name="connsiteY4" fmla="*/ 24356 h 98260"/>
                <a:gd name="connsiteX5" fmla="*/ 255440 w 289378"/>
                <a:gd name="connsiteY5" fmla="*/ 37751 h 98260"/>
                <a:gd name="connsiteX6" fmla="*/ 10105 w 289378"/>
                <a:gd name="connsiteY6" fmla="*/ 98026 h 98260"/>
                <a:gd name="connsiteX7" fmla="*/ 265 w 289378"/>
                <a:gd name="connsiteY7" fmla="*/ 92333 h 98260"/>
                <a:gd name="connsiteX8" fmla="*/ 265 w 289378"/>
                <a:gd name="connsiteY8" fmla="*/ 91664 h 98260"/>
                <a:gd name="connsiteX9" fmla="*/ 5352 w 289378"/>
                <a:gd name="connsiteY9" fmla="*/ 81886 h 98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89378" h="98260">
                  <a:moveTo>
                    <a:pt x="5352" y="81886"/>
                  </a:moveTo>
                  <a:lnTo>
                    <a:pt x="245064" y="2054"/>
                  </a:lnTo>
                  <a:cubicBezTo>
                    <a:pt x="253298" y="-685"/>
                    <a:pt x="262201" y="-685"/>
                    <a:pt x="270434" y="2054"/>
                  </a:cubicBezTo>
                  <a:lnTo>
                    <a:pt x="289379" y="8752"/>
                  </a:lnTo>
                  <a:lnTo>
                    <a:pt x="276861" y="24356"/>
                  </a:lnTo>
                  <a:cubicBezTo>
                    <a:pt x="271365" y="31034"/>
                    <a:pt x="263848" y="35735"/>
                    <a:pt x="255440" y="37751"/>
                  </a:cubicBezTo>
                  <a:lnTo>
                    <a:pt x="10105" y="98026"/>
                  </a:lnTo>
                  <a:cubicBezTo>
                    <a:pt x="5834" y="99064"/>
                    <a:pt x="1497" y="96553"/>
                    <a:pt x="265" y="92333"/>
                  </a:cubicBezTo>
                  <a:lnTo>
                    <a:pt x="265" y="91664"/>
                  </a:lnTo>
                  <a:cubicBezTo>
                    <a:pt x="-793" y="87585"/>
                    <a:pt x="1403" y="83359"/>
                    <a:pt x="5352" y="81886"/>
                  </a:cubicBezTo>
                  <a:close/>
                </a:path>
              </a:pathLst>
            </a:custGeom>
            <a:solidFill>
              <a:srgbClr val="FFFFFF"/>
            </a:solidFill>
            <a:ln w="669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</a:endParaRPr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A99BD8BE-688B-E863-2569-85595C5C4266}"/>
                </a:ext>
              </a:extLst>
            </p:cNvPr>
            <p:cNvSpPr/>
            <p:nvPr/>
          </p:nvSpPr>
          <p:spPr>
            <a:xfrm>
              <a:off x="3605957" y="4186209"/>
              <a:ext cx="296309" cy="105200"/>
            </a:xfrm>
            <a:custGeom>
              <a:avLst/>
              <a:gdLst>
                <a:gd name="connsiteX0" fmla="*/ 11679 w 296309"/>
                <a:gd name="connsiteY0" fmla="*/ 105197 h 105200"/>
                <a:gd name="connsiteX1" fmla="*/ 634 w 296309"/>
                <a:gd name="connsiteY1" fmla="*/ 96893 h 105200"/>
                <a:gd name="connsiteX2" fmla="*/ 7863 w 296309"/>
                <a:gd name="connsiteY2" fmla="*/ 82092 h 105200"/>
                <a:gd name="connsiteX3" fmla="*/ 7863 w 296309"/>
                <a:gd name="connsiteY3" fmla="*/ 82092 h 105200"/>
                <a:gd name="connsiteX4" fmla="*/ 247575 w 296309"/>
                <a:gd name="connsiteY4" fmla="*/ 2260 h 105200"/>
                <a:gd name="connsiteX5" fmla="*/ 275155 w 296309"/>
                <a:gd name="connsiteY5" fmla="*/ 2260 h 105200"/>
                <a:gd name="connsiteX6" fmla="*/ 294099 w 296309"/>
                <a:gd name="connsiteY6" fmla="*/ 8958 h 105200"/>
                <a:gd name="connsiteX7" fmla="*/ 296174 w 296309"/>
                <a:gd name="connsiteY7" fmla="*/ 11167 h 105200"/>
                <a:gd name="connsiteX8" fmla="*/ 295572 w 296309"/>
                <a:gd name="connsiteY8" fmla="*/ 14181 h 105200"/>
                <a:gd name="connsiteX9" fmla="*/ 283255 w 296309"/>
                <a:gd name="connsiteY9" fmla="*/ 29719 h 105200"/>
                <a:gd name="connsiteX10" fmla="*/ 260093 w 296309"/>
                <a:gd name="connsiteY10" fmla="*/ 44520 h 105200"/>
                <a:gd name="connsiteX11" fmla="*/ 14758 w 296309"/>
                <a:gd name="connsiteY11" fmla="*/ 104796 h 105200"/>
                <a:gd name="connsiteX12" fmla="*/ 11679 w 296309"/>
                <a:gd name="connsiteY12" fmla="*/ 105197 h 105200"/>
                <a:gd name="connsiteX13" fmla="*/ 10006 w 296309"/>
                <a:gd name="connsiteY13" fmla="*/ 88387 h 105200"/>
                <a:gd name="connsiteX14" fmla="*/ 10006 w 296309"/>
                <a:gd name="connsiteY14" fmla="*/ 88387 h 105200"/>
                <a:gd name="connsiteX15" fmla="*/ 6860 w 296309"/>
                <a:gd name="connsiteY15" fmla="*/ 94414 h 105200"/>
                <a:gd name="connsiteX16" fmla="*/ 12870 w 296309"/>
                <a:gd name="connsiteY16" fmla="*/ 98366 h 105200"/>
                <a:gd name="connsiteX17" fmla="*/ 12884 w 296309"/>
                <a:gd name="connsiteY17" fmla="*/ 98366 h 105200"/>
                <a:gd name="connsiteX18" fmla="*/ 258219 w 296309"/>
                <a:gd name="connsiteY18" fmla="*/ 38091 h 105200"/>
                <a:gd name="connsiteX19" fmla="*/ 277832 w 296309"/>
                <a:gd name="connsiteY19" fmla="*/ 25567 h 105200"/>
                <a:gd name="connsiteX20" fmla="*/ 287405 w 296309"/>
                <a:gd name="connsiteY20" fmla="*/ 13712 h 105200"/>
                <a:gd name="connsiteX21" fmla="*/ 272946 w 296309"/>
                <a:gd name="connsiteY21" fmla="*/ 8757 h 105200"/>
                <a:gd name="connsiteX22" fmla="*/ 249718 w 296309"/>
                <a:gd name="connsiteY22" fmla="*/ 8757 h 105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96309" h="105200">
                  <a:moveTo>
                    <a:pt x="11679" y="105197"/>
                  </a:moveTo>
                  <a:cubicBezTo>
                    <a:pt x="6551" y="105217"/>
                    <a:pt x="2040" y="101822"/>
                    <a:pt x="634" y="96893"/>
                  </a:cubicBezTo>
                  <a:cubicBezTo>
                    <a:pt x="-1454" y="90812"/>
                    <a:pt x="1786" y="84181"/>
                    <a:pt x="7863" y="82092"/>
                  </a:cubicBezTo>
                  <a:lnTo>
                    <a:pt x="7863" y="82092"/>
                  </a:lnTo>
                  <a:lnTo>
                    <a:pt x="247575" y="2260"/>
                  </a:lnTo>
                  <a:cubicBezTo>
                    <a:pt x="256526" y="-753"/>
                    <a:pt x="266205" y="-753"/>
                    <a:pt x="275155" y="2260"/>
                  </a:cubicBezTo>
                  <a:lnTo>
                    <a:pt x="294099" y="8958"/>
                  </a:lnTo>
                  <a:cubicBezTo>
                    <a:pt x="295123" y="9292"/>
                    <a:pt x="295906" y="10123"/>
                    <a:pt x="296174" y="11167"/>
                  </a:cubicBezTo>
                  <a:cubicBezTo>
                    <a:pt x="296482" y="12212"/>
                    <a:pt x="296261" y="13338"/>
                    <a:pt x="295572" y="14181"/>
                  </a:cubicBezTo>
                  <a:lnTo>
                    <a:pt x="283255" y="29719"/>
                  </a:lnTo>
                  <a:cubicBezTo>
                    <a:pt x="277344" y="37032"/>
                    <a:pt x="269210" y="42229"/>
                    <a:pt x="260093" y="44520"/>
                  </a:cubicBezTo>
                  <a:lnTo>
                    <a:pt x="14758" y="104796"/>
                  </a:lnTo>
                  <a:cubicBezTo>
                    <a:pt x="13761" y="105090"/>
                    <a:pt x="12723" y="105224"/>
                    <a:pt x="11679" y="105197"/>
                  </a:cubicBezTo>
                  <a:close/>
                  <a:moveTo>
                    <a:pt x="10006" y="88387"/>
                  </a:moveTo>
                  <a:lnTo>
                    <a:pt x="10006" y="88387"/>
                  </a:lnTo>
                  <a:cubicBezTo>
                    <a:pt x="7529" y="89244"/>
                    <a:pt x="6150" y="91890"/>
                    <a:pt x="6860" y="94414"/>
                  </a:cubicBezTo>
                  <a:cubicBezTo>
                    <a:pt x="7428" y="97167"/>
                    <a:pt x="10120" y="98935"/>
                    <a:pt x="12870" y="98366"/>
                  </a:cubicBezTo>
                  <a:cubicBezTo>
                    <a:pt x="12877" y="98366"/>
                    <a:pt x="12877" y="98366"/>
                    <a:pt x="12884" y="98366"/>
                  </a:cubicBezTo>
                  <a:lnTo>
                    <a:pt x="258219" y="38091"/>
                  </a:lnTo>
                  <a:cubicBezTo>
                    <a:pt x="265924" y="36115"/>
                    <a:pt x="272798" y="31728"/>
                    <a:pt x="277832" y="25567"/>
                  </a:cubicBezTo>
                  <a:lnTo>
                    <a:pt x="287405" y="13712"/>
                  </a:lnTo>
                  <a:lnTo>
                    <a:pt x="272946" y="8757"/>
                  </a:lnTo>
                  <a:cubicBezTo>
                    <a:pt x="265408" y="6245"/>
                    <a:pt x="257255" y="6245"/>
                    <a:pt x="249718" y="8757"/>
                  </a:cubicBezTo>
                  <a:close/>
                </a:path>
              </a:pathLst>
            </a:custGeom>
            <a:solidFill>
              <a:srgbClr val="0B2750"/>
            </a:solidFill>
            <a:ln w="669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</a:endParaRPr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41C18437-6F33-4ACD-400F-4C1D32387C27}"/>
                </a:ext>
              </a:extLst>
            </p:cNvPr>
            <p:cNvSpPr/>
            <p:nvPr/>
          </p:nvSpPr>
          <p:spPr>
            <a:xfrm>
              <a:off x="3889594" y="3905264"/>
              <a:ext cx="88654" cy="292783"/>
            </a:xfrm>
            <a:custGeom>
              <a:avLst/>
              <a:gdLst>
                <a:gd name="connsiteX0" fmla="*/ 88514 w 88654"/>
                <a:gd name="connsiteY0" fmla="*/ 9690 h 292783"/>
                <a:gd name="connsiteX1" fmla="*/ 37706 w 88654"/>
                <a:gd name="connsiteY1" fmla="*/ 257488 h 292783"/>
                <a:gd name="connsiteX2" fmla="*/ 24921 w 88654"/>
                <a:gd name="connsiteY2" fmla="*/ 279389 h 292783"/>
                <a:gd name="connsiteX3" fmla="*/ 9859 w 88654"/>
                <a:gd name="connsiteY3" fmla="*/ 292783 h 292783"/>
                <a:gd name="connsiteX4" fmla="*/ 2630 w 88654"/>
                <a:gd name="connsiteY4" fmla="*/ 273830 h 292783"/>
                <a:gd name="connsiteX5" fmla="*/ 1558 w 88654"/>
                <a:gd name="connsiteY5" fmla="*/ 248447 h 292783"/>
                <a:gd name="connsiteX6" fmla="*/ 71979 w 88654"/>
                <a:gd name="connsiteY6" fmla="*/ 5939 h 292783"/>
                <a:gd name="connsiteX7" fmla="*/ 81820 w 88654"/>
                <a:gd name="connsiteY7" fmla="*/ 247 h 292783"/>
                <a:gd name="connsiteX8" fmla="*/ 82422 w 88654"/>
                <a:gd name="connsiteY8" fmla="*/ 247 h 292783"/>
                <a:gd name="connsiteX9" fmla="*/ 88514 w 88654"/>
                <a:gd name="connsiteY9" fmla="*/ 9690 h 2927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8654" h="292783">
                  <a:moveTo>
                    <a:pt x="88514" y="9690"/>
                  </a:moveTo>
                  <a:lnTo>
                    <a:pt x="37706" y="257488"/>
                  </a:lnTo>
                  <a:cubicBezTo>
                    <a:pt x="35973" y="266001"/>
                    <a:pt x="31474" y="273696"/>
                    <a:pt x="24921" y="279389"/>
                  </a:cubicBezTo>
                  <a:lnTo>
                    <a:pt x="9859" y="292783"/>
                  </a:lnTo>
                  <a:lnTo>
                    <a:pt x="2630" y="273830"/>
                  </a:lnTo>
                  <a:cubicBezTo>
                    <a:pt x="-463" y="265706"/>
                    <a:pt x="-838" y="256798"/>
                    <a:pt x="1558" y="248447"/>
                  </a:cubicBezTo>
                  <a:lnTo>
                    <a:pt x="71979" y="5939"/>
                  </a:lnTo>
                  <a:cubicBezTo>
                    <a:pt x="73184" y="1693"/>
                    <a:pt x="77542" y="-825"/>
                    <a:pt x="81820" y="247"/>
                  </a:cubicBezTo>
                  <a:lnTo>
                    <a:pt x="82422" y="247"/>
                  </a:lnTo>
                  <a:cubicBezTo>
                    <a:pt x="86639" y="1278"/>
                    <a:pt x="89310" y="5423"/>
                    <a:pt x="88514" y="9690"/>
                  </a:cubicBezTo>
                  <a:close/>
                </a:path>
              </a:pathLst>
            </a:custGeom>
            <a:solidFill>
              <a:srgbClr val="FFFFFF"/>
            </a:solidFill>
            <a:ln w="669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</a:endParaRPr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CDB92BBC-714C-4DCB-776C-990A96DAD421}"/>
                </a:ext>
              </a:extLst>
            </p:cNvPr>
            <p:cNvSpPr/>
            <p:nvPr/>
          </p:nvSpPr>
          <p:spPr>
            <a:xfrm>
              <a:off x="3886309" y="3901613"/>
              <a:ext cx="95327" cy="299451"/>
            </a:xfrm>
            <a:custGeom>
              <a:avLst/>
              <a:gdLst>
                <a:gd name="connsiteX0" fmla="*/ 13145 w 95327"/>
                <a:gd name="connsiteY0" fmla="*/ 299448 h 299451"/>
                <a:gd name="connsiteX1" fmla="*/ 12342 w 95327"/>
                <a:gd name="connsiteY1" fmla="*/ 299448 h 299451"/>
                <a:gd name="connsiteX2" fmla="*/ 9999 w 95327"/>
                <a:gd name="connsiteY2" fmla="*/ 297438 h 299451"/>
                <a:gd name="connsiteX3" fmla="*/ 2903 w 95327"/>
                <a:gd name="connsiteY3" fmla="*/ 278619 h 299451"/>
                <a:gd name="connsiteX4" fmla="*/ 1698 w 95327"/>
                <a:gd name="connsiteY4" fmla="*/ 251093 h 299451"/>
                <a:gd name="connsiteX5" fmla="*/ 72119 w 95327"/>
                <a:gd name="connsiteY5" fmla="*/ 8318 h 299451"/>
                <a:gd name="connsiteX6" fmla="*/ 85976 w 95327"/>
                <a:gd name="connsiteY6" fmla="*/ 348 h 299451"/>
                <a:gd name="connsiteX7" fmla="*/ 95147 w 95327"/>
                <a:gd name="connsiteY7" fmla="*/ 13742 h 299451"/>
                <a:gd name="connsiteX8" fmla="*/ 44339 w 95327"/>
                <a:gd name="connsiteY8" fmla="*/ 261541 h 299451"/>
                <a:gd name="connsiteX9" fmla="*/ 30482 w 95327"/>
                <a:gd name="connsiteY9" fmla="*/ 285316 h 299451"/>
                <a:gd name="connsiteX10" fmla="*/ 15421 w 95327"/>
                <a:gd name="connsiteY10" fmla="*/ 298711 h 299451"/>
                <a:gd name="connsiteX11" fmla="*/ 13145 w 95327"/>
                <a:gd name="connsiteY11" fmla="*/ 299448 h 299451"/>
                <a:gd name="connsiteX12" fmla="*/ 83231 w 95327"/>
                <a:gd name="connsiteY12" fmla="*/ 6777 h 299451"/>
                <a:gd name="connsiteX13" fmla="*/ 78478 w 95327"/>
                <a:gd name="connsiteY13" fmla="*/ 10193 h 299451"/>
                <a:gd name="connsiteX14" fmla="*/ 8058 w 95327"/>
                <a:gd name="connsiteY14" fmla="*/ 252969 h 299451"/>
                <a:gd name="connsiteX15" fmla="*/ 9062 w 95327"/>
                <a:gd name="connsiteY15" fmla="*/ 276208 h 299451"/>
                <a:gd name="connsiteX16" fmla="*/ 14551 w 95327"/>
                <a:gd name="connsiteY16" fmla="*/ 290406 h 299451"/>
                <a:gd name="connsiteX17" fmla="*/ 26065 w 95327"/>
                <a:gd name="connsiteY17" fmla="*/ 280360 h 299451"/>
                <a:gd name="connsiteX18" fmla="*/ 37712 w 95327"/>
                <a:gd name="connsiteY18" fmla="*/ 260269 h 299451"/>
                <a:gd name="connsiteX19" fmla="*/ 88519 w 95327"/>
                <a:gd name="connsiteY19" fmla="*/ 12470 h 299451"/>
                <a:gd name="connsiteX20" fmla="*/ 88519 w 95327"/>
                <a:gd name="connsiteY20" fmla="*/ 12470 h 299451"/>
                <a:gd name="connsiteX21" fmla="*/ 84905 w 95327"/>
                <a:gd name="connsiteY21" fmla="*/ 6777 h 299451"/>
                <a:gd name="connsiteX22" fmla="*/ 83231 w 95327"/>
                <a:gd name="connsiteY22" fmla="*/ 6777 h 2994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5327" h="299451">
                  <a:moveTo>
                    <a:pt x="13145" y="299448"/>
                  </a:moveTo>
                  <a:lnTo>
                    <a:pt x="12342" y="299448"/>
                  </a:lnTo>
                  <a:cubicBezTo>
                    <a:pt x="11277" y="299200"/>
                    <a:pt x="10407" y="298450"/>
                    <a:pt x="9999" y="297438"/>
                  </a:cubicBezTo>
                  <a:lnTo>
                    <a:pt x="2903" y="278619"/>
                  </a:lnTo>
                  <a:cubicBezTo>
                    <a:pt x="-497" y="269826"/>
                    <a:pt x="-926" y="260155"/>
                    <a:pt x="1698" y="251093"/>
                  </a:cubicBezTo>
                  <a:lnTo>
                    <a:pt x="72119" y="8318"/>
                  </a:lnTo>
                  <a:cubicBezTo>
                    <a:pt x="73839" y="2364"/>
                    <a:pt x="79965" y="-1159"/>
                    <a:pt x="85976" y="348"/>
                  </a:cubicBezTo>
                  <a:cubicBezTo>
                    <a:pt x="92174" y="1567"/>
                    <a:pt x="96251" y="7520"/>
                    <a:pt x="95147" y="13742"/>
                  </a:cubicBezTo>
                  <a:lnTo>
                    <a:pt x="44339" y="261541"/>
                  </a:lnTo>
                  <a:cubicBezTo>
                    <a:pt x="42451" y="270770"/>
                    <a:pt x="37578" y="279122"/>
                    <a:pt x="30482" y="285316"/>
                  </a:cubicBezTo>
                  <a:lnTo>
                    <a:pt x="15421" y="298711"/>
                  </a:lnTo>
                  <a:cubicBezTo>
                    <a:pt x="14778" y="299220"/>
                    <a:pt x="13968" y="299488"/>
                    <a:pt x="13145" y="299448"/>
                  </a:cubicBezTo>
                  <a:close/>
                  <a:moveTo>
                    <a:pt x="83231" y="6777"/>
                  </a:moveTo>
                  <a:cubicBezTo>
                    <a:pt x="81049" y="6690"/>
                    <a:pt x="79094" y="8096"/>
                    <a:pt x="78478" y="10193"/>
                  </a:cubicBezTo>
                  <a:lnTo>
                    <a:pt x="8058" y="252969"/>
                  </a:lnTo>
                  <a:cubicBezTo>
                    <a:pt x="5875" y="260623"/>
                    <a:pt x="6230" y="268774"/>
                    <a:pt x="9062" y="276208"/>
                  </a:cubicBezTo>
                  <a:lnTo>
                    <a:pt x="14551" y="290406"/>
                  </a:lnTo>
                  <a:lnTo>
                    <a:pt x="26065" y="280360"/>
                  </a:lnTo>
                  <a:cubicBezTo>
                    <a:pt x="32062" y="275137"/>
                    <a:pt x="36159" y="268071"/>
                    <a:pt x="37712" y="260269"/>
                  </a:cubicBezTo>
                  <a:lnTo>
                    <a:pt x="88519" y="12470"/>
                  </a:lnTo>
                  <a:lnTo>
                    <a:pt x="88519" y="12470"/>
                  </a:lnTo>
                  <a:cubicBezTo>
                    <a:pt x="89021" y="9911"/>
                    <a:pt x="87435" y="7407"/>
                    <a:pt x="84905" y="6777"/>
                  </a:cubicBezTo>
                  <a:cubicBezTo>
                    <a:pt x="84349" y="6710"/>
                    <a:pt x="83787" y="6710"/>
                    <a:pt x="83231" y="6777"/>
                  </a:cubicBezTo>
                  <a:close/>
                </a:path>
              </a:pathLst>
            </a:custGeom>
            <a:solidFill>
              <a:srgbClr val="0B2750"/>
            </a:solidFill>
            <a:ln w="669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</a:endParaRPr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9A9A8BFE-70DC-E162-5C37-19D47C17B88C}"/>
                </a:ext>
              </a:extLst>
            </p:cNvPr>
            <p:cNvSpPr/>
            <p:nvPr/>
          </p:nvSpPr>
          <p:spPr>
            <a:xfrm>
              <a:off x="3891153" y="4189742"/>
              <a:ext cx="16467" cy="16475"/>
            </a:xfrm>
            <a:custGeom>
              <a:avLst/>
              <a:gdLst>
                <a:gd name="connsiteX0" fmla="*/ 16467 w 16467"/>
                <a:gd name="connsiteY0" fmla="*/ 8238 h 16475"/>
                <a:gd name="connsiteX1" fmla="*/ 8234 w 16467"/>
                <a:gd name="connsiteY1" fmla="*/ 16475 h 16475"/>
                <a:gd name="connsiteX2" fmla="*/ 0 w 16467"/>
                <a:gd name="connsiteY2" fmla="*/ 8238 h 16475"/>
                <a:gd name="connsiteX3" fmla="*/ 8234 w 16467"/>
                <a:gd name="connsiteY3" fmla="*/ 0 h 16475"/>
                <a:gd name="connsiteX4" fmla="*/ 16467 w 16467"/>
                <a:gd name="connsiteY4" fmla="*/ 8238 h 16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67" h="16475">
                  <a:moveTo>
                    <a:pt x="16467" y="8238"/>
                  </a:moveTo>
                  <a:cubicBezTo>
                    <a:pt x="16467" y="12787"/>
                    <a:pt x="12781" y="16475"/>
                    <a:pt x="8234" y="16475"/>
                  </a:cubicBezTo>
                  <a:cubicBezTo>
                    <a:pt x="3686" y="16475"/>
                    <a:pt x="0" y="12787"/>
                    <a:pt x="0" y="8238"/>
                  </a:cubicBezTo>
                  <a:cubicBezTo>
                    <a:pt x="0" y="3688"/>
                    <a:pt x="3687" y="0"/>
                    <a:pt x="8234" y="0"/>
                  </a:cubicBezTo>
                  <a:cubicBezTo>
                    <a:pt x="12781" y="0"/>
                    <a:pt x="16467" y="3688"/>
                    <a:pt x="16467" y="8238"/>
                  </a:cubicBezTo>
                  <a:close/>
                </a:path>
              </a:pathLst>
            </a:custGeom>
            <a:solidFill>
              <a:srgbClr val="FFFFFF"/>
            </a:solidFill>
            <a:ln w="669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</a:endParaRPr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F50328A3-9ED4-06DE-5475-EE4E95B41232}"/>
                </a:ext>
              </a:extLst>
            </p:cNvPr>
            <p:cNvSpPr/>
            <p:nvPr/>
          </p:nvSpPr>
          <p:spPr>
            <a:xfrm>
              <a:off x="3887806" y="4186326"/>
              <a:ext cx="23161" cy="23172"/>
            </a:xfrm>
            <a:custGeom>
              <a:avLst/>
              <a:gdLst>
                <a:gd name="connsiteX0" fmla="*/ 11581 w 23161"/>
                <a:gd name="connsiteY0" fmla="*/ 23172 h 23172"/>
                <a:gd name="connsiteX1" fmla="*/ 0 w 23161"/>
                <a:gd name="connsiteY1" fmla="*/ 11586 h 23172"/>
                <a:gd name="connsiteX2" fmla="*/ 11581 w 23161"/>
                <a:gd name="connsiteY2" fmla="*/ 0 h 23172"/>
                <a:gd name="connsiteX3" fmla="*/ 23161 w 23161"/>
                <a:gd name="connsiteY3" fmla="*/ 11586 h 23172"/>
                <a:gd name="connsiteX4" fmla="*/ 23161 w 23161"/>
                <a:gd name="connsiteY4" fmla="*/ 11653 h 23172"/>
                <a:gd name="connsiteX5" fmla="*/ 11648 w 23161"/>
                <a:gd name="connsiteY5" fmla="*/ 23172 h 23172"/>
                <a:gd name="connsiteX6" fmla="*/ 11581 w 23161"/>
                <a:gd name="connsiteY6" fmla="*/ 23172 h 23172"/>
                <a:gd name="connsiteX7" fmla="*/ 11581 w 23161"/>
                <a:gd name="connsiteY7" fmla="*/ 6764 h 23172"/>
                <a:gd name="connsiteX8" fmla="*/ 6761 w 23161"/>
                <a:gd name="connsiteY8" fmla="*/ 11653 h 23172"/>
                <a:gd name="connsiteX9" fmla="*/ 11581 w 23161"/>
                <a:gd name="connsiteY9" fmla="*/ 16475 h 23172"/>
                <a:gd name="connsiteX10" fmla="*/ 16467 w 23161"/>
                <a:gd name="connsiteY10" fmla="*/ 11653 h 23172"/>
                <a:gd name="connsiteX11" fmla="*/ 11581 w 23161"/>
                <a:gd name="connsiteY11" fmla="*/ 6764 h 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3161" h="23172">
                  <a:moveTo>
                    <a:pt x="11581" y="23172"/>
                  </a:moveTo>
                  <a:cubicBezTo>
                    <a:pt x="5188" y="23172"/>
                    <a:pt x="0" y="17982"/>
                    <a:pt x="0" y="11586"/>
                  </a:cubicBezTo>
                  <a:cubicBezTo>
                    <a:pt x="0" y="5184"/>
                    <a:pt x="5188" y="0"/>
                    <a:pt x="11581" y="0"/>
                  </a:cubicBezTo>
                  <a:cubicBezTo>
                    <a:pt x="17980" y="0"/>
                    <a:pt x="23161" y="5190"/>
                    <a:pt x="23161" y="11586"/>
                  </a:cubicBezTo>
                  <a:cubicBezTo>
                    <a:pt x="23161" y="11606"/>
                    <a:pt x="23161" y="11633"/>
                    <a:pt x="23161" y="11653"/>
                  </a:cubicBezTo>
                  <a:cubicBezTo>
                    <a:pt x="23161" y="18016"/>
                    <a:pt x="18007" y="23172"/>
                    <a:pt x="11648" y="23172"/>
                  </a:cubicBezTo>
                  <a:cubicBezTo>
                    <a:pt x="11627" y="23172"/>
                    <a:pt x="11601" y="23172"/>
                    <a:pt x="11581" y="23172"/>
                  </a:cubicBezTo>
                  <a:close/>
                  <a:moveTo>
                    <a:pt x="11581" y="6764"/>
                  </a:moveTo>
                  <a:cubicBezTo>
                    <a:pt x="8910" y="6804"/>
                    <a:pt x="6761" y="8981"/>
                    <a:pt x="6761" y="11653"/>
                  </a:cubicBezTo>
                  <a:cubicBezTo>
                    <a:pt x="6761" y="14319"/>
                    <a:pt x="8917" y="16475"/>
                    <a:pt x="11581" y="16475"/>
                  </a:cubicBezTo>
                  <a:cubicBezTo>
                    <a:pt x="14252" y="16475"/>
                    <a:pt x="16434" y="14325"/>
                    <a:pt x="16467" y="11653"/>
                  </a:cubicBezTo>
                  <a:cubicBezTo>
                    <a:pt x="16467" y="8954"/>
                    <a:pt x="14278" y="6764"/>
                    <a:pt x="11581" y="6764"/>
                  </a:cubicBezTo>
                  <a:close/>
                </a:path>
              </a:pathLst>
            </a:custGeom>
            <a:solidFill>
              <a:srgbClr val="0B2750"/>
            </a:solidFill>
            <a:ln w="669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</a:endParaRPr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B7D62C6B-5163-5BF6-CFD1-9B6473D01317}"/>
                </a:ext>
              </a:extLst>
            </p:cNvPr>
            <p:cNvSpPr/>
            <p:nvPr/>
          </p:nvSpPr>
          <p:spPr>
            <a:xfrm>
              <a:off x="3615565" y="4561954"/>
              <a:ext cx="66935" cy="105639"/>
            </a:xfrm>
            <a:custGeom>
              <a:avLst/>
              <a:gdLst>
                <a:gd name="connsiteX0" fmla="*/ 66936 w 66935"/>
                <a:gd name="connsiteY0" fmla="*/ 33107 h 105639"/>
                <a:gd name="connsiteX1" fmla="*/ 33091 w 66935"/>
                <a:gd name="connsiteY1" fmla="*/ 2 h 105639"/>
                <a:gd name="connsiteX2" fmla="*/ 2 w 66935"/>
                <a:gd name="connsiteY2" fmla="*/ 33864 h 105639"/>
                <a:gd name="connsiteX3" fmla="*/ 11978 w 66935"/>
                <a:gd name="connsiteY3" fmla="*/ 59159 h 105639"/>
                <a:gd name="connsiteX4" fmla="*/ 13718 w 66935"/>
                <a:gd name="connsiteY4" fmla="*/ 69607 h 105639"/>
                <a:gd name="connsiteX5" fmla="*/ 10037 w 66935"/>
                <a:gd name="connsiteY5" fmla="*/ 84006 h 105639"/>
                <a:gd name="connsiteX6" fmla="*/ 34945 w 66935"/>
                <a:gd name="connsiteY6" fmla="*/ 105578 h 105639"/>
                <a:gd name="connsiteX7" fmla="*/ 56507 w 66935"/>
                <a:gd name="connsiteY7" fmla="*/ 80658 h 105639"/>
                <a:gd name="connsiteX8" fmla="*/ 52744 w 66935"/>
                <a:gd name="connsiteY8" fmla="*/ 69540 h 105639"/>
                <a:gd name="connsiteX9" fmla="*/ 54351 w 66935"/>
                <a:gd name="connsiteY9" fmla="*/ 59360 h 105639"/>
                <a:gd name="connsiteX10" fmla="*/ 66936 w 66935"/>
                <a:gd name="connsiteY10" fmla="*/ 33107 h 10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6935" h="105639">
                  <a:moveTo>
                    <a:pt x="66936" y="33107"/>
                  </a:moveTo>
                  <a:cubicBezTo>
                    <a:pt x="66728" y="14616"/>
                    <a:pt x="51573" y="-205"/>
                    <a:pt x="33091" y="2"/>
                  </a:cubicBezTo>
                  <a:cubicBezTo>
                    <a:pt x="14602" y="210"/>
                    <a:pt x="-212" y="15372"/>
                    <a:pt x="2" y="33864"/>
                  </a:cubicBezTo>
                  <a:cubicBezTo>
                    <a:pt x="110" y="43641"/>
                    <a:pt x="4488" y="52884"/>
                    <a:pt x="11978" y="59159"/>
                  </a:cubicBezTo>
                  <a:cubicBezTo>
                    <a:pt x="15124" y="61698"/>
                    <a:pt x="15867" y="66185"/>
                    <a:pt x="13718" y="69607"/>
                  </a:cubicBezTo>
                  <a:cubicBezTo>
                    <a:pt x="10934" y="73866"/>
                    <a:pt x="9642" y="78930"/>
                    <a:pt x="10037" y="84006"/>
                  </a:cubicBezTo>
                  <a:cubicBezTo>
                    <a:pt x="10961" y="96845"/>
                    <a:pt x="22113" y="106502"/>
                    <a:pt x="34945" y="105578"/>
                  </a:cubicBezTo>
                  <a:cubicBezTo>
                    <a:pt x="47778" y="104654"/>
                    <a:pt x="57430" y="93496"/>
                    <a:pt x="56507" y="80658"/>
                  </a:cubicBezTo>
                  <a:cubicBezTo>
                    <a:pt x="56219" y="76692"/>
                    <a:pt x="54927" y="72862"/>
                    <a:pt x="52744" y="69540"/>
                  </a:cubicBezTo>
                  <a:cubicBezTo>
                    <a:pt x="50596" y="66232"/>
                    <a:pt x="51292" y="61845"/>
                    <a:pt x="54351" y="59360"/>
                  </a:cubicBezTo>
                  <a:cubicBezTo>
                    <a:pt x="62330" y="52984"/>
                    <a:pt x="66963" y="43320"/>
                    <a:pt x="66936" y="33107"/>
                  </a:cubicBezTo>
                  <a:close/>
                </a:path>
              </a:pathLst>
            </a:custGeom>
            <a:solidFill>
              <a:srgbClr val="FFFFFF"/>
            </a:solidFill>
            <a:ln w="669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</a:endParaRPr>
            </a:p>
          </p:txBody>
        </p:sp>
        <p:sp>
          <p:nvSpPr>
            <p:cNvPr id="83" name="Freeform 82">
              <a:extLst>
                <a:ext uri="{FF2B5EF4-FFF2-40B4-BE49-F238E27FC236}">
                  <a16:creationId xmlns:a16="http://schemas.microsoft.com/office/drawing/2014/main" id="{9C838CF3-B97B-42DF-E5E7-4CD16944FEC8}"/>
                </a:ext>
              </a:extLst>
            </p:cNvPr>
            <p:cNvSpPr/>
            <p:nvPr/>
          </p:nvSpPr>
          <p:spPr>
            <a:xfrm>
              <a:off x="3611813" y="4557810"/>
              <a:ext cx="74370" cy="113135"/>
            </a:xfrm>
            <a:custGeom>
              <a:avLst/>
              <a:gdLst>
                <a:gd name="connsiteX0" fmla="*/ 37018 w 74370"/>
                <a:gd name="connsiteY0" fmla="*/ 113130 h 113135"/>
                <a:gd name="connsiteX1" fmla="*/ 35143 w 74370"/>
                <a:gd name="connsiteY1" fmla="*/ 113130 h 113135"/>
                <a:gd name="connsiteX2" fmla="*/ 10951 w 74370"/>
                <a:gd name="connsiteY2" fmla="*/ 83984 h 113135"/>
                <a:gd name="connsiteX3" fmla="*/ 15061 w 74370"/>
                <a:gd name="connsiteY3" fmla="*/ 72009 h 113135"/>
                <a:gd name="connsiteX4" fmla="*/ 13924 w 74370"/>
                <a:gd name="connsiteY4" fmla="*/ 65981 h 113135"/>
                <a:gd name="connsiteX5" fmla="*/ 8093 w 74370"/>
                <a:gd name="connsiteY5" fmla="*/ 13930 h 113135"/>
                <a:gd name="connsiteX6" fmla="*/ 60119 w 74370"/>
                <a:gd name="connsiteY6" fmla="*/ 8097 h 113135"/>
                <a:gd name="connsiteX7" fmla="*/ 62522 w 74370"/>
                <a:gd name="connsiteY7" fmla="*/ 10193 h 113135"/>
                <a:gd name="connsiteX8" fmla="*/ 74370 w 74370"/>
                <a:gd name="connsiteY8" fmla="*/ 37317 h 113135"/>
                <a:gd name="connsiteX9" fmla="*/ 60514 w 74370"/>
                <a:gd name="connsiteY9" fmla="*/ 66182 h 113135"/>
                <a:gd name="connsiteX10" fmla="*/ 59643 w 74370"/>
                <a:gd name="connsiteY10" fmla="*/ 71942 h 113135"/>
                <a:gd name="connsiteX11" fmla="*/ 63995 w 74370"/>
                <a:gd name="connsiteY11" fmla="*/ 86542 h 113135"/>
                <a:gd name="connsiteX12" fmla="*/ 55560 w 74370"/>
                <a:gd name="connsiteY12" fmla="*/ 106031 h 113135"/>
                <a:gd name="connsiteX13" fmla="*/ 37018 w 74370"/>
                <a:gd name="connsiteY13" fmla="*/ 113130 h 113135"/>
                <a:gd name="connsiteX14" fmla="*/ 37018 w 74370"/>
                <a:gd name="connsiteY14" fmla="*/ 6911 h 113135"/>
                <a:gd name="connsiteX15" fmla="*/ 34675 w 74370"/>
                <a:gd name="connsiteY15" fmla="*/ 6911 h 113135"/>
                <a:gd name="connsiteX16" fmla="*/ 6955 w 74370"/>
                <a:gd name="connsiteY16" fmla="*/ 39648 h 113135"/>
                <a:gd name="connsiteX17" fmla="*/ 17806 w 74370"/>
                <a:gd name="connsiteY17" fmla="*/ 60490 h 113135"/>
                <a:gd name="connsiteX18" fmla="*/ 20283 w 74370"/>
                <a:gd name="connsiteY18" fmla="*/ 75290 h 113135"/>
                <a:gd name="connsiteX19" fmla="*/ 17137 w 74370"/>
                <a:gd name="connsiteY19" fmla="*/ 87680 h 113135"/>
                <a:gd name="connsiteX20" fmla="*/ 35612 w 74370"/>
                <a:gd name="connsiteY20" fmla="*/ 106098 h 113135"/>
                <a:gd name="connsiteX21" fmla="*/ 56772 w 74370"/>
                <a:gd name="connsiteY21" fmla="*/ 87145 h 113135"/>
                <a:gd name="connsiteX22" fmla="*/ 53686 w 74370"/>
                <a:gd name="connsiteY22" fmla="*/ 75290 h 113135"/>
                <a:gd name="connsiteX23" fmla="*/ 56029 w 74370"/>
                <a:gd name="connsiteY23" fmla="*/ 60623 h 113135"/>
                <a:gd name="connsiteX24" fmla="*/ 67342 w 74370"/>
                <a:gd name="connsiteY24" fmla="*/ 36982 h 113135"/>
                <a:gd name="connsiteX25" fmla="*/ 37018 w 74370"/>
                <a:gd name="connsiteY25" fmla="*/ 6643 h 113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74370" h="113135">
                  <a:moveTo>
                    <a:pt x="37018" y="113130"/>
                  </a:moveTo>
                  <a:lnTo>
                    <a:pt x="35143" y="113130"/>
                  </a:lnTo>
                  <a:cubicBezTo>
                    <a:pt x="20417" y="111764"/>
                    <a:pt x="9586" y="98718"/>
                    <a:pt x="10951" y="83984"/>
                  </a:cubicBezTo>
                  <a:cubicBezTo>
                    <a:pt x="11340" y="79724"/>
                    <a:pt x="12752" y="75612"/>
                    <a:pt x="15061" y="72009"/>
                  </a:cubicBezTo>
                  <a:cubicBezTo>
                    <a:pt x="16260" y="70000"/>
                    <a:pt x="15771" y="67415"/>
                    <a:pt x="13924" y="65981"/>
                  </a:cubicBezTo>
                  <a:cubicBezTo>
                    <a:pt x="-2055" y="53216"/>
                    <a:pt x="-4666" y="29917"/>
                    <a:pt x="8093" y="13930"/>
                  </a:cubicBezTo>
                  <a:cubicBezTo>
                    <a:pt x="20845" y="-2056"/>
                    <a:pt x="44140" y="-4668"/>
                    <a:pt x="60119" y="8097"/>
                  </a:cubicBezTo>
                  <a:cubicBezTo>
                    <a:pt x="60949" y="8760"/>
                    <a:pt x="61752" y="9463"/>
                    <a:pt x="62522" y="10193"/>
                  </a:cubicBezTo>
                  <a:cubicBezTo>
                    <a:pt x="70046" y="17205"/>
                    <a:pt x="74337" y="27023"/>
                    <a:pt x="74370" y="37317"/>
                  </a:cubicBezTo>
                  <a:cubicBezTo>
                    <a:pt x="74390" y="48548"/>
                    <a:pt x="69290" y="59177"/>
                    <a:pt x="60514" y="66182"/>
                  </a:cubicBezTo>
                  <a:cubicBezTo>
                    <a:pt x="58820" y="67615"/>
                    <a:pt x="58452" y="70073"/>
                    <a:pt x="59643" y="71942"/>
                  </a:cubicBezTo>
                  <a:cubicBezTo>
                    <a:pt x="62509" y="76268"/>
                    <a:pt x="64028" y="81352"/>
                    <a:pt x="63995" y="86542"/>
                  </a:cubicBezTo>
                  <a:cubicBezTo>
                    <a:pt x="63988" y="93922"/>
                    <a:pt x="60936" y="100974"/>
                    <a:pt x="55560" y="106031"/>
                  </a:cubicBezTo>
                  <a:cubicBezTo>
                    <a:pt x="50540" y="110726"/>
                    <a:pt x="43886" y="113271"/>
                    <a:pt x="37018" y="113130"/>
                  </a:cubicBezTo>
                  <a:close/>
                  <a:moveTo>
                    <a:pt x="37018" y="6911"/>
                  </a:moveTo>
                  <a:lnTo>
                    <a:pt x="34675" y="6911"/>
                  </a:lnTo>
                  <a:cubicBezTo>
                    <a:pt x="17987" y="8291"/>
                    <a:pt x="5576" y="22951"/>
                    <a:pt x="6955" y="39648"/>
                  </a:cubicBezTo>
                  <a:cubicBezTo>
                    <a:pt x="7624" y="47772"/>
                    <a:pt x="11540" y="55286"/>
                    <a:pt x="17806" y="60490"/>
                  </a:cubicBezTo>
                  <a:cubicBezTo>
                    <a:pt x="22338" y="64039"/>
                    <a:pt x="23409" y="70461"/>
                    <a:pt x="20283" y="75290"/>
                  </a:cubicBezTo>
                  <a:cubicBezTo>
                    <a:pt x="17886" y="78954"/>
                    <a:pt x="16782" y="83314"/>
                    <a:pt x="17137" y="87680"/>
                  </a:cubicBezTo>
                  <a:cubicBezTo>
                    <a:pt x="17933" y="97532"/>
                    <a:pt x="25765" y="105341"/>
                    <a:pt x="35612" y="106098"/>
                  </a:cubicBezTo>
                  <a:cubicBezTo>
                    <a:pt x="46684" y="106707"/>
                    <a:pt x="56156" y="98222"/>
                    <a:pt x="56772" y="87145"/>
                  </a:cubicBezTo>
                  <a:cubicBezTo>
                    <a:pt x="56999" y="82965"/>
                    <a:pt x="55922" y="78827"/>
                    <a:pt x="53686" y="75290"/>
                  </a:cubicBezTo>
                  <a:cubicBezTo>
                    <a:pt x="50607" y="70522"/>
                    <a:pt x="51617" y="64200"/>
                    <a:pt x="56029" y="60623"/>
                  </a:cubicBezTo>
                  <a:cubicBezTo>
                    <a:pt x="63198" y="54877"/>
                    <a:pt x="67362" y="46177"/>
                    <a:pt x="67342" y="36982"/>
                  </a:cubicBezTo>
                  <a:cubicBezTo>
                    <a:pt x="67342" y="20225"/>
                    <a:pt x="53766" y="6643"/>
                    <a:pt x="37018" y="6643"/>
                  </a:cubicBezTo>
                  <a:close/>
                </a:path>
              </a:pathLst>
            </a:custGeom>
            <a:solidFill>
              <a:srgbClr val="0B2750"/>
            </a:solidFill>
            <a:ln w="669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</a:endParaRPr>
            </a:p>
          </p:txBody>
        </p:sp>
        <p:sp>
          <p:nvSpPr>
            <p:cNvPr id="84" name="Freeform 83">
              <a:extLst>
                <a:ext uri="{FF2B5EF4-FFF2-40B4-BE49-F238E27FC236}">
                  <a16:creationId xmlns:a16="http://schemas.microsoft.com/office/drawing/2014/main" id="{EED871E7-2B36-0DEC-6380-D9A1CD65E84F}"/>
                </a:ext>
              </a:extLst>
            </p:cNvPr>
            <p:cNvSpPr/>
            <p:nvPr/>
          </p:nvSpPr>
          <p:spPr>
            <a:xfrm>
              <a:off x="3571314" y="4595127"/>
              <a:ext cx="18810" cy="97913"/>
            </a:xfrm>
            <a:custGeom>
              <a:avLst/>
              <a:gdLst>
                <a:gd name="connsiteX0" fmla="*/ 18810 w 18810"/>
                <a:gd name="connsiteY0" fmla="*/ 97914 h 97913"/>
                <a:gd name="connsiteX1" fmla="*/ 0 w 18810"/>
                <a:gd name="connsiteY1" fmla="*/ 97914 h 97913"/>
                <a:gd name="connsiteX2" fmla="*/ 3749 w 18810"/>
                <a:gd name="connsiteY2" fmla="*/ 0 h 97913"/>
                <a:gd name="connsiteX3" fmla="*/ 15061 w 18810"/>
                <a:gd name="connsiteY3" fmla="*/ 0 h 97913"/>
                <a:gd name="connsiteX4" fmla="*/ 18810 w 18810"/>
                <a:gd name="connsiteY4" fmla="*/ 97914 h 97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10" h="97913">
                  <a:moveTo>
                    <a:pt x="18810" y="97914"/>
                  </a:moveTo>
                  <a:lnTo>
                    <a:pt x="0" y="97914"/>
                  </a:lnTo>
                  <a:lnTo>
                    <a:pt x="3749" y="0"/>
                  </a:lnTo>
                  <a:lnTo>
                    <a:pt x="15061" y="0"/>
                  </a:lnTo>
                  <a:lnTo>
                    <a:pt x="18810" y="97914"/>
                  </a:lnTo>
                  <a:close/>
                </a:path>
              </a:pathLst>
            </a:custGeom>
            <a:solidFill>
              <a:srgbClr val="FFFFFF"/>
            </a:solidFill>
            <a:ln w="669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</a:endParaRPr>
            </a:p>
          </p:txBody>
        </p:sp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BCAECA42-1CB2-E6F0-19DB-5A1C5526CF84}"/>
                </a:ext>
              </a:extLst>
            </p:cNvPr>
            <p:cNvSpPr/>
            <p:nvPr/>
          </p:nvSpPr>
          <p:spPr>
            <a:xfrm>
              <a:off x="3567967" y="4591779"/>
              <a:ext cx="25512" cy="104611"/>
            </a:xfrm>
            <a:custGeom>
              <a:avLst/>
              <a:gdLst>
                <a:gd name="connsiteX0" fmla="*/ 22157 w 25512"/>
                <a:gd name="connsiteY0" fmla="*/ 104611 h 104611"/>
                <a:gd name="connsiteX1" fmla="*/ 3347 w 25512"/>
                <a:gd name="connsiteY1" fmla="*/ 104611 h 104611"/>
                <a:gd name="connsiteX2" fmla="*/ 937 w 25512"/>
                <a:gd name="connsiteY2" fmla="*/ 103540 h 104611"/>
                <a:gd name="connsiteX3" fmla="*/ 0 w 25512"/>
                <a:gd name="connsiteY3" fmla="*/ 101129 h 104611"/>
                <a:gd name="connsiteX4" fmla="*/ 3749 w 25512"/>
                <a:gd name="connsiteY4" fmla="*/ 3215 h 104611"/>
                <a:gd name="connsiteX5" fmla="*/ 7096 w 25512"/>
                <a:gd name="connsiteY5" fmla="*/ 0 h 104611"/>
                <a:gd name="connsiteX6" fmla="*/ 18409 w 25512"/>
                <a:gd name="connsiteY6" fmla="*/ 0 h 104611"/>
                <a:gd name="connsiteX7" fmla="*/ 21756 w 25512"/>
                <a:gd name="connsiteY7" fmla="*/ 3215 h 104611"/>
                <a:gd name="connsiteX8" fmla="*/ 25504 w 25512"/>
                <a:gd name="connsiteY8" fmla="*/ 101129 h 104611"/>
                <a:gd name="connsiteX9" fmla="*/ 24567 w 25512"/>
                <a:gd name="connsiteY9" fmla="*/ 103540 h 104611"/>
                <a:gd name="connsiteX10" fmla="*/ 22157 w 25512"/>
                <a:gd name="connsiteY10" fmla="*/ 104611 h 104611"/>
                <a:gd name="connsiteX11" fmla="*/ 6828 w 25512"/>
                <a:gd name="connsiteY11" fmla="*/ 97914 h 104611"/>
                <a:gd name="connsiteX12" fmla="*/ 18676 w 25512"/>
                <a:gd name="connsiteY12" fmla="*/ 97914 h 104611"/>
                <a:gd name="connsiteX13" fmla="*/ 15196 w 25512"/>
                <a:gd name="connsiteY13" fmla="*/ 6697 h 104611"/>
                <a:gd name="connsiteX14" fmla="*/ 10309 w 25512"/>
                <a:gd name="connsiteY14" fmla="*/ 6697 h 10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512" h="104611">
                  <a:moveTo>
                    <a:pt x="22157" y="104611"/>
                  </a:moveTo>
                  <a:lnTo>
                    <a:pt x="3347" y="104611"/>
                  </a:lnTo>
                  <a:cubicBezTo>
                    <a:pt x="2437" y="104585"/>
                    <a:pt x="1567" y="104196"/>
                    <a:pt x="937" y="103540"/>
                  </a:cubicBezTo>
                  <a:cubicBezTo>
                    <a:pt x="328" y="102883"/>
                    <a:pt x="-7" y="102026"/>
                    <a:pt x="0" y="101129"/>
                  </a:cubicBezTo>
                  <a:lnTo>
                    <a:pt x="3749" y="3215"/>
                  </a:lnTo>
                  <a:cubicBezTo>
                    <a:pt x="3822" y="1420"/>
                    <a:pt x="5302" y="0"/>
                    <a:pt x="7096" y="0"/>
                  </a:cubicBezTo>
                  <a:lnTo>
                    <a:pt x="18409" y="0"/>
                  </a:lnTo>
                  <a:cubicBezTo>
                    <a:pt x="20209" y="0"/>
                    <a:pt x="21682" y="1420"/>
                    <a:pt x="21756" y="3215"/>
                  </a:cubicBezTo>
                  <a:lnTo>
                    <a:pt x="25504" y="101129"/>
                  </a:lnTo>
                  <a:cubicBezTo>
                    <a:pt x="25571" y="102033"/>
                    <a:pt x="25223" y="102917"/>
                    <a:pt x="24567" y="103540"/>
                  </a:cubicBezTo>
                  <a:cubicBezTo>
                    <a:pt x="23951" y="104223"/>
                    <a:pt x="23074" y="104618"/>
                    <a:pt x="22157" y="104611"/>
                  </a:cubicBezTo>
                  <a:close/>
                  <a:moveTo>
                    <a:pt x="6828" y="97914"/>
                  </a:moveTo>
                  <a:lnTo>
                    <a:pt x="18676" y="97914"/>
                  </a:lnTo>
                  <a:lnTo>
                    <a:pt x="15196" y="6697"/>
                  </a:lnTo>
                  <a:lnTo>
                    <a:pt x="10309" y="6697"/>
                  </a:lnTo>
                  <a:close/>
                </a:path>
              </a:pathLst>
            </a:custGeom>
            <a:solidFill>
              <a:srgbClr val="0B2750"/>
            </a:solidFill>
            <a:ln w="669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</a:endParaRPr>
            </a:p>
          </p:txBody>
        </p:sp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1C3F4D53-7713-21A8-22B1-9BD251C48BB8}"/>
                </a:ext>
              </a:extLst>
            </p:cNvPr>
            <p:cNvSpPr/>
            <p:nvPr/>
          </p:nvSpPr>
          <p:spPr>
            <a:xfrm>
              <a:off x="3548224" y="4511322"/>
              <a:ext cx="66938" cy="105646"/>
            </a:xfrm>
            <a:custGeom>
              <a:avLst/>
              <a:gdLst>
                <a:gd name="connsiteX0" fmla="*/ 66936 w 66938"/>
                <a:gd name="connsiteY0" fmla="*/ 33107 h 105646"/>
                <a:gd name="connsiteX1" fmla="*/ 33091 w 66938"/>
                <a:gd name="connsiteY1" fmla="*/ 2 h 105646"/>
                <a:gd name="connsiteX2" fmla="*/ 2 w 66938"/>
                <a:gd name="connsiteY2" fmla="*/ 33864 h 105646"/>
                <a:gd name="connsiteX3" fmla="*/ 11978 w 66938"/>
                <a:gd name="connsiteY3" fmla="*/ 59159 h 105646"/>
                <a:gd name="connsiteX4" fmla="*/ 13785 w 66938"/>
                <a:gd name="connsiteY4" fmla="*/ 69607 h 105646"/>
                <a:gd name="connsiteX5" fmla="*/ 20419 w 66938"/>
                <a:gd name="connsiteY5" fmla="*/ 101794 h 105646"/>
                <a:gd name="connsiteX6" fmla="*/ 31658 w 66938"/>
                <a:gd name="connsiteY6" fmla="*/ 105571 h 105646"/>
                <a:gd name="connsiteX7" fmla="*/ 56801 w 66938"/>
                <a:gd name="connsiteY7" fmla="*/ 84127 h 105646"/>
                <a:gd name="connsiteX8" fmla="*/ 53146 w 66938"/>
                <a:gd name="connsiteY8" fmla="*/ 69607 h 105646"/>
                <a:gd name="connsiteX9" fmla="*/ 54686 w 66938"/>
                <a:gd name="connsiteY9" fmla="*/ 59427 h 105646"/>
                <a:gd name="connsiteX10" fmla="*/ 66936 w 66938"/>
                <a:gd name="connsiteY10" fmla="*/ 33107 h 105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6938" h="105646">
                  <a:moveTo>
                    <a:pt x="66936" y="33107"/>
                  </a:moveTo>
                  <a:cubicBezTo>
                    <a:pt x="66728" y="14616"/>
                    <a:pt x="51573" y="-205"/>
                    <a:pt x="33091" y="2"/>
                  </a:cubicBezTo>
                  <a:cubicBezTo>
                    <a:pt x="14602" y="210"/>
                    <a:pt x="-212" y="15372"/>
                    <a:pt x="2" y="33864"/>
                  </a:cubicBezTo>
                  <a:cubicBezTo>
                    <a:pt x="110" y="43641"/>
                    <a:pt x="4488" y="52884"/>
                    <a:pt x="11978" y="59159"/>
                  </a:cubicBezTo>
                  <a:cubicBezTo>
                    <a:pt x="15171" y="61657"/>
                    <a:pt x="15954" y="66178"/>
                    <a:pt x="13785" y="69607"/>
                  </a:cubicBezTo>
                  <a:cubicBezTo>
                    <a:pt x="6737" y="80329"/>
                    <a:pt x="9702" y="94742"/>
                    <a:pt x="20419" y="101794"/>
                  </a:cubicBezTo>
                  <a:cubicBezTo>
                    <a:pt x="23779" y="104004"/>
                    <a:pt x="27649" y="105303"/>
                    <a:pt x="31658" y="105571"/>
                  </a:cubicBezTo>
                  <a:cubicBezTo>
                    <a:pt x="44518" y="106596"/>
                    <a:pt x="55777" y="96992"/>
                    <a:pt x="56801" y="84127"/>
                  </a:cubicBezTo>
                  <a:cubicBezTo>
                    <a:pt x="57203" y="79017"/>
                    <a:pt x="55924" y="73913"/>
                    <a:pt x="53146" y="69607"/>
                  </a:cubicBezTo>
                  <a:cubicBezTo>
                    <a:pt x="50984" y="66318"/>
                    <a:pt x="51647" y="61925"/>
                    <a:pt x="54686" y="59427"/>
                  </a:cubicBezTo>
                  <a:cubicBezTo>
                    <a:pt x="62558" y="52971"/>
                    <a:pt x="67063" y="43287"/>
                    <a:pt x="66936" y="33107"/>
                  </a:cubicBezTo>
                  <a:close/>
                </a:path>
              </a:pathLst>
            </a:custGeom>
            <a:solidFill>
              <a:srgbClr val="74BF4B"/>
            </a:solidFill>
            <a:ln w="669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</a:endParaRPr>
            </a:p>
          </p:txBody>
        </p:sp>
        <p:sp>
          <p:nvSpPr>
            <p:cNvPr id="87" name="Freeform 86">
              <a:extLst>
                <a:ext uri="{FF2B5EF4-FFF2-40B4-BE49-F238E27FC236}">
                  <a16:creationId xmlns:a16="http://schemas.microsoft.com/office/drawing/2014/main" id="{8883EFF6-418C-04B6-FEAA-81EC14B5FF1C}"/>
                </a:ext>
              </a:extLst>
            </p:cNvPr>
            <p:cNvSpPr/>
            <p:nvPr/>
          </p:nvSpPr>
          <p:spPr>
            <a:xfrm>
              <a:off x="3544203" y="4507449"/>
              <a:ext cx="74038" cy="112860"/>
            </a:xfrm>
            <a:custGeom>
              <a:avLst/>
              <a:gdLst>
                <a:gd name="connsiteX0" fmla="*/ 37085 w 74038"/>
                <a:gd name="connsiteY0" fmla="*/ 112860 h 112860"/>
                <a:gd name="connsiteX1" fmla="*/ 35144 w 74038"/>
                <a:gd name="connsiteY1" fmla="*/ 112860 h 112860"/>
                <a:gd name="connsiteX2" fmla="*/ 10443 w 74038"/>
                <a:gd name="connsiteY2" fmla="*/ 88214 h 112860"/>
                <a:gd name="connsiteX3" fmla="*/ 14727 w 74038"/>
                <a:gd name="connsiteY3" fmla="*/ 71739 h 112860"/>
                <a:gd name="connsiteX4" fmla="*/ 13589 w 74038"/>
                <a:gd name="connsiteY4" fmla="*/ 65711 h 112860"/>
                <a:gd name="connsiteX5" fmla="*/ 8361 w 74038"/>
                <a:gd name="connsiteY5" fmla="*/ 13600 h 112860"/>
                <a:gd name="connsiteX6" fmla="*/ 60447 w 74038"/>
                <a:gd name="connsiteY6" fmla="*/ 8362 h 112860"/>
                <a:gd name="connsiteX7" fmla="*/ 65675 w 74038"/>
                <a:gd name="connsiteY7" fmla="*/ 60481 h 112860"/>
                <a:gd name="connsiteX8" fmla="*/ 60447 w 74038"/>
                <a:gd name="connsiteY8" fmla="*/ 65711 h 112860"/>
                <a:gd name="connsiteX9" fmla="*/ 59510 w 74038"/>
                <a:gd name="connsiteY9" fmla="*/ 71471 h 112860"/>
                <a:gd name="connsiteX10" fmla="*/ 63861 w 74038"/>
                <a:gd name="connsiteY10" fmla="*/ 86071 h 112860"/>
                <a:gd name="connsiteX11" fmla="*/ 55426 w 74038"/>
                <a:gd name="connsiteY11" fmla="*/ 105560 h 112860"/>
                <a:gd name="connsiteX12" fmla="*/ 37085 w 74038"/>
                <a:gd name="connsiteY12" fmla="*/ 112860 h 112860"/>
                <a:gd name="connsiteX13" fmla="*/ 37085 w 74038"/>
                <a:gd name="connsiteY13" fmla="*/ 6507 h 112860"/>
                <a:gd name="connsiteX14" fmla="*/ 34675 w 74038"/>
                <a:gd name="connsiteY14" fmla="*/ 6507 h 112860"/>
                <a:gd name="connsiteX15" fmla="*/ 7022 w 74038"/>
                <a:gd name="connsiteY15" fmla="*/ 39297 h 112860"/>
                <a:gd name="connsiteX16" fmla="*/ 17873 w 74038"/>
                <a:gd name="connsiteY16" fmla="*/ 60085 h 112860"/>
                <a:gd name="connsiteX17" fmla="*/ 20350 w 74038"/>
                <a:gd name="connsiteY17" fmla="*/ 74887 h 112860"/>
                <a:gd name="connsiteX18" fmla="*/ 25986 w 74038"/>
                <a:gd name="connsiteY18" fmla="*/ 102734 h 112860"/>
                <a:gd name="connsiteX19" fmla="*/ 53820 w 74038"/>
                <a:gd name="connsiteY19" fmla="*/ 97101 h 112860"/>
                <a:gd name="connsiteX20" fmla="*/ 53820 w 74038"/>
                <a:gd name="connsiteY20" fmla="*/ 74887 h 112860"/>
                <a:gd name="connsiteX21" fmla="*/ 56096 w 74038"/>
                <a:gd name="connsiteY21" fmla="*/ 60220 h 112860"/>
                <a:gd name="connsiteX22" fmla="*/ 67409 w 74038"/>
                <a:gd name="connsiteY22" fmla="*/ 36578 h 112860"/>
                <a:gd name="connsiteX23" fmla="*/ 57703 w 74038"/>
                <a:gd name="connsiteY23" fmla="*/ 14343 h 112860"/>
                <a:gd name="connsiteX24" fmla="*/ 37085 w 74038"/>
                <a:gd name="connsiteY24" fmla="*/ 6507 h 112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4038" h="112860">
                  <a:moveTo>
                    <a:pt x="37085" y="112860"/>
                  </a:moveTo>
                  <a:lnTo>
                    <a:pt x="35144" y="112860"/>
                  </a:lnTo>
                  <a:cubicBezTo>
                    <a:pt x="21956" y="111875"/>
                    <a:pt x="11467" y="101407"/>
                    <a:pt x="10443" y="88214"/>
                  </a:cubicBezTo>
                  <a:cubicBezTo>
                    <a:pt x="10041" y="82401"/>
                    <a:pt x="11547" y="76621"/>
                    <a:pt x="14727" y="71739"/>
                  </a:cubicBezTo>
                  <a:cubicBezTo>
                    <a:pt x="15925" y="69730"/>
                    <a:pt x="15437" y="67144"/>
                    <a:pt x="13589" y="65711"/>
                  </a:cubicBezTo>
                  <a:cubicBezTo>
                    <a:pt x="-2242" y="52765"/>
                    <a:pt x="-4578" y="29432"/>
                    <a:pt x="8361" y="13600"/>
                  </a:cubicBezTo>
                  <a:cubicBezTo>
                    <a:pt x="21301" y="-2240"/>
                    <a:pt x="44616" y="-4583"/>
                    <a:pt x="60447" y="8362"/>
                  </a:cubicBezTo>
                  <a:cubicBezTo>
                    <a:pt x="76278" y="21308"/>
                    <a:pt x="78621" y="44641"/>
                    <a:pt x="65675" y="60481"/>
                  </a:cubicBezTo>
                  <a:cubicBezTo>
                    <a:pt x="64115" y="62389"/>
                    <a:pt x="62361" y="64144"/>
                    <a:pt x="60447" y="65711"/>
                  </a:cubicBezTo>
                  <a:cubicBezTo>
                    <a:pt x="58706" y="67104"/>
                    <a:pt x="58298" y="69595"/>
                    <a:pt x="59510" y="71471"/>
                  </a:cubicBezTo>
                  <a:cubicBezTo>
                    <a:pt x="62368" y="75797"/>
                    <a:pt x="63888" y="80880"/>
                    <a:pt x="63861" y="86071"/>
                  </a:cubicBezTo>
                  <a:cubicBezTo>
                    <a:pt x="63854" y="93451"/>
                    <a:pt x="60802" y="100503"/>
                    <a:pt x="55426" y="105560"/>
                  </a:cubicBezTo>
                  <a:cubicBezTo>
                    <a:pt x="50493" y="110281"/>
                    <a:pt x="43913" y="112900"/>
                    <a:pt x="37085" y="112860"/>
                  </a:cubicBezTo>
                  <a:close/>
                  <a:moveTo>
                    <a:pt x="37085" y="6507"/>
                  </a:moveTo>
                  <a:lnTo>
                    <a:pt x="34675" y="6507"/>
                  </a:lnTo>
                  <a:cubicBezTo>
                    <a:pt x="17987" y="7920"/>
                    <a:pt x="5610" y="22607"/>
                    <a:pt x="7022" y="39297"/>
                  </a:cubicBezTo>
                  <a:cubicBezTo>
                    <a:pt x="7705" y="47401"/>
                    <a:pt x="11614" y="54895"/>
                    <a:pt x="17873" y="60085"/>
                  </a:cubicBezTo>
                  <a:cubicBezTo>
                    <a:pt x="22345" y="63668"/>
                    <a:pt x="23416" y="70044"/>
                    <a:pt x="20350" y="74887"/>
                  </a:cubicBezTo>
                  <a:cubicBezTo>
                    <a:pt x="14218" y="84135"/>
                    <a:pt x="16742" y="96599"/>
                    <a:pt x="25986" y="102734"/>
                  </a:cubicBezTo>
                  <a:cubicBezTo>
                    <a:pt x="35224" y="108868"/>
                    <a:pt x="47688" y="106343"/>
                    <a:pt x="53820" y="97101"/>
                  </a:cubicBezTo>
                  <a:cubicBezTo>
                    <a:pt x="58285" y="90370"/>
                    <a:pt x="58285" y="81617"/>
                    <a:pt x="53820" y="74887"/>
                  </a:cubicBezTo>
                  <a:cubicBezTo>
                    <a:pt x="50761" y="70125"/>
                    <a:pt x="51738" y="63829"/>
                    <a:pt x="56096" y="60220"/>
                  </a:cubicBezTo>
                  <a:cubicBezTo>
                    <a:pt x="63292" y="54493"/>
                    <a:pt x="67462" y="45780"/>
                    <a:pt x="67409" y="36578"/>
                  </a:cubicBezTo>
                  <a:cubicBezTo>
                    <a:pt x="67375" y="28146"/>
                    <a:pt x="63861" y="20103"/>
                    <a:pt x="57703" y="14343"/>
                  </a:cubicBezTo>
                  <a:cubicBezTo>
                    <a:pt x="52073" y="9206"/>
                    <a:pt x="44703" y="6407"/>
                    <a:pt x="37085" y="6507"/>
                  </a:cubicBezTo>
                  <a:close/>
                </a:path>
              </a:pathLst>
            </a:custGeom>
            <a:solidFill>
              <a:srgbClr val="0B2750"/>
            </a:solidFill>
            <a:ln w="669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</a:endParaRPr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7CD3A54F-ED7F-EB32-A48C-A5CCDEB3FBBA}"/>
                </a:ext>
              </a:extLst>
            </p:cNvPr>
            <p:cNvSpPr/>
            <p:nvPr/>
          </p:nvSpPr>
          <p:spPr>
            <a:xfrm>
              <a:off x="3656064" y="4589137"/>
              <a:ext cx="66936" cy="105579"/>
            </a:xfrm>
            <a:custGeom>
              <a:avLst/>
              <a:gdLst>
                <a:gd name="connsiteX0" fmla="*/ 66936 w 66936"/>
                <a:gd name="connsiteY0" fmla="*/ 33047 h 105579"/>
                <a:gd name="connsiteX1" fmla="*/ 33031 w 66936"/>
                <a:gd name="connsiteY1" fmla="*/ 3 h 105579"/>
                <a:gd name="connsiteX2" fmla="*/ 3 w 66936"/>
                <a:gd name="connsiteY2" fmla="*/ 33918 h 105579"/>
                <a:gd name="connsiteX3" fmla="*/ 11911 w 66936"/>
                <a:gd name="connsiteY3" fmla="*/ 59099 h 105579"/>
                <a:gd name="connsiteX4" fmla="*/ 13719 w 66936"/>
                <a:gd name="connsiteY4" fmla="*/ 69547 h 105579"/>
                <a:gd name="connsiteX5" fmla="*/ 10037 w 66936"/>
                <a:gd name="connsiteY5" fmla="*/ 83946 h 105579"/>
                <a:gd name="connsiteX6" fmla="*/ 34945 w 66936"/>
                <a:gd name="connsiteY6" fmla="*/ 105518 h 105579"/>
                <a:gd name="connsiteX7" fmla="*/ 56507 w 66936"/>
                <a:gd name="connsiteY7" fmla="*/ 80598 h 105579"/>
                <a:gd name="connsiteX8" fmla="*/ 52745 w 66936"/>
                <a:gd name="connsiteY8" fmla="*/ 69480 h 105579"/>
                <a:gd name="connsiteX9" fmla="*/ 54351 w 66936"/>
                <a:gd name="connsiteY9" fmla="*/ 59301 h 105579"/>
                <a:gd name="connsiteX10" fmla="*/ 66936 w 66936"/>
                <a:gd name="connsiteY10" fmla="*/ 33047 h 105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6936" h="105579">
                  <a:moveTo>
                    <a:pt x="66936" y="33047"/>
                  </a:moveTo>
                  <a:cubicBezTo>
                    <a:pt x="66695" y="14556"/>
                    <a:pt x="51513" y="-238"/>
                    <a:pt x="33031" y="3"/>
                  </a:cubicBezTo>
                  <a:cubicBezTo>
                    <a:pt x="14549" y="244"/>
                    <a:pt x="-238" y="15427"/>
                    <a:pt x="3" y="33918"/>
                  </a:cubicBezTo>
                  <a:cubicBezTo>
                    <a:pt x="130" y="43649"/>
                    <a:pt x="4474" y="52837"/>
                    <a:pt x="11911" y="59099"/>
                  </a:cubicBezTo>
                  <a:cubicBezTo>
                    <a:pt x="15104" y="61604"/>
                    <a:pt x="15888" y="66118"/>
                    <a:pt x="13719" y="69547"/>
                  </a:cubicBezTo>
                  <a:cubicBezTo>
                    <a:pt x="10927" y="73807"/>
                    <a:pt x="9629" y="78870"/>
                    <a:pt x="10037" y="83946"/>
                  </a:cubicBezTo>
                  <a:cubicBezTo>
                    <a:pt x="10961" y="96785"/>
                    <a:pt x="22113" y="106443"/>
                    <a:pt x="34945" y="105518"/>
                  </a:cubicBezTo>
                  <a:cubicBezTo>
                    <a:pt x="47778" y="104594"/>
                    <a:pt x="57431" y="93436"/>
                    <a:pt x="56507" y="80598"/>
                  </a:cubicBezTo>
                  <a:cubicBezTo>
                    <a:pt x="56219" y="76633"/>
                    <a:pt x="54927" y="72802"/>
                    <a:pt x="52745" y="69480"/>
                  </a:cubicBezTo>
                  <a:cubicBezTo>
                    <a:pt x="50596" y="66178"/>
                    <a:pt x="51292" y="61785"/>
                    <a:pt x="54351" y="59301"/>
                  </a:cubicBezTo>
                  <a:cubicBezTo>
                    <a:pt x="62331" y="52925"/>
                    <a:pt x="66963" y="43260"/>
                    <a:pt x="66936" y="33047"/>
                  </a:cubicBezTo>
                  <a:close/>
                </a:path>
              </a:pathLst>
            </a:custGeom>
            <a:solidFill>
              <a:srgbClr val="FBAB2C"/>
            </a:solidFill>
            <a:ln w="669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</a:endParaRPr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AC8D2E3F-23EB-6F27-DC98-B3FD1738926E}"/>
                </a:ext>
              </a:extLst>
            </p:cNvPr>
            <p:cNvSpPr/>
            <p:nvPr/>
          </p:nvSpPr>
          <p:spPr>
            <a:xfrm>
              <a:off x="3651977" y="4584934"/>
              <a:ext cx="74371" cy="113130"/>
            </a:xfrm>
            <a:custGeom>
              <a:avLst/>
              <a:gdLst>
                <a:gd name="connsiteX0" fmla="*/ 37353 w 74371"/>
                <a:gd name="connsiteY0" fmla="*/ 113130 h 113130"/>
                <a:gd name="connsiteX1" fmla="*/ 35478 w 74371"/>
                <a:gd name="connsiteY1" fmla="*/ 113130 h 113130"/>
                <a:gd name="connsiteX2" fmla="*/ 10824 w 74371"/>
                <a:gd name="connsiteY2" fmla="*/ 84372 h 113130"/>
                <a:gd name="connsiteX3" fmla="*/ 14994 w 74371"/>
                <a:gd name="connsiteY3" fmla="*/ 71942 h 113130"/>
                <a:gd name="connsiteX4" fmla="*/ 13924 w 74371"/>
                <a:gd name="connsiteY4" fmla="*/ 65981 h 113130"/>
                <a:gd name="connsiteX5" fmla="*/ 8093 w 74371"/>
                <a:gd name="connsiteY5" fmla="*/ 13930 h 113130"/>
                <a:gd name="connsiteX6" fmla="*/ 60119 w 74371"/>
                <a:gd name="connsiteY6" fmla="*/ 8097 h 113130"/>
                <a:gd name="connsiteX7" fmla="*/ 62522 w 74371"/>
                <a:gd name="connsiteY7" fmla="*/ 10193 h 113130"/>
                <a:gd name="connsiteX8" fmla="*/ 64537 w 74371"/>
                <a:gd name="connsiteY8" fmla="*/ 62439 h 113130"/>
                <a:gd name="connsiteX9" fmla="*/ 60514 w 74371"/>
                <a:gd name="connsiteY9" fmla="*/ 66182 h 113130"/>
                <a:gd name="connsiteX10" fmla="*/ 59643 w 74371"/>
                <a:gd name="connsiteY10" fmla="*/ 71942 h 113130"/>
                <a:gd name="connsiteX11" fmla="*/ 55493 w 74371"/>
                <a:gd name="connsiteY11" fmla="*/ 106031 h 113130"/>
                <a:gd name="connsiteX12" fmla="*/ 37353 w 74371"/>
                <a:gd name="connsiteY12" fmla="*/ 113130 h 113130"/>
                <a:gd name="connsiteX13" fmla="*/ 37353 w 74371"/>
                <a:gd name="connsiteY13" fmla="*/ 6911 h 113130"/>
                <a:gd name="connsiteX14" fmla="*/ 35009 w 74371"/>
                <a:gd name="connsiteY14" fmla="*/ 6911 h 113130"/>
                <a:gd name="connsiteX15" fmla="*/ 7096 w 74371"/>
                <a:gd name="connsiteY15" fmla="*/ 35576 h 113130"/>
                <a:gd name="connsiteX16" fmla="*/ 18141 w 74371"/>
                <a:gd name="connsiteY16" fmla="*/ 60624 h 113130"/>
                <a:gd name="connsiteX17" fmla="*/ 20618 w 74371"/>
                <a:gd name="connsiteY17" fmla="*/ 75491 h 113130"/>
                <a:gd name="connsiteX18" fmla="*/ 26782 w 74371"/>
                <a:gd name="connsiteY18" fmla="*/ 103232 h 113130"/>
                <a:gd name="connsiteX19" fmla="*/ 35880 w 74371"/>
                <a:gd name="connsiteY19" fmla="*/ 106299 h 113130"/>
                <a:gd name="connsiteX20" fmla="*/ 57254 w 74371"/>
                <a:gd name="connsiteY20" fmla="*/ 87593 h 113130"/>
                <a:gd name="connsiteX21" fmla="*/ 57301 w 74371"/>
                <a:gd name="connsiteY21" fmla="*/ 86207 h 113130"/>
                <a:gd name="connsiteX22" fmla="*/ 54021 w 74371"/>
                <a:gd name="connsiteY22" fmla="*/ 75224 h 113130"/>
                <a:gd name="connsiteX23" fmla="*/ 56296 w 74371"/>
                <a:gd name="connsiteY23" fmla="*/ 60624 h 113130"/>
                <a:gd name="connsiteX24" fmla="*/ 60922 w 74371"/>
                <a:gd name="connsiteY24" fmla="*/ 17969 h 113130"/>
                <a:gd name="connsiteX25" fmla="*/ 37353 w 74371"/>
                <a:gd name="connsiteY25" fmla="*/ 6644 h 113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74371" h="113130">
                  <a:moveTo>
                    <a:pt x="37353" y="113130"/>
                  </a:moveTo>
                  <a:lnTo>
                    <a:pt x="35478" y="113130"/>
                  </a:lnTo>
                  <a:cubicBezTo>
                    <a:pt x="20731" y="111998"/>
                    <a:pt x="9693" y="99126"/>
                    <a:pt x="10824" y="84372"/>
                  </a:cubicBezTo>
                  <a:cubicBezTo>
                    <a:pt x="11166" y="79945"/>
                    <a:pt x="12598" y="75679"/>
                    <a:pt x="14994" y="71942"/>
                  </a:cubicBezTo>
                  <a:cubicBezTo>
                    <a:pt x="16266" y="69986"/>
                    <a:pt x="15798" y="67374"/>
                    <a:pt x="13924" y="65981"/>
                  </a:cubicBezTo>
                  <a:cubicBezTo>
                    <a:pt x="-2055" y="53216"/>
                    <a:pt x="-4666" y="29917"/>
                    <a:pt x="8093" y="13930"/>
                  </a:cubicBezTo>
                  <a:cubicBezTo>
                    <a:pt x="20845" y="-2056"/>
                    <a:pt x="44140" y="-4668"/>
                    <a:pt x="60119" y="8097"/>
                  </a:cubicBezTo>
                  <a:cubicBezTo>
                    <a:pt x="60949" y="8760"/>
                    <a:pt x="61752" y="9456"/>
                    <a:pt x="62522" y="10193"/>
                  </a:cubicBezTo>
                  <a:cubicBezTo>
                    <a:pt x="77497" y="24063"/>
                    <a:pt x="78400" y="47450"/>
                    <a:pt x="64537" y="62439"/>
                  </a:cubicBezTo>
                  <a:cubicBezTo>
                    <a:pt x="63292" y="63785"/>
                    <a:pt x="61946" y="65037"/>
                    <a:pt x="60514" y="66182"/>
                  </a:cubicBezTo>
                  <a:cubicBezTo>
                    <a:pt x="58793" y="67595"/>
                    <a:pt x="58418" y="70080"/>
                    <a:pt x="59643" y="71942"/>
                  </a:cubicBezTo>
                  <a:cubicBezTo>
                    <a:pt x="66679" y="82812"/>
                    <a:pt x="64932" y="97164"/>
                    <a:pt x="55493" y="106031"/>
                  </a:cubicBezTo>
                  <a:cubicBezTo>
                    <a:pt x="50587" y="110646"/>
                    <a:pt x="44087" y="113184"/>
                    <a:pt x="37353" y="113130"/>
                  </a:cubicBezTo>
                  <a:close/>
                  <a:moveTo>
                    <a:pt x="37353" y="6911"/>
                  </a:moveTo>
                  <a:lnTo>
                    <a:pt x="35009" y="6911"/>
                  </a:lnTo>
                  <a:cubicBezTo>
                    <a:pt x="19821" y="8070"/>
                    <a:pt x="7859" y="20353"/>
                    <a:pt x="7096" y="35576"/>
                  </a:cubicBezTo>
                  <a:cubicBezTo>
                    <a:pt x="6513" y="45220"/>
                    <a:pt x="10623" y="54556"/>
                    <a:pt x="18141" y="60624"/>
                  </a:cubicBezTo>
                  <a:cubicBezTo>
                    <a:pt x="22652" y="64213"/>
                    <a:pt x="23724" y="70636"/>
                    <a:pt x="20618" y="75491"/>
                  </a:cubicBezTo>
                  <a:cubicBezTo>
                    <a:pt x="14666" y="84854"/>
                    <a:pt x="17425" y="97271"/>
                    <a:pt x="26782" y="103232"/>
                  </a:cubicBezTo>
                  <a:cubicBezTo>
                    <a:pt x="29520" y="104973"/>
                    <a:pt x="32640" y="106024"/>
                    <a:pt x="35880" y="106299"/>
                  </a:cubicBezTo>
                  <a:cubicBezTo>
                    <a:pt x="46945" y="107042"/>
                    <a:pt x="56517" y="98664"/>
                    <a:pt x="57254" y="87593"/>
                  </a:cubicBezTo>
                  <a:cubicBezTo>
                    <a:pt x="57287" y="87131"/>
                    <a:pt x="57301" y="86669"/>
                    <a:pt x="57301" y="86207"/>
                  </a:cubicBezTo>
                  <a:cubicBezTo>
                    <a:pt x="57294" y="82303"/>
                    <a:pt x="56156" y="78492"/>
                    <a:pt x="54021" y="75224"/>
                  </a:cubicBezTo>
                  <a:cubicBezTo>
                    <a:pt x="50935" y="70488"/>
                    <a:pt x="51918" y="64193"/>
                    <a:pt x="56296" y="60624"/>
                  </a:cubicBezTo>
                  <a:cubicBezTo>
                    <a:pt x="69350" y="50122"/>
                    <a:pt x="71418" y="31028"/>
                    <a:pt x="60922" y="17969"/>
                  </a:cubicBezTo>
                  <a:cubicBezTo>
                    <a:pt x="55178" y="10823"/>
                    <a:pt x="46516" y="6664"/>
                    <a:pt x="37353" y="6644"/>
                  </a:cubicBezTo>
                  <a:close/>
                </a:path>
              </a:pathLst>
            </a:custGeom>
            <a:solidFill>
              <a:srgbClr val="0B2750"/>
            </a:solidFill>
            <a:ln w="669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</a:endParaRPr>
            </a:p>
          </p:txBody>
        </p:sp>
        <p:sp>
          <p:nvSpPr>
            <p:cNvPr id="90" name="Freeform 89">
              <a:extLst>
                <a:ext uri="{FF2B5EF4-FFF2-40B4-BE49-F238E27FC236}">
                  <a16:creationId xmlns:a16="http://schemas.microsoft.com/office/drawing/2014/main" id="{D26C6B75-3A41-7E9E-9780-C3D7D7BC40CA}"/>
                </a:ext>
              </a:extLst>
            </p:cNvPr>
            <p:cNvSpPr/>
            <p:nvPr/>
          </p:nvSpPr>
          <p:spPr>
            <a:xfrm>
              <a:off x="4131133" y="4632297"/>
              <a:ext cx="18810" cy="97847"/>
            </a:xfrm>
            <a:custGeom>
              <a:avLst/>
              <a:gdLst>
                <a:gd name="connsiteX0" fmla="*/ 18810 w 18810"/>
                <a:gd name="connsiteY0" fmla="*/ 97847 h 97847"/>
                <a:gd name="connsiteX1" fmla="*/ 0 w 18810"/>
                <a:gd name="connsiteY1" fmla="*/ 97847 h 97847"/>
                <a:gd name="connsiteX2" fmla="*/ 3816 w 18810"/>
                <a:gd name="connsiteY2" fmla="*/ 0 h 97847"/>
                <a:gd name="connsiteX3" fmla="*/ 15061 w 18810"/>
                <a:gd name="connsiteY3" fmla="*/ 0 h 97847"/>
                <a:gd name="connsiteX4" fmla="*/ 18810 w 18810"/>
                <a:gd name="connsiteY4" fmla="*/ 97847 h 97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10" h="97847">
                  <a:moveTo>
                    <a:pt x="18810" y="97847"/>
                  </a:moveTo>
                  <a:lnTo>
                    <a:pt x="0" y="97847"/>
                  </a:lnTo>
                  <a:lnTo>
                    <a:pt x="3816" y="0"/>
                  </a:lnTo>
                  <a:lnTo>
                    <a:pt x="15061" y="0"/>
                  </a:lnTo>
                  <a:lnTo>
                    <a:pt x="18810" y="97847"/>
                  </a:lnTo>
                  <a:close/>
                </a:path>
              </a:pathLst>
            </a:custGeom>
            <a:solidFill>
              <a:srgbClr val="FFFFFF"/>
            </a:solidFill>
            <a:ln w="669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</a:endParaRPr>
            </a:p>
          </p:txBody>
        </p:sp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1D512A02-FA64-7510-CCD2-9C20C9F72E85}"/>
                </a:ext>
              </a:extLst>
            </p:cNvPr>
            <p:cNvSpPr/>
            <p:nvPr/>
          </p:nvSpPr>
          <p:spPr>
            <a:xfrm>
              <a:off x="4128121" y="4628948"/>
              <a:ext cx="25512" cy="104544"/>
            </a:xfrm>
            <a:custGeom>
              <a:avLst/>
              <a:gdLst>
                <a:gd name="connsiteX0" fmla="*/ 22157 w 25512"/>
                <a:gd name="connsiteY0" fmla="*/ 104545 h 104544"/>
                <a:gd name="connsiteX1" fmla="*/ 3347 w 25512"/>
                <a:gd name="connsiteY1" fmla="*/ 104545 h 104544"/>
                <a:gd name="connsiteX2" fmla="*/ 0 w 25512"/>
                <a:gd name="connsiteY2" fmla="*/ 101196 h 104544"/>
                <a:gd name="connsiteX3" fmla="*/ 0 w 25512"/>
                <a:gd name="connsiteY3" fmla="*/ 101062 h 104544"/>
                <a:gd name="connsiteX4" fmla="*/ 3816 w 25512"/>
                <a:gd name="connsiteY4" fmla="*/ 3215 h 104544"/>
                <a:gd name="connsiteX5" fmla="*/ 7163 w 25512"/>
                <a:gd name="connsiteY5" fmla="*/ 0 h 104544"/>
                <a:gd name="connsiteX6" fmla="*/ 18408 w 25512"/>
                <a:gd name="connsiteY6" fmla="*/ 0 h 104544"/>
                <a:gd name="connsiteX7" fmla="*/ 21755 w 25512"/>
                <a:gd name="connsiteY7" fmla="*/ 3215 h 104544"/>
                <a:gd name="connsiteX8" fmla="*/ 25504 w 25512"/>
                <a:gd name="connsiteY8" fmla="*/ 101062 h 104544"/>
                <a:gd name="connsiteX9" fmla="*/ 24567 w 25512"/>
                <a:gd name="connsiteY9" fmla="*/ 103540 h 104544"/>
                <a:gd name="connsiteX10" fmla="*/ 22157 w 25512"/>
                <a:gd name="connsiteY10" fmla="*/ 104545 h 104544"/>
                <a:gd name="connsiteX11" fmla="*/ 6828 w 25512"/>
                <a:gd name="connsiteY11" fmla="*/ 97847 h 104544"/>
                <a:gd name="connsiteX12" fmla="*/ 18676 w 25512"/>
                <a:gd name="connsiteY12" fmla="*/ 97847 h 104544"/>
                <a:gd name="connsiteX13" fmla="*/ 15196 w 25512"/>
                <a:gd name="connsiteY13" fmla="*/ 6697 h 104544"/>
                <a:gd name="connsiteX14" fmla="*/ 10376 w 25512"/>
                <a:gd name="connsiteY14" fmla="*/ 6697 h 104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512" h="104544">
                  <a:moveTo>
                    <a:pt x="22157" y="104545"/>
                  </a:moveTo>
                  <a:lnTo>
                    <a:pt x="3347" y="104545"/>
                  </a:lnTo>
                  <a:cubicBezTo>
                    <a:pt x="1499" y="104545"/>
                    <a:pt x="0" y="103051"/>
                    <a:pt x="0" y="101196"/>
                  </a:cubicBezTo>
                  <a:cubicBezTo>
                    <a:pt x="0" y="101156"/>
                    <a:pt x="0" y="101109"/>
                    <a:pt x="0" y="101062"/>
                  </a:cubicBezTo>
                  <a:lnTo>
                    <a:pt x="3816" y="3215"/>
                  </a:lnTo>
                  <a:cubicBezTo>
                    <a:pt x="3889" y="1420"/>
                    <a:pt x="5369" y="0"/>
                    <a:pt x="7163" y="0"/>
                  </a:cubicBezTo>
                  <a:lnTo>
                    <a:pt x="18408" y="0"/>
                  </a:lnTo>
                  <a:cubicBezTo>
                    <a:pt x="20203" y="0"/>
                    <a:pt x="21682" y="1420"/>
                    <a:pt x="21755" y="3215"/>
                  </a:cubicBezTo>
                  <a:lnTo>
                    <a:pt x="25504" y="101062"/>
                  </a:lnTo>
                  <a:cubicBezTo>
                    <a:pt x="25571" y="101986"/>
                    <a:pt x="25230" y="102890"/>
                    <a:pt x="24567" y="103540"/>
                  </a:cubicBezTo>
                  <a:cubicBezTo>
                    <a:pt x="23931" y="104183"/>
                    <a:pt x="23061" y="104545"/>
                    <a:pt x="22157" y="104545"/>
                  </a:cubicBezTo>
                  <a:close/>
                  <a:moveTo>
                    <a:pt x="6828" y="97847"/>
                  </a:moveTo>
                  <a:lnTo>
                    <a:pt x="18676" y="97847"/>
                  </a:lnTo>
                  <a:lnTo>
                    <a:pt x="15196" y="6697"/>
                  </a:lnTo>
                  <a:lnTo>
                    <a:pt x="10376" y="6697"/>
                  </a:lnTo>
                  <a:close/>
                </a:path>
              </a:pathLst>
            </a:custGeom>
            <a:solidFill>
              <a:srgbClr val="0B2750"/>
            </a:solidFill>
            <a:ln w="669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</a:endParaRPr>
            </a:p>
          </p:txBody>
        </p:sp>
        <p:sp>
          <p:nvSpPr>
            <p:cNvPr id="92" name="Freeform 91">
              <a:extLst>
                <a:ext uri="{FF2B5EF4-FFF2-40B4-BE49-F238E27FC236}">
                  <a16:creationId xmlns:a16="http://schemas.microsoft.com/office/drawing/2014/main" id="{C29A313A-10D3-558C-C966-D76B3F283C4D}"/>
                </a:ext>
              </a:extLst>
            </p:cNvPr>
            <p:cNvSpPr/>
            <p:nvPr/>
          </p:nvSpPr>
          <p:spPr>
            <a:xfrm>
              <a:off x="4108043" y="4548492"/>
              <a:ext cx="66935" cy="105528"/>
            </a:xfrm>
            <a:custGeom>
              <a:avLst/>
              <a:gdLst>
                <a:gd name="connsiteX0" fmla="*/ 66936 w 66935"/>
                <a:gd name="connsiteY0" fmla="*/ 33107 h 105528"/>
                <a:gd name="connsiteX1" fmla="*/ 33091 w 66935"/>
                <a:gd name="connsiteY1" fmla="*/ 2 h 105528"/>
                <a:gd name="connsiteX2" fmla="*/ 2 w 66935"/>
                <a:gd name="connsiteY2" fmla="*/ 33864 h 105528"/>
                <a:gd name="connsiteX3" fmla="*/ 11978 w 66935"/>
                <a:gd name="connsiteY3" fmla="*/ 59159 h 105528"/>
                <a:gd name="connsiteX4" fmla="*/ 13785 w 66935"/>
                <a:gd name="connsiteY4" fmla="*/ 69540 h 105528"/>
                <a:gd name="connsiteX5" fmla="*/ 20660 w 66935"/>
                <a:gd name="connsiteY5" fmla="*/ 101774 h 105528"/>
                <a:gd name="connsiteX6" fmla="*/ 52878 w 66935"/>
                <a:gd name="connsiteY6" fmla="*/ 94896 h 105528"/>
                <a:gd name="connsiteX7" fmla="*/ 56627 w 66935"/>
                <a:gd name="connsiteY7" fmla="*/ 82265 h 105528"/>
                <a:gd name="connsiteX8" fmla="*/ 52811 w 66935"/>
                <a:gd name="connsiteY8" fmla="*/ 69540 h 105528"/>
                <a:gd name="connsiteX9" fmla="*/ 54351 w 66935"/>
                <a:gd name="connsiteY9" fmla="*/ 59293 h 105528"/>
                <a:gd name="connsiteX10" fmla="*/ 66936 w 66935"/>
                <a:gd name="connsiteY10" fmla="*/ 33107 h 105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6935" h="105528">
                  <a:moveTo>
                    <a:pt x="66936" y="33107"/>
                  </a:moveTo>
                  <a:cubicBezTo>
                    <a:pt x="66728" y="14616"/>
                    <a:pt x="51573" y="-205"/>
                    <a:pt x="33091" y="2"/>
                  </a:cubicBezTo>
                  <a:cubicBezTo>
                    <a:pt x="14602" y="210"/>
                    <a:pt x="-212" y="15373"/>
                    <a:pt x="2" y="33864"/>
                  </a:cubicBezTo>
                  <a:cubicBezTo>
                    <a:pt x="109" y="43641"/>
                    <a:pt x="4488" y="52884"/>
                    <a:pt x="11978" y="59159"/>
                  </a:cubicBezTo>
                  <a:cubicBezTo>
                    <a:pt x="15164" y="61637"/>
                    <a:pt x="15948" y="66131"/>
                    <a:pt x="13785" y="69540"/>
                  </a:cubicBezTo>
                  <a:cubicBezTo>
                    <a:pt x="6790" y="80343"/>
                    <a:pt x="9863" y="94769"/>
                    <a:pt x="20660" y="101774"/>
                  </a:cubicBezTo>
                  <a:cubicBezTo>
                    <a:pt x="31458" y="108779"/>
                    <a:pt x="45876" y="105699"/>
                    <a:pt x="52878" y="94896"/>
                  </a:cubicBezTo>
                  <a:cubicBezTo>
                    <a:pt x="55315" y="91132"/>
                    <a:pt x="56620" y="86745"/>
                    <a:pt x="56627" y="82265"/>
                  </a:cubicBezTo>
                  <a:cubicBezTo>
                    <a:pt x="56634" y="77737"/>
                    <a:pt x="55308" y="73311"/>
                    <a:pt x="52811" y="69540"/>
                  </a:cubicBezTo>
                  <a:cubicBezTo>
                    <a:pt x="50669" y="66225"/>
                    <a:pt x="51332" y="61831"/>
                    <a:pt x="54351" y="59293"/>
                  </a:cubicBezTo>
                  <a:cubicBezTo>
                    <a:pt x="62310" y="52931"/>
                    <a:pt x="66942" y="43293"/>
                    <a:pt x="66936" y="33107"/>
                  </a:cubicBezTo>
                  <a:close/>
                </a:path>
              </a:pathLst>
            </a:custGeom>
            <a:solidFill>
              <a:srgbClr val="00BCEB"/>
            </a:solidFill>
            <a:ln w="669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</a:endParaRPr>
            </a:p>
          </p:txBody>
        </p:sp>
        <p:sp>
          <p:nvSpPr>
            <p:cNvPr id="93" name="Freeform 92">
              <a:extLst>
                <a:ext uri="{FF2B5EF4-FFF2-40B4-BE49-F238E27FC236}">
                  <a16:creationId xmlns:a16="http://schemas.microsoft.com/office/drawing/2014/main" id="{4F511340-BD63-1B70-ACCB-00B77271F761}"/>
                </a:ext>
              </a:extLst>
            </p:cNvPr>
            <p:cNvSpPr/>
            <p:nvPr/>
          </p:nvSpPr>
          <p:spPr>
            <a:xfrm>
              <a:off x="4104420" y="4544847"/>
              <a:ext cx="73909" cy="112632"/>
            </a:xfrm>
            <a:custGeom>
              <a:avLst/>
              <a:gdLst>
                <a:gd name="connsiteX0" fmla="*/ 36954 w 73909"/>
                <a:gd name="connsiteY0" fmla="*/ 112632 h 112632"/>
                <a:gd name="connsiteX1" fmla="*/ 35013 w 73909"/>
                <a:gd name="connsiteY1" fmla="*/ 112632 h 112632"/>
                <a:gd name="connsiteX2" fmla="*/ 10379 w 73909"/>
                <a:gd name="connsiteY2" fmla="*/ 87919 h 112632"/>
                <a:gd name="connsiteX3" fmla="*/ 14596 w 73909"/>
                <a:gd name="connsiteY3" fmla="*/ 71444 h 112632"/>
                <a:gd name="connsiteX4" fmla="*/ 13458 w 73909"/>
                <a:gd name="connsiteY4" fmla="*/ 65416 h 112632"/>
                <a:gd name="connsiteX5" fmla="*/ 70 w 73909"/>
                <a:gd name="connsiteY5" fmla="*/ 34810 h 112632"/>
                <a:gd name="connsiteX6" fmla="*/ 39116 w 73909"/>
                <a:gd name="connsiteY6" fmla="*/ 64 h 112632"/>
                <a:gd name="connsiteX7" fmla="*/ 73845 w 73909"/>
                <a:gd name="connsiteY7" fmla="*/ 39136 h 112632"/>
                <a:gd name="connsiteX8" fmla="*/ 60316 w 73909"/>
                <a:gd name="connsiteY8" fmla="*/ 65617 h 112632"/>
                <a:gd name="connsiteX9" fmla="*/ 59446 w 73909"/>
                <a:gd name="connsiteY9" fmla="*/ 71377 h 112632"/>
                <a:gd name="connsiteX10" fmla="*/ 55296 w 73909"/>
                <a:gd name="connsiteY10" fmla="*/ 105533 h 112632"/>
                <a:gd name="connsiteX11" fmla="*/ 36954 w 73909"/>
                <a:gd name="connsiteY11" fmla="*/ 112632 h 112632"/>
                <a:gd name="connsiteX12" fmla="*/ 36954 w 73909"/>
                <a:gd name="connsiteY12" fmla="*/ 6413 h 112632"/>
                <a:gd name="connsiteX13" fmla="*/ 34611 w 73909"/>
                <a:gd name="connsiteY13" fmla="*/ 6413 h 112632"/>
                <a:gd name="connsiteX14" fmla="*/ 6778 w 73909"/>
                <a:gd name="connsiteY14" fmla="*/ 38928 h 112632"/>
                <a:gd name="connsiteX15" fmla="*/ 17742 w 73909"/>
                <a:gd name="connsiteY15" fmla="*/ 59991 h 112632"/>
                <a:gd name="connsiteX16" fmla="*/ 20219 w 73909"/>
                <a:gd name="connsiteY16" fmla="*/ 74859 h 112632"/>
                <a:gd name="connsiteX17" fmla="*/ 25856 w 73909"/>
                <a:gd name="connsiteY17" fmla="*/ 102706 h 112632"/>
                <a:gd name="connsiteX18" fmla="*/ 53689 w 73909"/>
                <a:gd name="connsiteY18" fmla="*/ 97074 h 112632"/>
                <a:gd name="connsiteX19" fmla="*/ 53689 w 73909"/>
                <a:gd name="connsiteY19" fmla="*/ 74859 h 112632"/>
                <a:gd name="connsiteX20" fmla="*/ 55965 w 73909"/>
                <a:gd name="connsiteY20" fmla="*/ 60192 h 112632"/>
                <a:gd name="connsiteX21" fmla="*/ 59955 w 73909"/>
                <a:gd name="connsiteY21" fmla="*/ 17571 h 112632"/>
                <a:gd name="connsiteX22" fmla="*/ 37021 w 73909"/>
                <a:gd name="connsiteY22" fmla="*/ 6614 h 112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3909" h="112632">
                  <a:moveTo>
                    <a:pt x="36954" y="112632"/>
                  </a:moveTo>
                  <a:lnTo>
                    <a:pt x="35013" y="112632"/>
                  </a:lnTo>
                  <a:cubicBezTo>
                    <a:pt x="21826" y="111607"/>
                    <a:pt x="11363" y="101113"/>
                    <a:pt x="10379" y="87919"/>
                  </a:cubicBezTo>
                  <a:cubicBezTo>
                    <a:pt x="9897" y="82112"/>
                    <a:pt x="11383" y="76306"/>
                    <a:pt x="14596" y="71444"/>
                  </a:cubicBezTo>
                  <a:cubicBezTo>
                    <a:pt x="15828" y="69441"/>
                    <a:pt x="15339" y="66829"/>
                    <a:pt x="13458" y="65416"/>
                  </a:cubicBezTo>
                  <a:cubicBezTo>
                    <a:pt x="4328" y="57969"/>
                    <a:pt x="-659" y="46577"/>
                    <a:pt x="70" y="34810"/>
                  </a:cubicBezTo>
                  <a:cubicBezTo>
                    <a:pt x="1262" y="14430"/>
                    <a:pt x="18747" y="-1128"/>
                    <a:pt x="39116" y="64"/>
                  </a:cubicBezTo>
                  <a:cubicBezTo>
                    <a:pt x="59493" y="1256"/>
                    <a:pt x="75037" y="18749"/>
                    <a:pt x="73845" y="39136"/>
                  </a:cubicBezTo>
                  <a:cubicBezTo>
                    <a:pt x="73242" y="49463"/>
                    <a:pt x="68336" y="59074"/>
                    <a:pt x="60316" y="65617"/>
                  </a:cubicBezTo>
                  <a:cubicBezTo>
                    <a:pt x="58569" y="67017"/>
                    <a:pt x="58188" y="69521"/>
                    <a:pt x="59446" y="71377"/>
                  </a:cubicBezTo>
                  <a:cubicBezTo>
                    <a:pt x="66522" y="82266"/>
                    <a:pt x="64768" y="96659"/>
                    <a:pt x="55296" y="105533"/>
                  </a:cubicBezTo>
                  <a:cubicBezTo>
                    <a:pt x="50302" y="110140"/>
                    <a:pt x="43749" y="112679"/>
                    <a:pt x="36954" y="112632"/>
                  </a:cubicBezTo>
                  <a:close/>
                  <a:moveTo>
                    <a:pt x="36954" y="6413"/>
                  </a:moveTo>
                  <a:lnTo>
                    <a:pt x="34611" y="6413"/>
                  </a:lnTo>
                  <a:cubicBezTo>
                    <a:pt x="17950" y="7699"/>
                    <a:pt x="5486" y="22259"/>
                    <a:pt x="6778" y="38928"/>
                  </a:cubicBezTo>
                  <a:cubicBezTo>
                    <a:pt x="7407" y="47153"/>
                    <a:pt x="11370" y="54761"/>
                    <a:pt x="17742" y="59991"/>
                  </a:cubicBezTo>
                  <a:cubicBezTo>
                    <a:pt x="22227" y="63594"/>
                    <a:pt x="23292" y="69997"/>
                    <a:pt x="20219" y="74859"/>
                  </a:cubicBezTo>
                  <a:cubicBezTo>
                    <a:pt x="14088" y="84108"/>
                    <a:pt x="16611" y="96572"/>
                    <a:pt x="25856" y="102706"/>
                  </a:cubicBezTo>
                  <a:cubicBezTo>
                    <a:pt x="35094" y="108841"/>
                    <a:pt x="47558" y="106316"/>
                    <a:pt x="53689" y="97074"/>
                  </a:cubicBezTo>
                  <a:cubicBezTo>
                    <a:pt x="58154" y="90343"/>
                    <a:pt x="58154" y="81590"/>
                    <a:pt x="53689" y="74859"/>
                  </a:cubicBezTo>
                  <a:cubicBezTo>
                    <a:pt x="50630" y="70097"/>
                    <a:pt x="51608" y="63802"/>
                    <a:pt x="55965" y="60192"/>
                  </a:cubicBezTo>
                  <a:cubicBezTo>
                    <a:pt x="68831" y="49524"/>
                    <a:pt x="70618" y="30443"/>
                    <a:pt x="59955" y="17571"/>
                  </a:cubicBezTo>
                  <a:cubicBezTo>
                    <a:pt x="54292" y="10726"/>
                    <a:pt x="45904" y="6721"/>
                    <a:pt x="37021" y="6614"/>
                  </a:cubicBezTo>
                  <a:close/>
                </a:path>
              </a:pathLst>
            </a:custGeom>
            <a:solidFill>
              <a:srgbClr val="0B2750"/>
            </a:solidFill>
            <a:ln w="669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</a:endParaRPr>
            </a:p>
          </p:txBody>
        </p:sp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72763C27-F78A-C5FE-4F64-41B98BB27614}"/>
                </a:ext>
              </a:extLst>
            </p:cNvPr>
            <p:cNvSpPr/>
            <p:nvPr/>
          </p:nvSpPr>
          <p:spPr>
            <a:xfrm>
              <a:off x="4087153" y="4651049"/>
              <a:ext cx="11714" cy="60878"/>
            </a:xfrm>
            <a:custGeom>
              <a:avLst/>
              <a:gdLst>
                <a:gd name="connsiteX0" fmla="*/ 11714 w 11714"/>
                <a:gd name="connsiteY0" fmla="*/ 60878 h 60878"/>
                <a:gd name="connsiteX1" fmla="*/ 0 w 11714"/>
                <a:gd name="connsiteY1" fmla="*/ 60878 h 60878"/>
                <a:gd name="connsiteX2" fmla="*/ 2343 w 11714"/>
                <a:gd name="connsiteY2" fmla="*/ 0 h 60878"/>
                <a:gd name="connsiteX3" fmla="*/ 9371 w 11714"/>
                <a:gd name="connsiteY3" fmla="*/ 0 h 60878"/>
                <a:gd name="connsiteX4" fmla="*/ 11714 w 11714"/>
                <a:gd name="connsiteY4" fmla="*/ 60878 h 608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14" h="60878">
                  <a:moveTo>
                    <a:pt x="11714" y="60878"/>
                  </a:moveTo>
                  <a:lnTo>
                    <a:pt x="0" y="60878"/>
                  </a:lnTo>
                  <a:lnTo>
                    <a:pt x="2343" y="0"/>
                  </a:lnTo>
                  <a:lnTo>
                    <a:pt x="9371" y="0"/>
                  </a:lnTo>
                  <a:lnTo>
                    <a:pt x="11714" y="60878"/>
                  </a:lnTo>
                  <a:close/>
                </a:path>
              </a:pathLst>
            </a:custGeom>
            <a:solidFill>
              <a:srgbClr val="FFFFFF"/>
            </a:solidFill>
            <a:ln w="669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</a:endParaRPr>
            </a:p>
          </p:txBody>
        </p:sp>
        <p:sp>
          <p:nvSpPr>
            <p:cNvPr id="95" name="Freeform 94">
              <a:extLst>
                <a:ext uri="{FF2B5EF4-FFF2-40B4-BE49-F238E27FC236}">
                  <a16:creationId xmlns:a16="http://schemas.microsoft.com/office/drawing/2014/main" id="{1E75D412-60CC-B1BA-AAC4-E0F2C43AA65F}"/>
                </a:ext>
              </a:extLst>
            </p:cNvPr>
            <p:cNvSpPr/>
            <p:nvPr/>
          </p:nvSpPr>
          <p:spPr>
            <a:xfrm>
              <a:off x="4083803" y="4647701"/>
              <a:ext cx="18614" cy="67575"/>
            </a:xfrm>
            <a:custGeom>
              <a:avLst/>
              <a:gdLst>
                <a:gd name="connsiteX0" fmla="*/ 15065 w 18614"/>
                <a:gd name="connsiteY0" fmla="*/ 67576 h 67575"/>
                <a:gd name="connsiteX1" fmla="*/ 3350 w 18614"/>
                <a:gd name="connsiteY1" fmla="*/ 67576 h 67575"/>
                <a:gd name="connsiteX2" fmla="*/ 940 w 18614"/>
                <a:gd name="connsiteY2" fmla="*/ 66571 h 67575"/>
                <a:gd name="connsiteX3" fmla="*/ 3 w 18614"/>
                <a:gd name="connsiteY3" fmla="*/ 64093 h 67575"/>
                <a:gd name="connsiteX4" fmla="*/ 2346 w 18614"/>
                <a:gd name="connsiteY4" fmla="*/ 3215 h 67575"/>
                <a:gd name="connsiteX5" fmla="*/ 5693 w 18614"/>
                <a:gd name="connsiteY5" fmla="*/ 0 h 67575"/>
                <a:gd name="connsiteX6" fmla="*/ 12923 w 18614"/>
                <a:gd name="connsiteY6" fmla="*/ 0 h 67575"/>
                <a:gd name="connsiteX7" fmla="*/ 16270 w 18614"/>
                <a:gd name="connsiteY7" fmla="*/ 3215 h 67575"/>
                <a:gd name="connsiteX8" fmla="*/ 18612 w 18614"/>
                <a:gd name="connsiteY8" fmla="*/ 64093 h 67575"/>
                <a:gd name="connsiteX9" fmla="*/ 15399 w 18614"/>
                <a:gd name="connsiteY9" fmla="*/ 67576 h 67575"/>
                <a:gd name="connsiteX10" fmla="*/ 15265 w 18614"/>
                <a:gd name="connsiteY10" fmla="*/ 67576 h 67575"/>
                <a:gd name="connsiteX11" fmla="*/ 6831 w 18614"/>
                <a:gd name="connsiteY11" fmla="*/ 60878 h 67575"/>
                <a:gd name="connsiteX12" fmla="*/ 11584 w 18614"/>
                <a:gd name="connsiteY12" fmla="*/ 60878 h 67575"/>
                <a:gd name="connsiteX13" fmla="*/ 9509 w 18614"/>
                <a:gd name="connsiteY13" fmla="*/ 6697 h 67575"/>
                <a:gd name="connsiteX14" fmla="*/ 8906 w 18614"/>
                <a:gd name="connsiteY14" fmla="*/ 6697 h 67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8614" h="67575">
                  <a:moveTo>
                    <a:pt x="15065" y="67576"/>
                  </a:moveTo>
                  <a:lnTo>
                    <a:pt x="3350" y="67576"/>
                  </a:lnTo>
                  <a:cubicBezTo>
                    <a:pt x="2446" y="67576"/>
                    <a:pt x="1576" y="67214"/>
                    <a:pt x="940" y="66571"/>
                  </a:cubicBezTo>
                  <a:cubicBezTo>
                    <a:pt x="304" y="65908"/>
                    <a:pt x="-37" y="65011"/>
                    <a:pt x="3" y="64093"/>
                  </a:cubicBezTo>
                  <a:lnTo>
                    <a:pt x="2346" y="3215"/>
                  </a:lnTo>
                  <a:cubicBezTo>
                    <a:pt x="2420" y="1420"/>
                    <a:pt x="3892" y="0"/>
                    <a:pt x="5693" y="0"/>
                  </a:cubicBezTo>
                  <a:lnTo>
                    <a:pt x="12923" y="0"/>
                  </a:lnTo>
                  <a:cubicBezTo>
                    <a:pt x="14717" y="0"/>
                    <a:pt x="16196" y="1420"/>
                    <a:pt x="16270" y="3215"/>
                  </a:cubicBezTo>
                  <a:lnTo>
                    <a:pt x="18612" y="64093"/>
                  </a:lnTo>
                  <a:cubicBezTo>
                    <a:pt x="18686" y="65941"/>
                    <a:pt x="17247" y="67502"/>
                    <a:pt x="15399" y="67576"/>
                  </a:cubicBezTo>
                  <a:cubicBezTo>
                    <a:pt x="15359" y="67576"/>
                    <a:pt x="15312" y="67576"/>
                    <a:pt x="15265" y="67576"/>
                  </a:cubicBezTo>
                  <a:close/>
                  <a:moveTo>
                    <a:pt x="6831" y="60878"/>
                  </a:moveTo>
                  <a:lnTo>
                    <a:pt x="11584" y="60878"/>
                  </a:lnTo>
                  <a:lnTo>
                    <a:pt x="9509" y="6697"/>
                  </a:lnTo>
                  <a:lnTo>
                    <a:pt x="8906" y="6697"/>
                  </a:lnTo>
                  <a:close/>
                </a:path>
              </a:pathLst>
            </a:custGeom>
            <a:solidFill>
              <a:srgbClr val="0B2750"/>
            </a:solidFill>
            <a:ln w="669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</a:endParaRPr>
            </a:p>
          </p:txBody>
        </p:sp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E750A7B3-3DA7-0696-B85C-03BCB77EC7E9}"/>
                </a:ext>
              </a:extLst>
            </p:cNvPr>
            <p:cNvSpPr/>
            <p:nvPr/>
          </p:nvSpPr>
          <p:spPr>
            <a:xfrm>
              <a:off x="4072560" y="4598516"/>
              <a:ext cx="41907" cy="66237"/>
            </a:xfrm>
            <a:custGeom>
              <a:avLst/>
              <a:gdLst>
                <a:gd name="connsiteX0" fmla="*/ 41905 w 41907"/>
                <a:gd name="connsiteY0" fmla="*/ 20989 h 66237"/>
                <a:gd name="connsiteX1" fmla="*/ 20979 w 41907"/>
                <a:gd name="connsiteY1" fmla="*/ 0 h 66237"/>
                <a:gd name="connsiteX2" fmla="*/ 0 w 41907"/>
                <a:gd name="connsiteY2" fmla="*/ 20936 h 66237"/>
                <a:gd name="connsiteX3" fmla="*/ 7698 w 41907"/>
                <a:gd name="connsiteY3" fmla="*/ 37197 h 66237"/>
                <a:gd name="connsiteX4" fmla="*/ 8769 w 41907"/>
                <a:gd name="connsiteY4" fmla="*/ 43894 h 66237"/>
                <a:gd name="connsiteX5" fmla="*/ 13214 w 41907"/>
                <a:gd name="connsiteY5" fmla="*/ 63959 h 66237"/>
                <a:gd name="connsiteX6" fmla="*/ 33269 w 41907"/>
                <a:gd name="connsiteY6" fmla="*/ 59512 h 66237"/>
                <a:gd name="connsiteX7" fmla="*/ 35545 w 41907"/>
                <a:gd name="connsiteY7" fmla="*/ 51864 h 66237"/>
                <a:gd name="connsiteX8" fmla="*/ 33202 w 41907"/>
                <a:gd name="connsiteY8" fmla="*/ 43894 h 66237"/>
                <a:gd name="connsiteX9" fmla="*/ 34206 w 41907"/>
                <a:gd name="connsiteY9" fmla="*/ 37532 h 66237"/>
                <a:gd name="connsiteX10" fmla="*/ 41905 w 41907"/>
                <a:gd name="connsiteY10" fmla="*/ 20989 h 66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1907" h="66237">
                  <a:moveTo>
                    <a:pt x="41905" y="20989"/>
                  </a:moveTo>
                  <a:cubicBezTo>
                    <a:pt x="41918" y="9410"/>
                    <a:pt x="32553" y="14"/>
                    <a:pt x="20979" y="0"/>
                  </a:cubicBezTo>
                  <a:cubicBezTo>
                    <a:pt x="9412" y="-13"/>
                    <a:pt x="13" y="9356"/>
                    <a:pt x="0" y="20936"/>
                  </a:cubicBezTo>
                  <a:cubicBezTo>
                    <a:pt x="-7" y="27238"/>
                    <a:pt x="2818" y="33212"/>
                    <a:pt x="7698" y="37197"/>
                  </a:cubicBezTo>
                  <a:cubicBezTo>
                    <a:pt x="9827" y="38757"/>
                    <a:pt x="10309" y="41744"/>
                    <a:pt x="8769" y="43894"/>
                  </a:cubicBezTo>
                  <a:cubicBezTo>
                    <a:pt x="4458" y="50665"/>
                    <a:pt x="6446" y="59646"/>
                    <a:pt x="13214" y="63959"/>
                  </a:cubicBezTo>
                  <a:cubicBezTo>
                    <a:pt x="19981" y="68272"/>
                    <a:pt x="28958" y="66283"/>
                    <a:pt x="33269" y="59512"/>
                  </a:cubicBezTo>
                  <a:cubicBezTo>
                    <a:pt x="34728" y="57221"/>
                    <a:pt x="35512" y="54576"/>
                    <a:pt x="35545" y="51864"/>
                  </a:cubicBezTo>
                  <a:cubicBezTo>
                    <a:pt x="35545" y="49038"/>
                    <a:pt x="34735" y="46271"/>
                    <a:pt x="33202" y="43894"/>
                  </a:cubicBezTo>
                  <a:cubicBezTo>
                    <a:pt x="31864" y="41824"/>
                    <a:pt x="32299" y="39085"/>
                    <a:pt x="34206" y="37532"/>
                  </a:cubicBezTo>
                  <a:cubicBezTo>
                    <a:pt x="39173" y="33486"/>
                    <a:pt x="42005" y="27392"/>
                    <a:pt x="41905" y="20989"/>
                  </a:cubicBezTo>
                  <a:close/>
                </a:path>
              </a:pathLst>
            </a:custGeom>
            <a:solidFill>
              <a:srgbClr val="FFFFFF"/>
            </a:solidFill>
            <a:ln w="669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</a:endParaRPr>
            </a:p>
          </p:txBody>
        </p:sp>
        <p:sp>
          <p:nvSpPr>
            <p:cNvPr id="97" name="Freeform 96">
              <a:extLst>
                <a:ext uri="{FF2B5EF4-FFF2-40B4-BE49-F238E27FC236}">
                  <a16:creationId xmlns:a16="http://schemas.microsoft.com/office/drawing/2014/main" id="{00C450C3-B7E3-6D1F-5FE8-F8052FDB7C15}"/>
                </a:ext>
              </a:extLst>
            </p:cNvPr>
            <p:cNvSpPr/>
            <p:nvPr/>
          </p:nvSpPr>
          <p:spPr>
            <a:xfrm>
              <a:off x="4069800" y="4595683"/>
              <a:ext cx="48078" cy="72313"/>
            </a:xfrm>
            <a:custGeom>
              <a:avLst/>
              <a:gdLst>
                <a:gd name="connsiteX0" fmla="*/ 23713 w 48078"/>
                <a:gd name="connsiteY0" fmla="*/ 72310 h 72313"/>
                <a:gd name="connsiteX1" fmla="*/ 22441 w 48078"/>
                <a:gd name="connsiteY1" fmla="*/ 72310 h 72313"/>
                <a:gd name="connsiteX2" fmla="*/ 5927 w 48078"/>
                <a:gd name="connsiteY2" fmla="*/ 53042 h 72313"/>
                <a:gd name="connsiteX3" fmla="*/ 8718 w 48078"/>
                <a:gd name="connsiteY3" fmla="*/ 44718 h 72313"/>
                <a:gd name="connsiteX4" fmla="*/ 8316 w 48078"/>
                <a:gd name="connsiteY4" fmla="*/ 42642 h 72313"/>
                <a:gd name="connsiteX5" fmla="*/ 6007 w 48078"/>
                <a:gd name="connsiteY5" fmla="*/ 8318 h 72313"/>
                <a:gd name="connsiteX6" fmla="*/ 40314 w 48078"/>
                <a:gd name="connsiteY6" fmla="*/ 6007 h 72313"/>
                <a:gd name="connsiteX7" fmla="*/ 48079 w 48078"/>
                <a:gd name="connsiteY7" fmla="*/ 23822 h 72313"/>
                <a:gd name="connsiteX8" fmla="*/ 38975 w 48078"/>
                <a:gd name="connsiteY8" fmla="*/ 42709 h 72313"/>
                <a:gd name="connsiteX9" fmla="*/ 38975 w 48078"/>
                <a:gd name="connsiteY9" fmla="*/ 44651 h 72313"/>
                <a:gd name="connsiteX10" fmla="*/ 41853 w 48078"/>
                <a:gd name="connsiteY10" fmla="*/ 54429 h 72313"/>
                <a:gd name="connsiteX11" fmla="*/ 36231 w 48078"/>
                <a:gd name="connsiteY11" fmla="*/ 67489 h 72313"/>
                <a:gd name="connsiteX12" fmla="*/ 23713 w 48078"/>
                <a:gd name="connsiteY12" fmla="*/ 72310 h 72313"/>
                <a:gd name="connsiteX13" fmla="*/ 23713 w 48078"/>
                <a:gd name="connsiteY13" fmla="*/ 6276 h 72313"/>
                <a:gd name="connsiteX14" fmla="*/ 22307 w 48078"/>
                <a:gd name="connsiteY14" fmla="*/ 6276 h 72313"/>
                <a:gd name="connsiteX15" fmla="*/ 6108 w 48078"/>
                <a:gd name="connsiteY15" fmla="*/ 25195 h 72313"/>
                <a:gd name="connsiteX16" fmla="*/ 12533 w 48078"/>
                <a:gd name="connsiteY16" fmla="*/ 37485 h 72313"/>
                <a:gd name="connsiteX17" fmla="*/ 14341 w 48078"/>
                <a:gd name="connsiteY17" fmla="*/ 48401 h 72313"/>
                <a:gd name="connsiteX18" fmla="*/ 12600 w 48078"/>
                <a:gd name="connsiteY18" fmla="*/ 55098 h 72313"/>
                <a:gd name="connsiteX19" fmla="*/ 24114 w 48078"/>
                <a:gd name="connsiteY19" fmla="*/ 65814 h 72313"/>
                <a:gd name="connsiteX20" fmla="*/ 34825 w 48078"/>
                <a:gd name="connsiteY20" fmla="*/ 54295 h 72313"/>
                <a:gd name="connsiteX21" fmla="*/ 33017 w 48078"/>
                <a:gd name="connsiteY21" fmla="*/ 48200 h 72313"/>
                <a:gd name="connsiteX22" fmla="*/ 34691 w 48078"/>
                <a:gd name="connsiteY22" fmla="*/ 37351 h 72313"/>
                <a:gd name="connsiteX23" fmla="*/ 37489 w 48078"/>
                <a:gd name="connsiteY23" fmla="*/ 12698 h 72313"/>
                <a:gd name="connsiteX24" fmla="*/ 23713 w 48078"/>
                <a:gd name="connsiteY24" fmla="*/ 6074 h 72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8078" h="72313">
                  <a:moveTo>
                    <a:pt x="23713" y="72310"/>
                  </a:moveTo>
                  <a:lnTo>
                    <a:pt x="22441" y="72310"/>
                  </a:lnTo>
                  <a:cubicBezTo>
                    <a:pt x="12560" y="71554"/>
                    <a:pt x="5170" y="62921"/>
                    <a:pt x="5927" y="53042"/>
                  </a:cubicBezTo>
                  <a:cubicBezTo>
                    <a:pt x="6154" y="50075"/>
                    <a:pt x="7111" y="47216"/>
                    <a:pt x="8718" y="44718"/>
                  </a:cubicBezTo>
                  <a:cubicBezTo>
                    <a:pt x="9120" y="44021"/>
                    <a:pt x="8952" y="43137"/>
                    <a:pt x="8316" y="42642"/>
                  </a:cubicBezTo>
                  <a:cubicBezTo>
                    <a:pt x="-1798" y="33801"/>
                    <a:pt x="-2829" y="18438"/>
                    <a:pt x="6007" y="8318"/>
                  </a:cubicBezTo>
                  <a:cubicBezTo>
                    <a:pt x="14843" y="-1795"/>
                    <a:pt x="30206" y="-2833"/>
                    <a:pt x="40314" y="6007"/>
                  </a:cubicBezTo>
                  <a:cubicBezTo>
                    <a:pt x="45254" y="10615"/>
                    <a:pt x="48066" y="17065"/>
                    <a:pt x="48079" y="23822"/>
                  </a:cubicBezTo>
                  <a:cubicBezTo>
                    <a:pt x="48072" y="31176"/>
                    <a:pt x="44725" y="38128"/>
                    <a:pt x="38975" y="42709"/>
                  </a:cubicBezTo>
                  <a:cubicBezTo>
                    <a:pt x="38513" y="43271"/>
                    <a:pt x="38513" y="44088"/>
                    <a:pt x="38975" y="44651"/>
                  </a:cubicBezTo>
                  <a:cubicBezTo>
                    <a:pt x="40862" y="47557"/>
                    <a:pt x="41867" y="50960"/>
                    <a:pt x="41853" y="54429"/>
                  </a:cubicBezTo>
                  <a:cubicBezTo>
                    <a:pt x="41820" y="59365"/>
                    <a:pt x="39792" y="64073"/>
                    <a:pt x="36231" y="67489"/>
                  </a:cubicBezTo>
                  <a:cubicBezTo>
                    <a:pt x="32843" y="70663"/>
                    <a:pt x="28352" y="72391"/>
                    <a:pt x="23713" y="72310"/>
                  </a:cubicBezTo>
                  <a:close/>
                  <a:moveTo>
                    <a:pt x="23713" y="6276"/>
                  </a:moveTo>
                  <a:lnTo>
                    <a:pt x="22307" y="6276"/>
                  </a:lnTo>
                  <a:cubicBezTo>
                    <a:pt x="12614" y="7026"/>
                    <a:pt x="5364" y="15498"/>
                    <a:pt x="6108" y="25195"/>
                  </a:cubicBezTo>
                  <a:cubicBezTo>
                    <a:pt x="6482" y="29997"/>
                    <a:pt x="8805" y="34437"/>
                    <a:pt x="12533" y="37485"/>
                  </a:cubicBezTo>
                  <a:cubicBezTo>
                    <a:pt x="15854" y="40117"/>
                    <a:pt x="16637" y="44838"/>
                    <a:pt x="14341" y="48401"/>
                  </a:cubicBezTo>
                  <a:cubicBezTo>
                    <a:pt x="13043" y="50384"/>
                    <a:pt x="12426" y="52735"/>
                    <a:pt x="12600" y="55098"/>
                  </a:cubicBezTo>
                  <a:cubicBezTo>
                    <a:pt x="12822" y="61240"/>
                    <a:pt x="17976" y="66035"/>
                    <a:pt x="24114" y="65814"/>
                  </a:cubicBezTo>
                  <a:cubicBezTo>
                    <a:pt x="30253" y="65593"/>
                    <a:pt x="35046" y="60436"/>
                    <a:pt x="34825" y="54295"/>
                  </a:cubicBezTo>
                  <a:cubicBezTo>
                    <a:pt x="34845" y="52132"/>
                    <a:pt x="34215" y="50008"/>
                    <a:pt x="33017" y="48200"/>
                  </a:cubicBezTo>
                  <a:cubicBezTo>
                    <a:pt x="30734" y="44684"/>
                    <a:pt x="31451" y="40016"/>
                    <a:pt x="34691" y="37351"/>
                  </a:cubicBezTo>
                  <a:cubicBezTo>
                    <a:pt x="42268" y="31317"/>
                    <a:pt x="43520" y="20280"/>
                    <a:pt x="37489" y="12698"/>
                  </a:cubicBezTo>
                  <a:cubicBezTo>
                    <a:pt x="34155" y="8499"/>
                    <a:pt x="29074" y="6054"/>
                    <a:pt x="23713" y="6074"/>
                  </a:cubicBezTo>
                  <a:close/>
                </a:path>
              </a:pathLst>
            </a:custGeom>
            <a:solidFill>
              <a:srgbClr val="0B2750"/>
            </a:solidFill>
            <a:ln w="669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</a:endParaRPr>
            </a:p>
          </p:txBody>
        </p:sp>
        <p:sp>
          <p:nvSpPr>
            <p:cNvPr id="98" name="Freeform 97">
              <a:extLst>
                <a:ext uri="{FF2B5EF4-FFF2-40B4-BE49-F238E27FC236}">
                  <a16:creationId xmlns:a16="http://schemas.microsoft.com/office/drawing/2014/main" id="{4B4C3954-63A2-1C7F-F0C2-CE8C860CC1C9}"/>
                </a:ext>
              </a:extLst>
            </p:cNvPr>
            <p:cNvSpPr/>
            <p:nvPr/>
          </p:nvSpPr>
          <p:spPr>
            <a:xfrm>
              <a:off x="3359181" y="4627082"/>
              <a:ext cx="883607" cy="185773"/>
            </a:xfrm>
            <a:custGeom>
              <a:avLst/>
              <a:gdLst>
                <a:gd name="connsiteX0" fmla="*/ 0 w 883607"/>
                <a:gd name="connsiteY0" fmla="*/ 185774 h 185773"/>
                <a:gd name="connsiteX1" fmla="*/ 883608 w 883607"/>
                <a:gd name="connsiteY1" fmla="*/ 129986 h 185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3607" h="185773">
                  <a:moveTo>
                    <a:pt x="0" y="185774"/>
                  </a:moveTo>
                  <a:cubicBezTo>
                    <a:pt x="244465" y="-39127"/>
                    <a:pt x="612822" y="-62387"/>
                    <a:pt x="883608" y="129986"/>
                  </a:cubicBezTo>
                </a:path>
              </a:pathLst>
            </a:custGeom>
            <a:solidFill>
              <a:srgbClr val="FFFFFF"/>
            </a:solidFill>
            <a:ln w="669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</a:endParaRPr>
            </a:p>
          </p:txBody>
        </p:sp>
        <p:sp>
          <p:nvSpPr>
            <p:cNvPr id="99" name="Freeform 98">
              <a:extLst>
                <a:ext uri="{FF2B5EF4-FFF2-40B4-BE49-F238E27FC236}">
                  <a16:creationId xmlns:a16="http://schemas.microsoft.com/office/drawing/2014/main" id="{7F1B254E-EA67-5E23-546F-33E343058481}"/>
                </a:ext>
              </a:extLst>
            </p:cNvPr>
            <p:cNvSpPr/>
            <p:nvPr/>
          </p:nvSpPr>
          <p:spPr>
            <a:xfrm>
              <a:off x="3355745" y="4623784"/>
              <a:ext cx="890006" cy="192419"/>
            </a:xfrm>
            <a:custGeom>
              <a:avLst/>
              <a:gdLst>
                <a:gd name="connsiteX0" fmla="*/ 3436 w 890006"/>
                <a:gd name="connsiteY0" fmla="*/ 192420 h 192419"/>
                <a:gd name="connsiteX1" fmla="*/ 959 w 890006"/>
                <a:gd name="connsiteY1" fmla="*/ 191281 h 192419"/>
                <a:gd name="connsiteX2" fmla="*/ 959 w 890006"/>
                <a:gd name="connsiteY2" fmla="*/ 186593 h 192419"/>
                <a:gd name="connsiteX3" fmla="*/ 888650 w 890006"/>
                <a:gd name="connsiteY3" fmla="*/ 130537 h 192419"/>
                <a:gd name="connsiteX4" fmla="*/ 889386 w 890006"/>
                <a:gd name="connsiteY4" fmla="*/ 135225 h 192419"/>
                <a:gd name="connsiteX5" fmla="*/ 884767 w 890006"/>
                <a:gd name="connsiteY5" fmla="*/ 135962 h 192419"/>
                <a:gd name="connsiteX6" fmla="*/ 619350 w 890006"/>
                <a:gd name="connsiteY6" fmla="*/ 20836 h 192419"/>
                <a:gd name="connsiteX7" fmla="*/ 5712 w 890006"/>
                <a:gd name="connsiteY7" fmla="*/ 191549 h 192419"/>
                <a:gd name="connsiteX8" fmla="*/ 3436 w 890006"/>
                <a:gd name="connsiteY8" fmla="*/ 192420 h 192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90006" h="192419">
                  <a:moveTo>
                    <a:pt x="3436" y="192420"/>
                  </a:moveTo>
                  <a:cubicBezTo>
                    <a:pt x="2485" y="192400"/>
                    <a:pt x="1588" y="191991"/>
                    <a:pt x="959" y="191281"/>
                  </a:cubicBezTo>
                  <a:cubicBezTo>
                    <a:pt x="-320" y="189982"/>
                    <a:pt x="-320" y="187892"/>
                    <a:pt x="959" y="186593"/>
                  </a:cubicBezTo>
                  <a:cubicBezTo>
                    <a:pt x="246575" y="-39292"/>
                    <a:pt x="616593" y="-62659"/>
                    <a:pt x="888650" y="130537"/>
                  </a:cubicBezTo>
                  <a:cubicBezTo>
                    <a:pt x="890116" y="131649"/>
                    <a:pt x="890444" y="133718"/>
                    <a:pt x="889386" y="135225"/>
                  </a:cubicBezTo>
                  <a:cubicBezTo>
                    <a:pt x="888302" y="136685"/>
                    <a:pt x="886254" y="137013"/>
                    <a:pt x="884767" y="135962"/>
                  </a:cubicBezTo>
                  <a:cubicBezTo>
                    <a:pt x="805343" y="79390"/>
                    <a:pt x="714914" y="40164"/>
                    <a:pt x="619350" y="20836"/>
                  </a:cubicBezTo>
                  <a:cubicBezTo>
                    <a:pt x="399292" y="-23668"/>
                    <a:pt x="171221" y="39782"/>
                    <a:pt x="5712" y="191549"/>
                  </a:cubicBezTo>
                  <a:cubicBezTo>
                    <a:pt x="5076" y="192092"/>
                    <a:pt x="4272" y="192400"/>
                    <a:pt x="3436" y="192420"/>
                  </a:cubicBezTo>
                  <a:close/>
                </a:path>
              </a:pathLst>
            </a:custGeom>
            <a:solidFill>
              <a:srgbClr val="0B2750"/>
            </a:solidFill>
            <a:ln w="669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</a:endParaRPr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5A0E98-653B-59E9-0E99-188F39448EB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0417975-ACFD-E3E2-4FF7-7D406A67164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 dirty="0"/>
              <a:t>Job opportunities are everywhere!</a:t>
            </a:r>
          </a:p>
          <a:p>
            <a:endParaRPr lang="en-US" dirty="0"/>
          </a:p>
        </p:txBody>
      </p:sp>
      <p:sp>
        <p:nvSpPr>
          <p:cNvPr id="6" name="Forma libre 23">
            <a:extLst>
              <a:ext uri="{FF2B5EF4-FFF2-40B4-BE49-F238E27FC236}">
                <a16:creationId xmlns:a16="http://schemas.microsoft.com/office/drawing/2014/main" id="{67FE0991-37DB-5A00-D8E6-A88464362730}"/>
              </a:ext>
            </a:extLst>
          </p:cNvPr>
          <p:cNvSpPr/>
          <p:nvPr/>
        </p:nvSpPr>
        <p:spPr>
          <a:xfrm>
            <a:off x="7442019" y="2190737"/>
            <a:ext cx="2091397" cy="4680910"/>
          </a:xfrm>
          <a:custGeom>
            <a:avLst/>
            <a:gdLst>
              <a:gd name="connsiteX0" fmla="*/ 1046985 w 2091397"/>
              <a:gd name="connsiteY0" fmla="*/ 0 h 4680910"/>
              <a:gd name="connsiteX1" fmla="*/ 2091397 w 2091397"/>
              <a:gd name="connsiteY1" fmla="*/ 1044412 h 4680910"/>
              <a:gd name="connsiteX2" fmla="*/ 2091397 w 2091397"/>
              <a:gd name="connsiteY2" fmla="*/ 4680910 h 4680910"/>
              <a:gd name="connsiteX3" fmla="*/ 0 w 2091397"/>
              <a:gd name="connsiteY3" fmla="*/ 4680910 h 4680910"/>
              <a:gd name="connsiteX4" fmla="*/ 0 w 2091397"/>
              <a:gd name="connsiteY4" fmla="*/ 1044412 h 4680910"/>
              <a:gd name="connsiteX5" fmla="*/ 2573 w 2091397"/>
              <a:gd name="connsiteY5" fmla="*/ 1044412 h 4680910"/>
              <a:gd name="connsiteX6" fmla="*/ 1046985 w 2091397"/>
              <a:gd name="connsiteY6" fmla="*/ 0 h 4680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91397" h="4680910">
                <a:moveTo>
                  <a:pt x="1046985" y="0"/>
                </a:moveTo>
                <a:cubicBezTo>
                  <a:pt x="1623798" y="0"/>
                  <a:pt x="2091397" y="467599"/>
                  <a:pt x="2091397" y="1044412"/>
                </a:cubicBezTo>
                <a:lnTo>
                  <a:pt x="2091397" y="4680910"/>
                </a:lnTo>
                <a:lnTo>
                  <a:pt x="0" y="4680910"/>
                </a:lnTo>
                <a:lnTo>
                  <a:pt x="0" y="1044412"/>
                </a:lnTo>
                <a:lnTo>
                  <a:pt x="2573" y="1044412"/>
                </a:lnTo>
                <a:cubicBezTo>
                  <a:pt x="2573" y="467599"/>
                  <a:pt x="470172" y="0"/>
                  <a:pt x="104698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iscoSansTT Light"/>
              <a:ea typeface="+mn-ea"/>
              <a:cs typeface="+mn-cs"/>
            </a:endParaRPr>
          </a:p>
        </p:txBody>
      </p:sp>
      <p:sp>
        <p:nvSpPr>
          <p:cNvPr id="7" name="Elipse 24">
            <a:extLst>
              <a:ext uri="{FF2B5EF4-FFF2-40B4-BE49-F238E27FC236}">
                <a16:creationId xmlns:a16="http://schemas.microsoft.com/office/drawing/2014/main" id="{695D9B92-FCE6-6ACD-8ACA-391AA0B90C78}"/>
              </a:ext>
            </a:extLst>
          </p:cNvPr>
          <p:cNvSpPr/>
          <p:nvPr/>
        </p:nvSpPr>
        <p:spPr>
          <a:xfrm>
            <a:off x="7523290" y="2282091"/>
            <a:ext cx="1928853" cy="192885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iscoSansTT Light"/>
              <a:ea typeface="+mn-ea"/>
              <a:cs typeface="+mn-cs"/>
            </a:endParaRPr>
          </a:p>
        </p:txBody>
      </p:sp>
      <p:sp>
        <p:nvSpPr>
          <p:cNvPr id="8" name="Forma libre 25">
            <a:extLst>
              <a:ext uri="{FF2B5EF4-FFF2-40B4-BE49-F238E27FC236}">
                <a16:creationId xmlns:a16="http://schemas.microsoft.com/office/drawing/2014/main" id="{6A3BFA8E-14E0-49F4-197F-E5092EA0B7C0}"/>
              </a:ext>
            </a:extLst>
          </p:cNvPr>
          <p:cNvSpPr/>
          <p:nvPr/>
        </p:nvSpPr>
        <p:spPr>
          <a:xfrm>
            <a:off x="9816730" y="2190737"/>
            <a:ext cx="2091397" cy="4680910"/>
          </a:xfrm>
          <a:custGeom>
            <a:avLst/>
            <a:gdLst>
              <a:gd name="connsiteX0" fmla="*/ 1046985 w 2091397"/>
              <a:gd name="connsiteY0" fmla="*/ 0 h 4680910"/>
              <a:gd name="connsiteX1" fmla="*/ 2091397 w 2091397"/>
              <a:gd name="connsiteY1" fmla="*/ 1044412 h 4680910"/>
              <a:gd name="connsiteX2" fmla="*/ 2091397 w 2091397"/>
              <a:gd name="connsiteY2" fmla="*/ 4680910 h 4680910"/>
              <a:gd name="connsiteX3" fmla="*/ 0 w 2091397"/>
              <a:gd name="connsiteY3" fmla="*/ 4680910 h 4680910"/>
              <a:gd name="connsiteX4" fmla="*/ 0 w 2091397"/>
              <a:gd name="connsiteY4" fmla="*/ 1044412 h 4680910"/>
              <a:gd name="connsiteX5" fmla="*/ 2573 w 2091397"/>
              <a:gd name="connsiteY5" fmla="*/ 1044412 h 4680910"/>
              <a:gd name="connsiteX6" fmla="*/ 1046985 w 2091397"/>
              <a:gd name="connsiteY6" fmla="*/ 0 h 4680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91397" h="4680910">
                <a:moveTo>
                  <a:pt x="1046985" y="0"/>
                </a:moveTo>
                <a:cubicBezTo>
                  <a:pt x="1623798" y="0"/>
                  <a:pt x="2091397" y="467599"/>
                  <a:pt x="2091397" y="1044412"/>
                </a:cubicBezTo>
                <a:lnTo>
                  <a:pt x="2091397" y="4680910"/>
                </a:lnTo>
                <a:lnTo>
                  <a:pt x="0" y="4680910"/>
                </a:lnTo>
                <a:lnTo>
                  <a:pt x="0" y="1044412"/>
                </a:lnTo>
                <a:lnTo>
                  <a:pt x="2573" y="1044412"/>
                </a:lnTo>
                <a:cubicBezTo>
                  <a:pt x="2573" y="467599"/>
                  <a:pt x="470172" y="0"/>
                  <a:pt x="104698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iscoSansTT Light"/>
              <a:ea typeface="+mn-ea"/>
              <a:cs typeface="+mn-cs"/>
            </a:endParaRPr>
          </a:p>
        </p:txBody>
      </p:sp>
      <p:sp>
        <p:nvSpPr>
          <p:cNvPr id="9" name="Elipse 26">
            <a:extLst>
              <a:ext uri="{FF2B5EF4-FFF2-40B4-BE49-F238E27FC236}">
                <a16:creationId xmlns:a16="http://schemas.microsoft.com/office/drawing/2014/main" id="{10D9BEA6-7567-5ECA-61B6-AA0DFBD79913}"/>
              </a:ext>
            </a:extLst>
          </p:cNvPr>
          <p:cNvSpPr/>
          <p:nvPr/>
        </p:nvSpPr>
        <p:spPr>
          <a:xfrm>
            <a:off x="9898001" y="2282091"/>
            <a:ext cx="1928853" cy="192885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iscoSansTT Light"/>
              <a:ea typeface="+mn-ea"/>
              <a:cs typeface="+mn-cs"/>
            </a:endParaRPr>
          </a:p>
        </p:txBody>
      </p:sp>
      <p:sp>
        <p:nvSpPr>
          <p:cNvPr id="10" name="Marcador de texto 15">
            <a:extLst>
              <a:ext uri="{FF2B5EF4-FFF2-40B4-BE49-F238E27FC236}">
                <a16:creationId xmlns:a16="http://schemas.microsoft.com/office/drawing/2014/main" id="{EBE55CB2-2310-30D9-6EEE-8EC1AFCDC37B}"/>
              </a:ext>
            </a:extLst>
          </p:cNvPr>
          <p:cNvSpPr txBox="1">
            <a:spLocks/>
          </p:cNvSpPr>
          <p:nvPr/>
        </p:nvSpPr>
        <p:spPr>
          <a:xfrm>
            <a:off x="7636220" y="2745720"/>
            <a:ext cx="1739792" cy="874556"/>
          </a:xfrm>
          <a:prstGeom prst="rect">
            <a:avLst/>
          </a:prstGeom>
        </p:spPr>
        <p:txBody>
          <a:bodyPr/>
          <a:lstStyle>
            <a:lvl1pPr marL="226482" indent="-226482" algn="l" defTabSz="912276" rtl="0" eaLnBrk="1" fontAlgn="base" hangingPunct="1">
              <a:lnSpc>
                <a:spcPct val="95000"/>
              </a:lnSpc>
              <a:spcBef>
                <a:spcPts val="1433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Arial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1pPr>
            <a:lvl2pPr marL="478363" indent="-287865" algn="l" defTabSz="912276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•"/>
              <a:defRPr lang="en-US" sz="1867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2pPr>
            <a:lvl3pPr marL="575728" indent="-226482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Font typeface="Arial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3pPr>
            <a:lvl4pPr marL="670978" indent="-226482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Font typeface="Arial" charset="0"/>
              <a:buChar char="•"/>
              <a:defRPr lang="en-US" sz="1467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4pPr>
            <a:lvl5pPr marL="766228" indent="-226482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Font typeface="Arial" charset="0"/>
              <a:buChar char="•"/>
              <a:defRPr lang="en-US" sz="1467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1151798" indent="-228592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7781" indent="-228561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067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67" indent="0" algn="l" defTabSz="914362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38" indent="-228592" algn="l" defTabSz="914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2276" rtl="0" eaLnBrk="1" fontAlgn="base" latinLnBrk="0" hangingPunct="1">
              <a:lnSpc>
                <a:spcPct val="95000"/>
              </a:lnSpc>
              <a:spcBef>
                <a:spcPts val="1433"/>
              </a:spcBef>
              <a:spcAft>
                <a:spcPct val="0"/>
              </a:spcAft>
              <a:buClr>
                <a:srgbClr val="0051AF"/>
              </a:buClr>
              <a:buSzPct val="90000"/>
              <a:buFont typeface="Arial" charset="0"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0D274D"/>
                </a:solidFill>
                <a:effectLst/>
                <a:uLnTx/>
                <a:uFillTx/>
                <a:latin typeface="CiscoSansTT" panose="020B0503020201020303" pitchFamily="34" charset="0"/>
                <a:ea typeface="ＭＳ Ｐゴシック" charset="0"/>
                <a:cs typeface="CiscoSansTT" panose="020B0503020201020303" pitchFamily="34" charset="0"/>
              </a:rPr>
              <a:t>89%</a:t>
            </a:r>
          </a:p>
        </p:txBody>
      </p:sp>
      <p:sp>
        <p:nvSpPr>
          <p:cNvPr id="12" name="Marcador de texto 19">
            <a:extLst>
              <a:ext uri="{FF2B5EF4-FFF2-40B4-BE49-F238E27FC236}">
                <a16:creationId xmlns:a16="http://schemas.microsoft.com/office/drawing/2014/main" id="{ABD2879D-5423-CF17-0A62-6576A9739B56}"/>
              </a:ext>
            </a:extLst>
          </p:cNvPr>
          <p:cNvSpPr txBox="1">
            <a:spLocks/>
          </p:cNvSpPr>
          <p:nvPr/>
        </p:nvSpPr>
        <p:spPr>
          <a:xfrm>
            <a:off x="7597215" y="4503896"/>
            <a:ext cx="1854928" cy="1534772"/>
          </a:xfrm>
          <a:prstGeom prst="rect">
            <a:avLst/>
          </a:prstGeom>
        </p:spPr>
        <p:txBody>
          <a:bodyPr/>
          <a:lstStyle>
            <a:lvl1pPr marL="226482" indent="-226482" algn="l" defTabSz="912276" rtl="0" eaLnBrk="1" fontAlgn="base" hangingPunct="1">
              <a:lnSpc>
                <a:spcPct val="95000"/>
              </a:lnSpc>
              <a:spcBef>
                <a:spcPts val="1433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Arial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1pPr>
            <a:lvl2pPr marL="478363" indent="-287865" algn="l" defTabSz="912276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•"/>
              <a:defRPr lang="en-US" sz="1867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2pPr>
            <a:lvl3pPr marL="575728" indent="-226482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Font typeface="Arial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3pPr>
            <a:lvl4pPr marL="670978" indent="-226482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Font typeface="Arial" charset="0"/>
              <a:buChar char="•"/>
              <a:defRPr lang="en-US" sz="1467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4pPr>
            <a:lvl5pPr marL="766228" indent="-226482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Font typeface="Arial" charset="0"/>
              <a:buChar char="•"/>
              <a:defRPr lang="en-US" sz="1467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1151798" indent="-228592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7781" indent="-228561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067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67" indent="0" algn="l" defTabSz="914362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38" indent="-228592" algn="l" defTabSz="914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2276" rtl="0" eaLnBrk="1" fontAlgn="base" latinLnBrk="0" hangingPunct="1">
              <a:lnSpc>
                <a:spcPct val="95000"/>
              </a:lnSpc>
              <a:spcBef>
                <a:spcPts val="1433"/>
              </a:spcBef>
              <a:spcAft>
                <a:spcPct val="0"/>
              </a:spcAft>
              <a:buClr>
                <a:srgbClr val="0051AF"/>
              </a:buClr>
              <a:buSzPct val="90000"/>
              <a:buFont typeface="Arial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ＭＳ Ｐゴシック" charset="0"/>
                <a:cs typeface="CiscoSans"/>
              </a:rPr>
              <a:t>In 2018, 89% 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ＭＳ Ｐゴシック" charset="0"/>
                <a:cs typeface="CiscoSan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ＭＳ Ｐゴシック" charset="0"/>
                <a:cs typeface="CiscoSans"/>
              </a:rPr>
              <a:t>of all online IT job openings were in non-tech companies</a:t>
            </a: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iscoSansTT Light"/>
              <a:ea typeface="ＭＳ Ｐゴシック" charset="0"/>
              <a:cs typeface="CiscoSans"/>
            </a:endParaRPr>
          </a:p>
        </p:txBody>
      </p:sp>
      <p:sp>
        <p:nvSpPr>
          <p:cNvPr id="13" name="Marcador de texto 20">
            <a:extLst>
              <a:ext uri="{FF2B5EF4-FFF2-40B4-BE49-F238E27FC236}">
                <a16:creationId xmlns:a16="http://schemas.microsoft.com/office/drawing/2014/main" id="{405533E8-6165-FB39-DFE1-381CC1DDF7CA}"/>
              </a:ext>
            </a:extLst>
          </p:cNvPr>
          <p:cNvSpPr txBox="1">
            <a:spLocks/>
          </p:cNvSpPr>
          <p:nvPr/>
        </p:nvSpPr>
        <p:spPr>
          <a:xfrm>
            <a:off x="10023590" y="4503896"/>
            <a:ext cx="1868577" cy="1534772"/>
          </a:xfrm>
          <a:prstGeom prst="rect">
            <a:avLst/>
          </a:prstGeom>
        </p:spPr>
        <p:txBody>
          <a:bodyPr/>
          <a:lstStyle>
            <a:lvl1pPr marL="226482" indent="-226482" algn="l" defTabSz="912276" rtl="0" eaLnBrk="1" fontAlgn="base" hangingPunct="1">
              <a:lnSpc>
                <a:spcPct val="95000"/>
              </a:lnSpc>
              <a:spcBef>
                <a:spcPts val="1433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Arial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1pPr>
            <a:lvl2pPr marL="478363" indent="-287865" algn="l" defTabSz="912276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•"/>
              <a:defRPr lang="en-US" sz="1867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2pPr>
            <a:lvl3pPr marL="575728" indent="-226482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Font typeface="Arial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3pPr>
            <a:lvl4pPr marL="670978" indent="-226482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Font typeface="Arial" charset="0"/>
              <a:buChar char="•"/>
              <a:defRPr lang="en-US" sz="1467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4pPr>
            <a:lvl5pPr marL="766228" indent="-226482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Font typeface="Arial" charset="0"/>
              <a:buChar char="•"/>
              <a:defRPr lang="en-US" sz="1467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1151798" indent="-228592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7781" indent="-228561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067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67" indent="0" algn="l" defTabSz="914362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38" indent="-228592" algn="l" defTabSz="914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2276" rtl="0" eaLnBrk="1" fontAlgn="base" latinLnBrk="0" hangingPunct="1">
              <a:lnSpc>
                <a:spcPct val="95000"/>
              </a:lnSpc>
              <a:spcBef>
                <a:spcPts val="1433"/>
              </a:spcBef>
              <a:spcAft>
                <a:spcPct val="0"/>
              </a:spcAft>
              <a:buClr>
                <a:srgbClr val="0051AF"/>
              </a:buClr>
              <a:buSzPct val="90000"/>
              <a:buFont typeface="Arial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ＭＳ Ｐゴシック" charset="0"/>
                <a:cs typeface="CiscoSans"/>
              </a:rPr>
              <a:t>IT job growth outside the 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ＭＳ Ｐゴシック" charset="0"/>
                <a:cs typeface="CiscoSan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ＭＳ Ｐゴシック" charset="0"/>
                <a:cs typeface="CiscoSans"/>
              </a:rPr>
              <a:t>tech sector jumped up to 65% from 2013-2018</a:t>
            </a: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iscoSansTT Light"/>
              <a:ea typeface="ＭＳ Ｐゴシック" charset="0"/>
              <a:cs typeface="CiscoSans"/>
            </a:endParaRPr>
          </a:p>
        </p:txBody>
      </p:sp>
      <p:sp>
        <p:nvSpPr>
          <p:cNvPr id="14" name="Marcador de texto 15">
            <a:extLst>
              <a:ext uri="{FF2B5EF4-FFF2-40B4-BE49-F238E27FC236}">
                <a16:creationId xmlns:a16="http://schemas.microsoft.com/office/drawing/2014/main" id="{C6FCEADD-A40E-A581-2697-7432DB578263}"/>
              </a:ext>
            </a:extLst>
          </p:cNvPr>
          <p:cNvSpPr txBox="1">
            <a:spLocks/>
          </p:cNvSpPr>
          <p:nvPr/>
        </p:nvSpPr>
        <p:spPr>
          <a:xfrm>
            <a:off x="10023590" y="2804765"/>
            <a:ext cx="1739792" cy="874556"/>
          </a:xfrm>
          <a:prstGeom prst="rect">
            <a:avLst/>
          </a:prstGeom>
        </p:spPr>
        <p:txBody>
          <a:bodyPr/>
          <a:lstStyle>
            <a:lvl1pPr marL="226482" indent="-226482" algn="l" defTabSz="912276" rtl="0" eaLnBrk="1" fontAlgn="base" hangingPunct="1">
              <a:lnSpc>
                <a:spcPct val="95000"/>
              </a:lnSpc>
              <a:spcBef>
                <a:spcPts val="1433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Arial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1pPr>
            <a:lvl2pPr marL="478363" indent="-287865" algn="l" defTabSz="912276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•"/>
              <a:defRPr lang="en-US" sz="1867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2pPr>
            <a:lvl3pPr marL="575728" indent="-226482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Font typeface="Arial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3pPr>
            <a:lvl4pPr marL="670978" indent="-226482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Font typeface="Arial" charset="0"/>
              <a:buChar char="•"/>
              <a:defRPr lang="en-US" sz="1467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4pPr>
            <a:lvl5pPr marL="766228" indent="-226482" algn="l" defTabSz="912276" rtl="0" eaLnBrk="1" fontAlgn="base" hangingPunct="1">
              <a:lnSpc>
                <a:spcPct val="95000"/>
              </a:lnSpc>
              <a:spcBef>
                <a:spcPts val="833"/>
              </a:spcBef>
              <a:spcAft>
                <a:spcPct val="0"/>
              </a:spcAft>
              <a:buFont typeface="Arial" charset="0"/>
              <a:buChar char="•"/>
              <a:defRPr lang="en-US" sz="1467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1151798" indent="-228592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7781" indent="-228561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067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67" indent="0" algn="l" defTabSz="914362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38" indent="-228592" algn="l" defTabSz="914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2276" rtl="0" eaLnBrk="1" fontAlgn="base" latinLnBrk="0" hangingPunct="1">
              <a:lnSpc>
                <a:spcPct val="95000"/>
              </a:lnSpc>
              <a:spcBef>
                <a:spcPts val="1433"/>
              </a:spcBef>
              <a:spcAft>
                <a:spcPct val="0"/>
              </a:spcAft>
              <a:buClr>
                <a:srgbClr val="0051AF"/>
              </a:buClr>
              <a:buSzPct val="90000"/>
              <a:buFont typeface="Arial" charset="0"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0D274D"/>
                </a:solidFill>
                <a:effectLst/>
                <a:uLnTx/>
                <a:uFillTx/>
                <a:latin typeface="CiscoSansTT" panose="020B0503020201020303" pitchFamily="34" charset="0"/>
                <a:ea typeface="ＭＳ Ｐゴシック" charset="0"/>
                <a:cs typeface="CiscoSansTT" panose="020B0503020201020303" pitchFamily="34" charset="0"/>
              </a:rPr>
              <a:t>65%</a:t>
            </a:r>
          </a:p>
        </p:txBody>
      </p:sp>
    </p:spTree>
    <p:extLst>
      <p:ext uri="{BB962C8B-B14F-4D97-AF65-F5344CB8AC3E}">
        <p14:creationId xmlns:p14="http://schemas.microsoft.com/office/powerpoint/2010/main" val="4129676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>
            <a:extLst>
              <a:ext uri="{FF2B5EF4-FFF2-40B4-BE49-F238E27FC236}">
                <a16:creationId xmlns:a16="http://schemas.microsoft.com/office/drawing/2014/main" id="{621B7DE3-8ECA-526F-A76F-E198C35F5471}"/>
              </a:ext>
            </a:extLst>
          </p:cNvPr>
          <p:cNvSpPr txBox="1"/>
          <p:nvPr/>
        </p:nvSpPr>
        <p:spPr>
          <a:xfrm>
            <a:off x="6170350" y="1382405"/>
            <a:ext cx="5176176" cy="446146"/>
          </a:xfrm>
          <a:prstGeom prst="round2SameRect">
            <a:avLst/>
          </a:prstGeom>
          <a:solidFill>
            <a:schemeClr val="accent1"/>
          </a:solidFill>
        </p:spPr>
        <p:txBody>
          <a:bodyPr wrap="none" rtlCol="0">
            <a:noAutofit/>
          </a:bodyPr>
          <a:lstStyle/>
          <a:p>
            <a:pPr marL="0" marR="0" lvl="0" indent="0" algn="ctr" defTabSz="6095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D274D"/>
                </a:solidFill>
                <a:effectLst/>
                <a:uLnTx/>
                <a:uFillTx/>
                <a:latin typeface="CiscoSansTT Light"/>
                <a:ea typeface="ＭＳ Ｐゴシック" charset="0"/>
                <a:cs typeface="+mn-cs"/>
                <a:sym typeface="Helvetica"/>
              </a:rPr>
              <a:t>Defensive security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D164BB4-CEC3-DCA8-1FAA-B2E6FF2611AD}"/>
              </a:ext>
            </a:extLst>
          </p:cNvPr>
          <p:cNvSpPr txBox="1"/>
          <p:nvPr/>
        </p:nvSpPr>
        <p:spPr>
          <a:xfrm>
            <a:off x="3456860" y="1382405"/>
            <a:ext cx="2477258" cy="446146"/>
          </a:xfrm>
          <a:prstGeom prst="round2SameRect">
            <a:avLst/>
          </a:prstGeom>
          <a:solidFill>
            <a:schemeClr val="accent6"/>
          </a:solidFill>
        </p:spPr>
        <p:txBody>
          <a:bodyPr wrap="none" rtlCol="0">
            <a:noAutofit/>
          </a:bodyPr>
          <a:lstStyle/>
          <a:p>
            <a:pPr marL="0" marR="0" lvl="0" indent="0" algn="ctr" defTabSz="6095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ＭＳ Ｐゴシック" charset="0"/>
                <a:cs typeface="+mn-cs"/>
                <a:sym typeface="Helvetica"/>
              </a:rPr>
              <a:t>Offensive security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8FEF8EE5-B67C-7A6A-AB2C-E560F85B79CE}"/>
              </a:ext>
            </a:extLst>
          </p:cNvPr>
          <p:cNvSpPr/>
          <p:nvPr/>
        </p:nvSpPr>
        <p:spPr>
          <a:xfrm>
            <a:off x="620486" y="1828551"/>
            <a:ext cx="10951028" cy="2036543"/>
          </a:xfrm>
          <a:prstGeom prst="roundRect">
            <a:avLst>
              <a:gd name="adj" fmla="val 5592"/>
            </a:avLst>
          </a:prstGeom>
          <a:noFill/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iscoSansTT Light"/>
              <a:ea typeface="+mn-ea"/>
              <a:cs typeface="+mn-cs"/>
              <a:sym typeface="Helvetica"/>
            </a:endParaRP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595682B9-4C82-BA06-C231-34D7F3B65E51}"/>
              </a:ext>
            </a:extLst>
          </p:cNvPr>
          <p:cNvSpPr/>
          <p:nvPr/>
        </p:nvSpPr>
        <p:spPr>
          <a:xfrm>
            <a:off x="620486" y="4092779"/>
            <a:ext cx="10951028" cy="2036543"/>
          </a:xfrm>
          <a:prstGeom prst="roundRect">
            <a:avLst>
              <a:gd name="adj" fmla="val 5592"/>
            </a:avLst>
          </a:prstGeom>
          <a:noFill/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iscoSansTT Light"/>
              <a:ea typeface="+mn-ea"/>
              <a:cs typeface="+mn-cs"/>
              <a:sym typeface="Helvetica"/>
            </a:endParaRP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2423A23B-DA5B-BF3E-F11D-E2F0BEDAA5BF}"/>
              </a:ext>
            </a:extLst>
          </p:cNvPr>
          <p:cNvGrpSpPr/>
          <p:nvPr/>
        </p:nvGrpSpPr>
        <p:grpSpPr>
          <a:xfrm>
            <a:off x="4521320" y="3455894"/>
            <a:ext cx="5765681" cy="2213083"/>
            <a:chOff x="4521320" y="3523129"/>
            <a:chExt cx="5765681" cy="2213083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F94A48D7-C5DC-F752-8A53-161FDC5AF0F9}"/>
                </a:ext>
              </a:extLst>
            </p:cNvPr>
            <p:cNvSpPr/>
            <p:nvPr/>
          </p:nvSpPr>
          <p:spPr>
            <a:xfrm>
              <a:off x="4521320" y="3523129"/>
              <a:ext cx="346516" cy="221308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C2956E35-1C09-D997-1094-06D0BA1EF88F}"/>
                </a:ext>
              </a:extLst>
            </p:cNvPr>
            <p:cNvSpPr/>
            <p:nvPr/>
          </p:nvSpPr>
          <p:spPr>
            <a:xfrm>
              <a:off x="7230902" y="3523129"/>
              <a:ext cx="346516" cy="221308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78A8AC6E-2C7A-524D-7956-267AACCFA06E}"/>
                </a:ext>
              </a:extLst>
            </p:cNvPr>
            <p:cNvSpPr/>
            <p:nvPr/>
          </p:nvSpPr>
          <p:spPr>
            <a:xfrm>
              <a:off x="9940485" y="3523129"/>
              <a:ext cx="346516" cy="221308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  <a:sym typeface="Helvetica"/>
              </a:endParaRPr>
            </a:p>
          </p:txBody>
        </p:sp>
      </p:grp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2AEC2B2-8D7B-A454-94D2-D6F1E9BD42E0}"/>
              </a:ext>
            </a:extLst>
          </p:cNvPr>
          <p:cNvSpPr/>
          <p:nvPr/>
        </p:nvSpPr>
        <p:spPr>
          <a:xfrm>
            <a:off x="3456861" y="5507583"/>
            <a:ext cx="7888536" cy="462282"/>
          </a:xfrm>
          <a:prstGeom prst="roundRect">
            <a:avLst/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</a:ln>
        </p:spPr>
        <p:txBody>
          <a:bodyPr wrap="none" rtlCol="0">
            <a:noAutofit/>
          </a:bodyPr>
          <a:lstStyle/>
          <a:p>
            <a:pPr marL="0" marR="0" lvl="0" indent="0" algn="ctr" defTabSz="6095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ＭＳ Ｐゴシック" charset="0"/>
                <a:cs typeface="+mn-cs"/>
                <a:sym typeface="Helvetica"/>
              </a:rPr>
              <a:t>Junior Cybersecurity Analyst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7442C43-E49F-1C45-5363-C0BA04A2E8F8}"/>
              </a:ext>
            </a:extLst>
          </p:cNvPr>
          <p:cNvSpPr/>
          <p:nvPr/>
        </p:nvSpPr>
        <p:spPr>
          <a:xfrm>
            <a:off x="8869268" y="2438401"/>
            <a:ext cx="2476137" cy="822960"/>
          </a:xfrm>
          <a:prstGeom prst="roundRect">
            <a:avLst>
              <a:gd name="adj" fmla="val 10570"/>
            </a:avLst>
          </a:prstGeom>
          <a:solidFill>
            <a:schemeClr val="accent1">
              <a:alpha val="20000"/>
            </a:schemeClr>
          </a:solidFill>
          <a:ln w="1270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  <a:sym typeface="Helvetica"/>
              </a:rPr>
              <a:t>Network Security </a:t>
            </a:r>
            <a:b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  <a:sym typeface="Helvetica"/>
              </a:rPr>
            </a:b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  <a:sym typeface="Helvetica"/>
              </a:rPr>
              <a:t>Architect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C1D851A-2D2C-E691-6A79-6E19551C2C25}"/>
              </a:ext>
            </a:extLst>
          </p:cNvPr>
          <p:cNvSpPr/>
          <p:nvPr/>
        </p:nvSpPr>
        <p:spPr>
          <a:xfrm>
            <a:off x="6170350" y="2438401"/>
            <a:ext cx="2469283" cy="822960"/>
          </a:xfrm>
          <a:prstGeom prst="roundRect">
            <a:avLst>
              <a:gd name="adj" fmla="val 11247"/>
            </a:avLst>
          </a:prstGeom>
          <a:solidFill>
            <a:schemeClr val="tx2">
              <a:alpha val="20000"/>
            </a:schemeClr>
          </a:solidFill>
          <a:ln w="12700">
            <a:solidFill>
              <a:schemeClr val="tx2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  <a:sym typeface="Helvetica"/>
              </a:rPr>
              <a:t>Security Operations </a:t>
            </a:r>
            <a:b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  <a:sym typeface="Helvetica"/>
              </a:rPr>
            </a:b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  <a:sym typeface="Helvetica"/>
              </a:rPr>
              <a:t>Center (SOC)</a:t>
            </a:r>
            <a:b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  <a:sym typeface="Helvetica"/>
              </a:rPr>
            </a:b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  <a:sym typeface="Helvetica"/>
              </a:rPr>
              <a:t>Analyst Level 2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2B2ABD6-4466-17BB-9AF6-F4B046B26395}"/>
              </a:ext>
            </a:extLst>
          </p:cNvPr>
          <p:cNvSpPr/>
          <p:nvPr/>
        </p:nvSpPr>
        <p:spPr>
          <a:xfrm>
            <a:off x="3456859" y="2438401"/>
            <a:ext cx="2476999" cy="822960"/>
          </a:xfrm>
          <a:prstGeom prst="roundRect">
            <a:avLst>
              <a:gd name="adj" fmla="val 9892"/>
            </a:avLst>
          </a:prstGeom>
          <a:solidFill>
            <a:schemeClr val="accent6">
              <a:alpha val="15000"/>
            </a:schemeClr>
          </a:solidFill>
          <a:ln w="12700"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  <a:sym typeface="Helvetica"/>
              </a:rPr>
              <a:t>Vulnerability Assessment </a:t>
            </a:r>
            <a:b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  <a:sym typeface="Helvetica"/>
              </a:rPr>
            </a:b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  <a:sym typeface="Helvetica"/>
              </a:rPr>
              <a:t>and Penetration Testing Manager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734F5E3-903E-0EBA-07C4-9A2D7B634D24}"/>
              </a:ext>
            </a:extLst>
          </p:cNvPr>
          <p:cNvSpPr txBox="1"/>
          <p:nvPr/>
        </p:nvSpPr>
        <p:spPr>
          <a:xfrm>
            <a:off x="1572572" y="5584836"/>
            <a:ext cx="1679125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defTabSz="914377" fontAlgn="auto">
              <a:spcBef>
                <a:spcPts val="0"/>
              </a:spcBef>
              <a:spcAft>
                <a:spcPts val="0"/>
              </a:spcAft>
              <a:defRPr sz="1400" b="1">
                <a:latin typeface="CiscoSansTT ExtraLight"/>
                <a:ea typeface="+mn-ea"/>
                <a:cs typeface="+mn-cs"/>
              </a:defRPr>
            </a:lvl1pPr>
          </a:lstStyle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ExtraLight"/>
                <a:ea typeface="+mn-ea"/>
                <a:cs typeface="+mn-cs"/>
                <a:sym typeface="Helvetica"/>
              </a:rPr>
              <a:t>Entry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0D4A78C-1366-B2BD-0A20-B63B4653F21D}"/>
              </a:ext>
            </a:extLst>
          </p:cNvPr>
          <p:cNvSpPr txBox="1"/>
          <p:nvPr/>
        </p:nvSpPr>
        <p:spPr>
          <a:xfrm>
            <a:off x="1733441" y="2695993"/>
            <a:ext cx="151825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ExtraLight"/>
                <a:ea typeface="ＭＳ Ｐゴシック" charset="0"/>
                <a:cs typeface="+mn-cs"/>
                <a:sym typeface="Helvetica"/>
              </a:rPr>
              <a:t>Professional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8E4E8E0-465F-E80B-E4B0-1007D7184672}"/>
              </a:ext>
            </a:extLst>
          </p:cNvPr>
          <p:cNvSpPr/>
          <p:nvPr/>
        </p:nvSpPr>
        <p:spPr>
          <a:xfrm>
            <a:off x="8869267" y="4369436"/>
            <a:ext cx="2476129" cy="822960"/>
          </a:xfrm>
          <a:prstGeom prst="roundRect">
            <a:avLst>
              <a:gd name="adj" fmla="val 9214"/>
            </a:avLst>
          </a:prstGeom>
          <a:solidFill>
            <a:schemeClr val="accent1">
              <a:alpha val="20000"/>
            </a:schemeClr>
          </a:solidFill>
          <a:ln w="1270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  <a:sym typeface="Helvetica"/>
              </a:rPr>
              <a:t>Network Firewall </a:t>
            </a:r>
            <a:b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  <a:sym typeface="Helvetica"/>
              </a:rPr>
            </a:b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  <a:sym typeface="Helvetica"/>
              </a:rPr>
              <a:t>Security Engineer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3490F86-9D5A-4DB8-088F-125B1124DFFD}"/>
              </a:ext>
            </a:extLst>
          </p:cNvPr>
          <p:cNvSpPr/>
          <p:nvPr/>
        </p:nvSpPr>
        <p:spPr>
          <a:xfrm>
            <a:off x="3456860" y="4369436"/>
            <a:ext cx="2476999" cy="822960"/>
          </a:xfrm>
          <a:prstGeom prst="roundRect">
            <a:avLst>
              <a:gd name="adj" fmla="val 10570"/>
            </a:avLst>
          </a:prstGeom>
          <a:solidFill>
            <a:schemeClr val="accent6">
              <a:alpha val="15000"/>
            </a:schemeClr>
          </a:solidFill>
          <a:ln w="12700"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  <a:sym typeface="Helvetica"/>
              </a:rPr>
              <a:t>Ethical Hacker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B31DAF1-A509-35E9-DD83-AFCBA4D33734}"/>
              </a:ext>
            </a:extLst>
          </p:cNvPr>
          <p:cNvSpPr/>
          <p:nvPr/>
        </p:nvSpPr>
        <p:spPr>
          <a:xfrm>
            <a:off x="6170350" y="4369436"/>
            <a:ext cx="2516651" cy="822960"/>
          </a:xfrm>
          <a:prstGeom prst="roundRect">
            <a:avLst>
              <a:gd name="adj" fmla="val 11924"/>
            </a:avLst>
          </a:prstGeom>
          <a:solidFill>
            <a:schemeClr val="tx2">
              <a:alpha val="20000"/>
            </a:schemeClr>
          </a:solidFill>
          <a:ln w="12700">
            <a:solidFill>
              <a:schemeClr val="tx2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  <a:sym typeface="Helvetica"/>
              </a:rPr>
              <a:t>Security Operations </a:t>
            </a:r>
            <a:b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  <a:sym typeface="Helvetica"/>
              </a:rPr>
            </a:b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  <a:sym typeface="Helvetica"/>
              </a:rPr>
              <a:t>Center (SOC) </a:t>
            </a:r>
            <a:b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  <a:sym typeface="Helvetica"/>
              </a:rPr>
            </a:b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  <a:sym typeface="Helvetica"/>
              </a:rPr>
              <a:t>Analyst Level 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F6A939B-6636-3A03-6320-158C2769E48F}"/>
              </a:ext>
            </a:extLst>
          </p:cNvPr>
          <p:cNvSpPr txBox="1"/>
          <p:nvPr/>
        </p:nvSpPr>
        <p:spPr>
          <a:xfrm>
            <a:off x="1595550" y="4627028"/>
            <a:ext cx="1656147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defTabSz="914377" fontAlgn="auto">
              <a:spcBef>
                <a:spcPts val="0"/>
              </a:spcBef>
              <a:spcAft>
                <a:spcPts val="0"/>
              </a:spcAft>
              <a:defRPr sz="1400" b="1">
                <a:latin typeface="CiscoSansTT ExtraLight"/>
                <a:ea typeface="+mn-ea"/>
                <a:cs typeface="+mn-cs"/>
              </a:defRPr>
            </a:lvl1pPr>
          </a:lstStyle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ExtraLight"/>
                <a:ea typeface="+mn-ea"/>
                <a:cs typeface="+mn-cs"/>
                <a:sym typeface="Helvetica"/>
              </a:rPr>
              <a:t>Associate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6F6FC29-9237-A163-5B85-7074079FF54B}"/>
              </a:ext>
            </a:extLst>
          </p:cNvPr>
          <p:cNvSpPr txBox="1"/>
          <p:nvPr/>
        </p:nvSpPr>
        <p:spPr>
          <a:xfrm>
            <a:off x="735376" y="1956369"/>
            <a:ext cx="29004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BCEB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  <a:cs typeface="CiscoSansTT Medium" panose="020B0503020201020303" pitchFamily="34" charset="0"/>
                <a:sym typeface="Helvetica"/>
              </a:rPr>
              <a:t>Cisco Learning &amp; Certifications or Partners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BDD2A98-54B7-5044-985A-22473CCCB5E8}"/>
              </a:ext>
            </a:extLst>
          </p:cNvPr>
          <p:cNvGrpSpPr/>
          <p:nvPr/>
        </p:nvGrpSpPr>
        <p:grpSpPr>
          <a:xfrm>
            <a:off x="7969725" y="4488496"/>
            <a:ext cx="625548" cy="623370"/>
            <a:chOff x="12989825" y="3521103"/>
            <a:chExt cx="625548" cy="623370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7385C90F-D844-BD7D-EA14-93E3EEFDB55B}"/>
                </a:ext>
              </a:extLst>
            </p:cNvPr>
            <p:cNvSpPr/>
            <p:nvPr/>
          </p:nvSpPr>
          <p:spPr>
            <a:xfrm>
              <a:off x="12989825" y="3521103"/>
              <a:ext cx="625548" cy="623370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  <a:sym typeface="Helvetica"/>
              </a:endParaRPr>
            </a:p>
          </p:txBody>
        </p:sp>
        <p:pic>
          <p:nvPicPr>
            <p:cNvPr id="2062" name="Picture 14">
              <a:extLst>
                <a:ext uri="{FF2B5EF4-FFF2-40B4-BE49-F238E27FC236}">
                  <a16:creationId xmlns:a16="http://schemas.microsoft.com/office/drawing/2014/main" id="{E14F73B9-1A10-4C5D-686F-17C1CCE997C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13022396" y="3573973"/>
              <a:ext cx="560406" cy="560406"/>
            </a:xfrm>
            <a:prstGeom prst="flowChartConnector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C36E788C-FCDD-5913-EAD0-397F1215FE97}"/>
              </a:ext>
            </a:extLst>
          </p:cNvPr>
          <p:cNvSpPr>
            <a:spLocks noGrp="1"/>
          </p:cNvSpPr>
          <p:nvPr>
            <p:ph type="body" sz="quarter" idx="82"/>
          </p:nvPr>
        </p:nvSpPr>
        <p:spPr/>
        <p:txBody>
          <a:bodyPr/>
          <a:lstStyle/>
          <a:p>
            <a:r>
              <a:rPr lang="en-US" dirty="0"/>
              <a:t>Cybersecurity Career Progressions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4C35049-28DF-9EA5-7452-47ACA10F0BBC}"/>
              </a:ext>
            </a:extLst>
          </p:cNvPr>
          <p:cNvSpPr txBox="1"/>
          <p:nvPr/>
        </p:nvSpPr>
        <p:spPr>
          <a:xfrm>
            <a:off x="735376" y="4212379"/>
            <a:ext cx="29004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BCEB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  <a:cs typeface="CiscoSansTT Medium" panose="020B0503020201020303" pitchFamily="34" charset="0"/>
                <a:sym typeface="Helvetica"/>
              </a:rPr>
              <a:t>Cisco Networking Academy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7B5277D-4418-4A45-720E-3775CFDE8DE4}"/>
              </a:ext>
            </a:extLst>
          </p:cNvPr>
          <p:cNvGrpSpPr/>
          <p:nvPr/>
        </p:nvGrpSpPr>
        <p:grpSpPr>
          <a:xfrm>
            <a:off x="10648362" y="2509262"/>
            <a:ext cx="623375" cy="623374"/>
            <a:chOff x="12989825" y="3027364"/>
            <a:chExt cx="623375" cy="623374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9E3F6474-01E6-6C3D-C3A0-C8FDB2BB79F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989825" y="3027364"/>
              <a:ext cx="623370" cy="623370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  <a:sym typeface="Helvetica"/>
              </a:endParaRPr>
            </a:p>
          </p:txBody>
        </p:sp>
        <p:pic>
          <p:nvPicPr>
            <p:cNvPr id="2058" name="Picture 10">
              <a:extLst>
                <a:ext uri="{FF2B5EF4-FFF2-40B4-BE49-F238E27FC236}">
                  <a16:creationId xmlns:a16="http://schemas.microsoft.com/office/drawing/2014/main" id="{0D19D43B-A9DF-D29F-C9F2-E0E9A4D89B8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12989826" y="3027364"/>
              <a:ext cx="623374" cy="6233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01236CF-A95F-2E3D-91E2-7E35CE5B7EEE}"/>
              </a:ext>
            </a:extLst>
          </p:cNvPr>
          <p:cNvGrpSpPr/>
          <p:nvPr/>
        </p:nvGrpSpPr>
        <p:grpSpPr>
          <a:xfrm>
            <a:off x="10648362" y="5420081"/>
            <a:ext cx="623370" cy="623370"/>
            <a:chOff x="13085093" y="4311435"/>
            <a:chExt cx="623370" cy="623370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791C5A8F-67B5-BB44-3A67-AD937F726D29}"/>
                </a:ext>
              </a:extLst>
            </p:cNvPr>
            <p:cNvSpPr/>
            <p:nvPr/>
          </p:nvSpPr>
          <p:spPr>
            <a:xfrm>
              <a:off x="13085093" y="4311435"/>
              <a:ext cx="623370" cy="623370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  <a:sym typeface="Helvetica"/>
              </a:endParaRPr>
            </a:p>
          </p:txBody>
        </p:sp>
        <p:pic>
          <p:nvPicPr>
            <p:cNvPr id="2064" name="Picture 16">
              <a:extLst>
                <a:ext uri="{FF2B5EF4-FFF2-40B4-BE49-F238E27FC236}">
                  <a16:creationId xmlns:a16="http://schemas.microsoft.com/office/drawing/2014/main" id="{82DC8EBA-6410-4DCC-1976-94D9296B253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13111878" y="4361797"/>
              <a:ext cx="573008" cy="5730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8B2F72D-0338-DE77-915B-8FF4AF143B35}"/>
              </a:ext>
            </a:extLst>
          </p:cNvPr>
          <p:cNvCxnSpPr>
            <a:cxnSpLocks/>
          </p:cNvCxnSpPr>
          <p:nvPr/>
        </p:nvCxnSpPr>
        <p:spPr>
          <a:xfrm flipV="1">
            <a:off x="4695489" y="3272247"/>
            <a:ext cx="0" cy="1097280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F4374CF-8872-1649-239E-0BB2C7DD71C1}"/>
              </a:ext>
            </a:extLst>
          </p:cNvPr>
          <p:cNvCxnSpPr>
            <a:cxnSpLocks/>
          </p:cNvCxnSpPr>
          <p:nvPr/>
        </p:nvCxnSpPr>
        <p:spPr>
          <a:xfrm flipV="1">
            <a:off x="7402127" y="3284148"/>
            <a:ext cx="0" cy="1097280"/>
          </a:xfrm>
          <a:prstGeom prst="straightConnector1">
            <a:avLst/>
          </a:prstGeom>
          <a:ln w="25400">
            <a:solidFill>
              <a:schemeClr val="tx2">
                <a:lumMod val="60000"/>
                <a:lumOff val="4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398D32C-C5BA-077C-0019-0D2892577296}"/>
              </a:ext>
            </a:extLst>
          </p:cNvPr>
          <p:cNvCxnSpPr>
            <a:cxnSpLocks/>
          </p:cNvCxnSpPr>
          <p:nvPr/>
        </p:nvCxnSpPr>
        <p:spPr>
          <a:xfrm flipV="1">
            <a:off x="10107897" y="3272247"/>
            <a:ext cx="0" cy="1097280"/>
          </a:xfrm>
          <a:prstGeom prst="straightConnector1">
            <a:avLst/>
          </a:prstGeom>
          <a:ln w="25400">
            <a:solidFill>
              <a:schemeClr val="accent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862355E1-4651-C89F-B5F5-C9F3EB585352}"/>
              </a:ext>
            </a:extLst>
          </p:cNvPr>
          <p:cNvCxnSpPr>
            <a:cxnSpLocks/>
          </p:cNvCxnSpPr>
          <p:nvPr/>
        </p:nvCxnSpPr>
        <p:spPr>
          <a:xfrm flipV="1">
            <a:off x="4695489" y="5232103"/>
            <a:ext cx="0" cy="283464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20257D07-119E-524B-1ABF-985A6D754811}"/>
              </a:ext>
            </a:extLst>
          </p:cNvPr>
          <p:cNvCxnSpPr>
            <a:cxnSpLocks/>
          </p:cNvCxnSpPr>
          <p:nvPr/>
        </p:nvCxnSpPr>
        <p:spPr>
          <a:xfrm flipV="1">
            <a:off x="7402127" y="5232103"/>
            <a:ext cx="0" cy="283464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4CD8DDDB-B38C-95F8-B253-6CCB6073C1E8}"/>
              </a:ext>
            </a:extLst>
          </p:cNvPr>
          <p:cNvCxnSpPr>
            <a:cxnSpLocks/>
          </p:cNvCxnSpPr>
          <p:nvPr/>
        </p:nvCxnSpPr>
        <p:spPr>
          <a:xfrm flipV="1">
            <a:off x="10107897" y="5232103"/>
            <a:ext cx="0" cy="283464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phic 48">
            <a:extLst>
              <a:ext uri="{FF2B5EF4-FFF2-40B4-BE49-F238E27FC236}">
                <a16:creationId xmlns:a16="http://schemas.microsoft.com/office/drawing/2014/main" id="{A57A0639-93C8-729B-FAF1-FF688115C46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1190" y="4738215"/>
            <a:ext cx="1016000" cy="1016000"/>
          </a:xfrm>
          <a:prstGeom prst="rect">
            <a:avLst/>
          </a:prstGeom>
        </p:spPr>
      </p:pic>
      <p:pic>
        <p:nvPicPr>
          <p:cNvPr id="15" name="Graphic 136">
            <a:extLst>
              <a:ext uri="{FF2B5EF4-FFF2-40B4-BE49-F238E27FC236}">
                <a16:creationId xmlns:a16="http://schemas.microsoft.com/office/drawing/2014/main" id="{5294B488-52E5-BB37-022E-C06A0795442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18502" y="2573900"/>
            <a:ext cx="906929" cy="906929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52FEA79C-A8CE-4C93-929E-029E1E68DFCC}"/>
              </a:ext>
            </a:extLst>
          </p:cNvPr>
          <p:cNvGrpSpPr/>
          <p:nvPr/>
        </p:nvGrpSpPr>
        <p:grpSpPr>
          <a:xfrm>
            <a:off x="7930946" y="2509262"/>
            <a:ext cx="625548" cy="623370"/>
            <a:chOff x="13205624" y="3209418"/>
            <a:chExt cx="625548" cy="623370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B59C3A33-C0EB-70D0-7502-8066C0BCF538}"/>
                </a:ext>
              </a:extLst>
            </p:cNvPr>
            <p:cNvSpPr/>
            <p:nvPr/>
          </p:nvSpPr>
          <p:spPr>
            <a:xfrm>
              <a:off x="13205624" y="3209418"/>
              <a:ext cx="625548" cy="623370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  <a:sym typeface="Helvetica"/>
              </a:endParaRPr>
            </a:p>
          </p:txBody>
        </p:sp>
        <p:pic>
          <p:nvPicPr>
            <p:cNvPr id="27" name="Picture 14">
              <a:extLst>
                <a:ext uri="{FF2B5EF4-FFF2-40B4-BE49-F238E27FC236}">
                  <a16:creationId xmlns:a16="http://schemas.microsoft.com/office/drawing/2014/main" id="{2C8E3C87-5E3B-C113-EE49-C3D9A0B2875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13238195" y="3262288"/>
              <a:ext cx="560406" cy="560406"/>
            </a:xfrm>
            <a:prstGeom prst="flowChartConnector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771786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ound Same Side Corner Rectangle 37">
            <a:extLst>
              <a:ext uri="{FF2B5EF4-FFF2-40B4-BE49-F238E27FC236}">
                <a16:creationId xmlns:a16="http://schemas.microsoft.com/office/drawing/2014/main" id="{471012F9-EDDA-464D-A5E2-BD2288FDB9DB}"/>
              </a:ext>
            </a:extLst>
          </p:cNvPr>
          <p:cNvSpPr/>
          <p:nvPr/>
        </p:nvSpPr>
        <p:spPr>
          <a:xfrm>
            <a:off x="620485" y="965673"/>
            <a:ext cx="10951028" cy="2123637"/>
          </a:xfrm>
          <a:prstGeom prst="round2SameRect">
            <a:avLst>
              <a:gd name="adj1" fmla="val 6810"/>
              <a:gd name="adj2" fmla="val 0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iscoSansTT Light"/>
              <a:ea typeface="+mn-ea"/>
              <a:cs typeface="+mn-cs"/>
              <a:sym typeface="Helvetic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B436E7A-C419-F56D-14FB-AADFA8FC94B5}"/>
              </a:ext>
            </a:extLst>
          </p:cNvPr>
          <p:cNvSpPr txBox="1"/>
          <p:nvPr/>
        </p:nvSpPr>
        <p:spPr>
          <a:xfrm>
            <a:off x="620485" y="403412"/>
            <a:ext cx="5013833" cy="562262"/>
          </a:xfrm>
          <a:prstGeom prst="round2SameRect">
            <a:avLst>
              <a:gd name="adj1" fmla="val 21548"/>
              <a:gd name="adj2" fmla="val 0"/>
            </a:avLst>
          </a:prstGeo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wrap="none" rtlCol="0">
            <a:noAutofit/>
          </a:bodyPr>
          <a:lstStyle/>
          <a:p>
            <a:pPr marL="0" marR="0" lvl="0" indent="0" algn="ctr" defTabSz="6095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D274D"/>
                </a:solidFill>
                <a:effectLst/>
                <a:uLnTx/>
                <a:uFillTx/>
                <a:latin typeface="CiscoSansTT Light"/>
                <a:ea typeface="ＭＳ Ｐゴシック" charset="0"/>
                <a:cs typeface="+mn-cs"/>
                <a:sym typeface="Helvetica"/>
              </a:rPr>
              <a:t>Junior Cybersecurity Analyst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D0F288-A3CF-D75F-00CC-A81F9782C69B}"/>
              </a:ext>
            </a:extLst>
          </p:cNvPr>
          <p:cNvSpPr txBox="1"/>
          <p:nvPr/>
        </p:nvSpPr>
        <p:spPr>
          <a:xfrm>
            <a:off x="852402" y="3230383"/>
            <a:ext cx="3097643" cy="16696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09559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CEB"/>
                </a:solidFill>
                <a:effectLst/>
                <a:uLnTx/>
                <a:uFillTx/>
                <a:latin typeface="CiscoSansTT" panose="020B0503020201020303" pitchFamily="34" charset="0"/>
                <a:ea typeface="ＭＳ Ｐゴシック" charset="0"/>
                <a:cs typeface="CiscoSansTT" panose="020B0503020201020303" pitchFamily="34" charset="0"/>
                <a:sym typeface="Helvetica"/>
              </a:rPr>
              <a:t>Aliases:</a:t>
            </a:r>
          </a:p>
          <a:p>
            <a:pPr marL="173038" marR="0" lvl="0" indent="-173038" algn="l" defTabSz="609559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ＭＳ Ｐゴシック" charset="0"/>
                <a:cs typeface="+mn-cs"/>
                <a:sym typeface="Helvetica"/>
              </a:rPr>
              <a:t>Junior Cybersecurity Technician</a:t>
            </a:r>
          </a:p>
          <a:p>
            <a:pPr marL="173038" marR="0" lvl="0" indent="-173038" algn="l" defTabSz="914377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ＭＳ Ｐゴシック" charset="0"/>
                <a:cs typeface="+mn-cs"/>
                <a:sym typeface="Helvetica"/>
              </a:rPr>
              <a:t>Cybersecurity Support</a:t>
            </a:r>
          </a:p>
          <a:p>
            <a:pPr marL="173038" marR="0" lvl="0" indent="-173038" algn="l" defTabSz="914377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ＭＳ Ｐゴシック" charset="0"/>
                <a:cs typeface="+mn-cs"/>
                <a:sym typeface="Helvetica"/>
              </a:rPr>
              <a:t>Cybersecurity Specialist</a:t>
            </a:r>
          </a:p>
          <a:p>
            <a:pPr marL="173038" marR="0" lvl="0" indent="-173038" algn="l" defTabSz="914377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ＭＳ Ｐゴシック" charset="0"/>
                <a:cs typeface="+mn-cs"/>
                <a:sym typeface="Helvetica"/>
              </a:rPr>
              <a:t>IT Technician with Security Focus</a:t>
            </a:r>
          </a:p>
          <a:p>
            <a:pPr marL="173038" marR="0" lvl="0" indent="-173038" algn="l" defTabSz="914377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ＭＳ Ｐゴシック" charset="0"/>
                <a:cs typeface="+mn-cs"/>
                <a:sym typeface="Helvetica"/>
              </a:rPr>
              <a:t>Tier 1 Help Desk Support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659B13-23DE-BF67-3A8D-B38511F02899}"/>
              </a:ext>
            </a:extLst>
          </p:cNvPr>
          <p:cNvSpPr txBox="1"/>
          <p:nvPr/>
        </p:nvSpPr>
        <p:spPr>
          <a:xfrm>
            <a:off x="852402" y="5201549"/>
            <a:ext cx="2076209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09559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CEB"/>
                </a:solidFill>
                <a:effectLst/>
                <a:uLnTx/>
                <a:uFillTx/>
                <a:latin typeface="CiscoSansTT" panose="020B0503020201020303" pitchFamily="34" charset="0"/>
                <a:ea typeface="ＭＳ Ｐゴシック" charset="0"/>
                <a:cs typeface="CiscoSansTT" panose="020B0503020201020303" pitchFamily="34" charset="0"/>
                <a:sym typeface="Helvetica"/>
              </a:rPr>
              <a:t>Experience level: 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BCEB"/>
                </a:solidFill>
                <a:effectLst/>
                <a:uLnTx/>
                <a:uFillTx/>
                <a:latin typeface="CiscoSansTT" panose="020B0503020201020303" pitchFamily="34" charset="0"/>
                <a:ea typeface="ＭＳ Ｐゴシック" charset="0"/>
                <a:cs typeface="CiscoSansTT" panose="020B0503020201020303" pitchFamily="34" charset="0"/>
                <a:sym typeface="Helvetica"/>
              </a:rPr>
            </a:b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ＭＳ Ｐゴシック" charset="0"/>
                <a:cs typeface="+mn-cs"/>
                <a:sym typeface="Helvetica"/>
              </a:rPr>
              <a:t>0-1 years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923A8E-50E5-B898-8732-6FCEEF150772}"/>
              </a:ext>
            </a:extLst>
          </p:cNvPr>
          <p:cNvSpPr txBox="1"/>
          <p:nvPr/>
        </p:nvSpPr>
        <p:spPr>
          <a:xfrm>
            <a:off x="852402" y="1227272"/>
            <a:ext cx="7286184" cy="160043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609559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CEB"/>
                </a:solidFill>
                <a:effectLst/>
                <a:uLnTx/>
                <a:uFillTx/>
                <a:latin typeface="CiscoSansTT" panose="020B0503020201020303" pitchFamily="34" charset="0"/>
                <a:ea typeface="ＭＳ Ｐゴシック" charset="0"/>
                <a:cs typeface="CiscoSansTT" panose="020B0503020201020303" pitchFamily="34" charset="0"/>
                <a:sym typeface="Helvetica"/>
              </a:rPr>
              <a:t>Description: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D274D"/>
              </a:solidFill>
              <a:effectLst/>
              <a:uLnTx/>
              <a:uFillTx/>
              <a:latin typeface="CiscoSansTT" panose="020B0503020201020303" pitchFamily="34" charset="0"/>
              <a:ea typeface="ＭＳ Ｐゴシック" charset="0"/>
              <a:cs typeface="CiscoSansTT" panose="020B0503020201020303" pitchFamily="34" charset="0"/>
              <a:sym typeface="Helvetica"/>
            </a:endParaRPr>
          </a:p>
          <a:p>
            <a:pPr marL="0" marR="0" lvl="0" indent="0" algn="l" defTabSz="609559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D274D"/>
                </a:solidFill>
                <a:effectLst/>
                <a:uLnTx/>
                <a:uFillTx/>
                <a:latin typeface="CiscoSansTT Light"/>
                <a:ea typeface="ＭＳ Ｐゴシック" charset="0"/>
                <a:cs typeface="+mn-cs"/>
                <a:sym typeface="Helvetica"/>
              </a:rPr>
              <a:t>Security operations personnel that supports and participates in cybersecurity-related activities, including vulnerability assessment, incident handling, and security reporting and documentation. </a:t>
            </a:r>
          </a:p>
          <a:p>
            <a:pPr marL="0" marR="0" lvl="0" indent="0" algn="l" defTabSz="609559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D274D"/>
                </a:solidFill>
                <a:effectLst/>
                <a:uLnTx/>
                <a:uFillTx/>
                <a:latin typeface="CiscoSansTT Light"/>
                <a:ea typeface="ＭＳ Ｐゴシック" charset="0"/>
                <a:cs typeface="+mn-cs"/>
                <a:sym typeface="Helvetica"/>
              </a:rPr>
              <a:t>Not yet ready to take lead roles but have a broad range of knowledge and skills to participate in and assist with tasks performed by seasoned cybersecurity professionals.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D274D"/>
              </a:solidFill>
              <a:effectLst/>
              <a:uLnTx/>
              <a:uFillTx/>
              <a:latin typeface="CiscoSansTT Light"/>
              <a:ea typeface="ＭＳ Ｐゴシック" charset="0"/>
              <a:cs typeface="+mn-cs"/>
              <a:sym typeface="Helvetic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F25ED5-D3F3-C6A3-FFAB-10A041B5FDE0}"/>
              </a:ext>
            </a:extLst>
          </p:cNvPr>
          <p:cNvSpPr txBox="1"/>
          <p:nvPr/>
        </p:nvSpPr>
        <p:spPr>
          <a:xfrm>
            <a:off x="4309707" y="3230382"/>
            <a:ext cx="5771306" cy="1885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09559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CEB"/>
                </a:solidFill>
                <a:effectLst/>
                <a:uLnTx/>
                <a:uFillTx/>
                <a:latin typeface="CiscoSansTT" panose="020B0503020201020303" pitchFamily="34" charset="0"/>
                <a:ea typeface="ＭＳ Ｐゴシック" charset="0"/>
                <a:cs typeface="CiscoSansTT" panose="020B0503020201020303" pitchFamily="34" charset="0"/>
                <a:sym typeface="Helvetica"/>
              </a:rPr>
              <a:t>Skills: </a:t>
            </a:r>
          </a:p>
          <a:p>
            <a:pPr marL="234945" marR="0" lvl="0" indent="-234945" algn="l" defTabSz="609559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ＭＳ Ｐゴシック" charset="0"/>
                <a:cs typeface="+mn-cs"/>
                <a:sym typeface="Helvetica"/>
              </a:rPr>
              <a:t>Understand core security concepts</a:t>
            </a:r>
          </a:p>
          <a:p>
            <a:pPr marL="234945" marR="0" lvl="0" indent="-234945" algn="l" defTabSz="609559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ＭＳ Ｐゴシック" charset="0"/>
                <a:cs typeface="+mn-cs"/>
                <a:sym typeface="Helvetica"/>
              </a:rPr>
              <a:t>Assist with network security and data analysis</a:t>
            </a:r>
          </a:p>
          <a:p>
            <a:pPr marL="234945" marR="0" lvl="0" indent="-234945" algn="l" defTabSz="609559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ＭＳ Ｐゴシック" charset="0"/>
                <a:cs typeface="+mn-cs"/>
                <a:sym typeface="Helvetica"/>
              </a:rPr>
              <a:t>Assist with systems and software security, including malware, cloud &amp; endpoint security, and identity management</a:t>
            </a:r>
          </a:p>
          <a:p>
            <a:pPr marL="234945" marR="0" lvl="0" indent="-234945" algn="l" defTabSz="609559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ＭＳ Ｐゴシック" charset="0"/>
                <a:cs typeface="+mn-cs"/>
                <a:sym typeface="Helvetica"/>
              </a:rPr>
              <a:t>Assist in applying risk management principles and processes</a:t>
            </a:r>
          </a:p>
          <a:p>
            <a:pPr marL="234945" marR="0" lvl="0" indent="-234945" algn="l" defTabSz="609559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ＭＳ Ｐゴシック" charset="0"/>
                <a:cs typeface="+mn-cs"/>
                <a:sym typeface="Helvetica"/>
              </a:rPr>
              <a:t>Assist in incident response and disaster recovery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DB0B424-EDDB-E5AF-9F76-448AA6608E89}"/>
              </a:ext>
            </a:extLst>
          </p:cNvPr>
          <p:cNvGrpSpPr/>
          <p:nvPr/>
        </p:nvGrpSpPr>
        <p:grpSpPr>
          <a:xfrm>
            <a:off x="620486" y="965674"/>
            <a:ext cx="10951028" cy="5098930"/>
            <a:chOff x="620486" y="965674"/>
            <a:chExt cx="10951028" cy="5098930"/>
          </a:xfrm>
        </p:grpSpPr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A9F32C3B-F175-49E8-BA6D-9F9FFE3BF9A0}"/>
                </a:ext>
              </a:extLst>
            </p:cNvPr>
            <p:cNvSpPr/>
            <p:nvPr/>
          </p:nvSpPr>
          <p:spPr>
            <a:xfrm>
              <a:off x="620486" y="965674"/>
              <a:ext cx="10951028" cy="5098930"/>
            </a:xfrm>
            <a:prstGeom prst="roundRect">
              <a:avLst>
                <a:gd name="adj" fmla="val 2690"/>
              </a:avLst>
            </a:prstGeom>
            <a:noFill/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4C7E741-5666-9036-E325-F7815C11FEF0}"/>
                </a:ext>
              </a:extLst>
            </p:cNvPr>
            <p:cNvSpPr/>
            <p:nvPr/>
          </p:nvSpPr>
          <p:spPr>
            <a:xfrm>
              <a:off x="620486" y="965674"/>
              <a:ext cx="357159" cy="516740"/>
            </a:xfrm>
            <a:custGeom>
              <a:avLst/>
              <a:gdLst>
                <a:gd name="connsiteX0" fmla="*/ 0 w 1264024"/>
                <a:gd name="connsiteY0" fmla="*/ 1828800 h 1828800"/>
                <a:gd name="connsiteX1" fmla="*/ 0 w 1264024"/>
                <a:gd name="connsiteY1" fmla="*/ 0 h 1828800"/>
                <a:gd name="connsiteX2" fmla="*/ 1264024 w 1264024"/>
                <a:gd name="connsiteY2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4024" h="1828800">
                  <a:moveTo>
                    <a:pt x="0" y="1828800"/>
                  </a:moveTo>
                  <a:lnTo>
                    <a:pt x="0" y="0"/>
                  </a:lnTo>
                  <a:lnTo>
                    <a:pt x="1264024" y="0"/>
                  </a:lnTo>
                </a:path>
              </a:pathLst>
            </a:custGeom>
            <a:gradFill>
              <a:gsLst>
                <a:gs pos="13000">
                  <a:schemeClr val="tx1"/>
                </a:gs>
                <a:gs pos="43000">
                  <a:schemeClr val="tx1">
                    <a:alpha val="0"/>
                  </a:schemeClr>
                </a:gs>
              </a:gsLst>
              <a:lin ang="2700000" scaled="0"/>
            </a:gra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 Light"/>
                <a:ea typeface="+mn-ea"/>
                <a:cs typeface="+mn-cs"/>
                <a:sym typeface="Helvetica"/>
              </a:endParaRPr>
            </a:p>
          </p:txBody>
        </p:sp>
      </p:grp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286B830F-B59D-3DF1-898E-C8085A3B3071}"/>
              </a:ext>
            </a:extLst>
          </p:cNvPr>
          <p:cNvSpPr/>
          <p:nvPr/>
        </p:nvSpPr>
        <p:spPr>
          <a:xfrm>
            <a:off x="4424081" y="5190065"/>
            <a:ext cx="6867199" cy="638520"/>
          </a:xfrm>
          <a:prstGeom prst="roundRect">
            <a:avLst/>
          </a:prstGeom>
          <a:solidFill>
            <a:schemeClr val="tx2">
              <a:alpha val="10000"/>
            </a:schemeClr>
          </a:solidFill>
          <a:ln w="12700">
            <a:solidFill>
              <a:schemeClr val="accent1"/>
            </a:solidFill>
          </a:ln>
        </p:spPr>
        <p:txBody>
          <a:bodyPr wrap="none" rtlCol="0" anchor="ctr">
            <a:noAutofit/>
          </a:bodyPr>
          <a:lstStyle/>
          <a:p>
            <a:pPr marL="0" marR="0" lvl="0" indent="0" algn="l" defTabSz="609559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CEB"/>
                </a:solidFill>
                <a:effectLst/>
                <a:uLnTx/>
                <a:uFillTx/>
                <a:latin typeface="CiscoSansTT" panose="020B0503020201020303" pitchFamily="34" charset="0"/>
                <a:ea typeface="ＭＳ Ｐゴシック" charset="0"/>
                <a:cs typeface="CiscoSansTT" panose="020B0503020201020303" pitchFamily="34" charset="0"/>
                <a:sym typeface="Helvetica"/>
              </a:rPr>
              <a:t>Desired Certification: 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BCEB"/>
                </a:solidFill>
                <a:effectLst/>
                <a:uLnTx/>
                <a:uFillTx/>
                <a:latin typeface="CiscoSansTT" panose="020B0503020201020303" pitchFamily="34" charset="0"/>
                <a:ea typeface="ＭＳ Ｐゴシック" charset="0"/>
                <a:cs typeface="CiscoSansTT" panose="020B0503020201020303" pitchFamily="34" charset="0"/>
                <a:sym typeface="Helvetica"/>
              </a:rPr>
            </a:b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  <a:sym typeface="Helvetica"/>
              </a:rPr>
              <a:t>Cisco Certified Support Technician (CCST) Cybersecurity certification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iscoSansTT Light"/>
              <a:ea typeface="ＭＳ Ｐゴシック" charset="0"/>
              <a:cs typeface="+mn-cs"/>
              <a:sym typeface="Helvetica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F3D354FC-42A7-C73C-2DD8-10ECE11EF4F2}"/>
              </a:ext>
            </a:extLst>
          </p:cNvPr>
          <p:cNvSpPr/>
          <p:nvPr/>
        </p:nvSpPr>
        <p:spPr>
          <a:xfrm>
            <a:off x="10301990" y="5097845"/>
            <a:ext cx="822960" cy="822960"/>
          </a:xfrm>
          <a:prstGeom prst="ellipse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iscoSansTT Light"/>
              <a:ea typeface="+mn-ea"/>
              <a:cs typeface="+mn-cs"/>
              <a:sym typeface="Helvetica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A4822FD-0F66-814B-33CF-26C0C7ED54CE}"/>
              </a:ext>
            </a:extLst>
          </p:cNvPr>
          <p:cNvGrpSpPr/>
          <p:nvPr/>
        </p:nvGrpSpPr>
        <p:grpSpPr>
          <a:xfrm>
            <a:off x="8892124" y="1190891"/>
            <a:ext cx="1994227" cy="1918233"/>
            <a:chOff x="5871450" y="205402"/>
            <a:chExt cx="706226" cy="679314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1DBCC011-05F4-8186-25EF-50C19D5EF2B6}"/>
                </a:ext>
              </a:extLst>
            </p:cNvPr>
            <p:cNvSpPr/>
            <p:nvPr/>
          </p:nvSpPr>
          <p:spPr>
            <a:xfrm>
              <a:off x="6183378" y="333992"/>
              <a:ext cx="47193" cy="78491"/>
            </a:xfrm>
            <a:custGeom>
              <a:avLst/>
              <a:gdLst>
                <a:gd name="connsiteX0" fmla="*/ 27646 w 47193"/>
                <a:gd name="connsiteY0" fmla="*/ 5961 h 78491"/>
                <a:gd name="connsiteX1" fmla="*/ 0 w 47193"/>
                <a:gd name="connsiteY1" fmla="*/ 41791 h 78491"/>
                <a:gd name="connsiteX2" fmla="*/ 0 w 47193"/>
                <a:gd name="connsiteY2" fmla="*/ 41791 h 78491"/>
                <a:gd name="connsiteX3" fmla="*/ 16601 w 47193"/>
                <a:gd name="connsiteY3" fmla="*/ 71259 h 78491"/>
                <a:gd name="connsiteX4" fmla="*/ 28048 w 47193"/>
                <a:gd name="connsiteY4" fmla="*/ 78492 h 78491"/>
                <a:gd name="connsiteX5" fmla="*/ 47193 w 47193"/>
                <a:gd name="connsiteY5" fmla="*/ 0 h 78491"/>
                <a:gd name="connsiteX6" fmla="*/ 27646 w 47193"/>
                <a:gd name="connsiteY6" fmla="*/ 5961 h 78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193" h="78491">
                  <a:moveTo>
                    <a:pt x="27646" y="5961"/>
                  </a:moveTo>
                  <a:cubicBezTo>
                    <a:pt x="11574" y="10542"/>
                    <a:pt x="362" y="25073"/>
                    <a:pt x="0" y="41791"/>
                  </a:cubicBezTo>
                  <a:lnTo>
                    <a:pt x="0" y="41791"/>
                  </a:lnTo>
                  <a:cubicBezTo>
                    <a:pt x="261" y="53773"/>
                    <a:pt x="6487" y="64832"/>
                    <a:pt x="16601" y="71259"/>
                  </a:cubicBezTo>
                  <a:lnTo>
                    <a:pt x="28048" y="78492"/>
                  </a:lnTo>
                  <a:lnTo>
                    <a:pt x="47193" y="0"/>
                  </a:lnTo>
                  <a:lnTo>
                    <a:pt x="27646" y="5961"/>
                  </a:lnTo>
                </a:path>
              </a:pathLst>
            </a:custGeom>
            <a:solidFill>
              <a:srgbClr val="FFFFFF"/>
            </a:solidFill>
            <a:ln w="669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  <a:sym typeface="Helvetica"/>
              </a:endParaRPr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C9F8D694-D2AA-FC26-FA1E-6E79636E5233}"/>
                </a:ext>
              </a:extLst>
            </p:cNvPr>
            <p:cNvSpPr/>
            <p:nvPr/>
          </p:nvSpPr>
          <p:spPr>
            <a:xfrm>
              <a:off x="6180031" y="330655"/>
              <a:ext cx="53864" cy="85178"/>
            </a:xfrm>
            <a:custGeom>
              <a:avLst/>
              <a:gdLst>
                <a:gd name="connsiteX0" fmla="*/ 31395 w 53864"/>
                <a:gd name="connsiteY0" fmla="*/ 85178 h 85178"/>
                <a:gd name="connsiteX1" fmla="*/ 29588 w 53864"/>
                <a:gd name="connsiteY1" fmla="*/ 84642 h 85178"/>
                <a:gd name="connsiteX2" fmla="*/ 18208 w 53864"/>
                <a:gd name="connsiteY2" fmla="*/ 77409 h 85178"/>
                <a:gd name="connsiteX3" fmla="*/ 0 w 53864"/>
                <a:gd name="connsiteY3" fmla="*/ 45195 h 85178"/>
                <a:gd name="connsiteX4" fmla="*/ 30056 w 53864"/>
                <a:gd name="connsiteY4" fmla="*/ 6083 h 85178"/>
                <a:gd name="connsiteX5" fmla="*/ 49536 w 53864"/>
                <a:gd name="connsiteY5" fmla="*/ 123 h 85178"/>
                <a:gd name="connsiteX6" fmla="*/ 52816 w 53864"/>
                <a:gd name="connsiteY6" fmla="*/ 926 h 85178"/>
                <a:gd name="connsiteX7" fmla="*/ 53753 w 53864"/>
                <a:gd name="connsiteY7" fmla="*/ 4141 h 85178"/>
                <a:gd name="connsiteX8" fmla="*/ 34608 w 53864"/>
                <a:gd name="connsiteY8" fmla="*/ 82633 h 85178"/>
                <a:gd name="connsiteX9" fmla="*/ 32667 w 53864"/>
                <a:gd name="connsiteY9" fmla="*/ 84910 h 85178"/>
                <a:gd name="connsiteX10" fmla="*/ 31395 w 53864"/>
                <a:gd name="connsiteY10" fmla="*/ 85178 h 85178"/>
                <a:gd name="connsiteX11" fmla="*/ 45854 w 53864"/>
                <a:gd name="connsiteY11" fmla="*/ 8293 h 85178"/>
                <a:gd name="connsiteX12" fmla="*/ 31930 w 53864"/>
                <a:gd name="connsiteY12" fmla="*/ 12513 h 85178"/>
                <a:gd name="connsiteX13" fmla="*/ 31930 w 53864"/>
                <a:gd name="connsiteY13" fmla="*/ 12513 h 85178"/>
                <a:gd name="connsiteX14" fmla="*/ 6694 w 53864"/>
                <a:gd name="connsiteY14" fmla="*/ 45061 h 85178"/>
                <a:gd name="connsiteX15" fmla="*/ 21755 w 53864"/>
                <a:gd name="connsiteY15" fmla="*/ 71851 h 85178"/>
                <a:gd name="connsiteX16" fmla="*/ 29253 w 53864"/>
                <a:gd name="connsiteY16" fmla="*/ 76539 h 85178"/>
                <a:gd name="connsiteX17" fmla="*/ 30993 w 53864"/>
                <a:gd name="connsiteY17" fmla="*/ 9298 h 85178"/>
                <a:gd name="connsiteX18" fmla="*/ 30993 w 53864"/>
                <a:gd name="connsiteY18" fmla="*/ 9298 h 85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3864" h="85178">
                  <a:moveTo>
                    <a:pt x="31395" y="85178"/>
                  </a:moveTo>
                  <a:cubicBezTo>
                    <a:pt x="30753" y="85177"/>
                    <a:pt x="30123" y="84991"/>
                    <a:pt x="29588" y="84642"/>
                  </a:cubicBezTo>
                  <a:lnTo>
                    <a:pt x="18208" y="77409"/>
                  </a:lnTo>
                  <a:cubicBezTo>
                    <a:pt x="7116" y="70414"/>
                    <a:pt x="275" y="58312"/>
                    <a:pt x="0" y="45195"/>
                  </a:cubicBezTo>
                  <a:cubicBezTo>
                    <a:pt x="328" y="26963"/>
                    <a:pt x="12531" y="11088"/>
                    <a:pt x="30056" y="6083"/>
                  </a:cubicBezTo>
                  <a:lnTo>
                    <a:pt x="49536" y="123"/>
                  </a:lnTo>
                  <a:cubicBezTo>
                    <a:pt x="50694" y="-193"/>
                    <a:pt x="51932" y="110"/>
                    <a:pt x="52816" y="926"/>
                  </a:cubicBezTo>
                  <a:cubicBezTo>
                    <a:pt x="53706" y="1738"/>
                    <a:pt x="54068" y="2979"/>
                    <a:pt x="53753" y="4141"/>
                  </a:cubicBezTo>
                  <a:lnTo>
                    <a:pt x="34608" y="82633"/>
                  </a:lnTo>
                  <a:cubicBezTo>
                    <a:pt x="34354" y="83655"/>
                    <a:pt x="33638" y="84499"/>
                    <a:pt x="32667" y="84910"/>
                  </a:cubicBezTo>
                  <a:cubicBezTo>
                    <a:pt x="32272" y="85095"/>
                    <a:pt x="31837" y="85187"/>
                    <a:pt x="31395" y="85178"/>
                  </a:cubicBezTo>
                  <a:close/>
                  <a:moveTo>
                    <a:pt x="45854" y="8293"/>
                  </a:moveTo>
                  <a:lnTo>
                    <a:pt x="31930" y="12513"/>
                  </a:lnTo>
                  <a:lnTo>
                    <a:pt x="31930" y="12513"/>
                  </a:lnTo>
                  <a:cubicBezTo>
                    <a:pt x="17284" y="16632"/>
                    <a:pt x="7042" y="29841"/>
                    <a:pt x="6694" y="45061"/>
                  </a:cubicBezTo>
                  <a:cubicBezTo>
                    <a:pt x="6882" y="55960"/>
                    <a:pt x="12545" y="66030"/>
                    <a:pt x="21755" y="71851"/>
                  </a:cubicBezTo>
                  <a:lnTo>
                    <a:pt x="29253" y="76539"/>
                  </a:lnTo>
                  <a:close/>
                  <a:moveTo>
                    <a:pt x="30993" y="9298"/>
                  </a:moveTo>
                  <a:lnTo>
                    <a:pt x="30993" y="9298"/>
                  </a:lnTo>
                  <a:close/>
                </a:path>
              </a:pathLst>
            </a:custGeom>
            <a:solidFill>
              <a:srgbClr val="0D274D"/>
            </a:solidFill>
            <a:ln w="669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  <a:sym typeface="Helvetica"/>
              </a:endParaRPr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87A4E15E-886B-1C9C-BDE5-74AA0212E3DE}"/>
                </a:ext>
              </a:extLst>
            </p:cNvPr>
            <p:cNvSpPr/>
            <p:nvPr/>
          </p:nvSpPr>
          <p:spPr>
            <a:xfrm>
              <a:off x="6193942" y="359911"/>
              <a:ext cx="144665" cy="181161"/>
            </a:xfrm>
            <a:custGeom>
              <a:avLst/>
              <a:gdLst>
                <a:gd name="connsiteX0" fmla="*/ 131885 w 144665"/>
                <a:gd name="connsiteY0" fmla="*/ 154908 h 181161"/>
                <a:gd name="connsiteX1" fmla="*/ 142327 w 144665"/>
                <a:gd name="connsiteY1" fmla="*/ 113519 h 181161"/>
                <a:gd name="connsiteX2" fmla="*/ 94733 w 144665"/>
                <a:gd name="connsiteY2" fmla="*/ 23842 h 181161"/>
                <a:gd name="connsiteX3" fmla="*/ 28395 w 144665"/>
                <a:gd name="connsiteY3" fmla="*/ 0 h 181161"/>
                <a:gd name="connsiteX4" fmla="*/ 3025 w 144665"/>
                <a:gd name="connsiteY4" fmla="*/ 43934 h 181161"/>
                <a:gd name="connsiteX5" fmla="*/ 80 w 144665"/>
                <a:gd name="connsiteY5" fmla="*/ 97512 h 181161"/>
                <a:gd name="connsiteX6" fmla="*/ 53029 w 144665"/>
                <a:gd name="connsiteY6" fmla="*/ 156582 h 181161"/>
                <a:gd name="connsiteX7" fmla="*/ 56443 w 144665"/>
                <a:gd name="connsiteY7" fmla="*/ 181161 h 181161"/>
                <a:gd name="connsiteX8" fmla="*/ 144402 w 144665"/>
                <a:gd name="connsiteY8" fmla="*/ 181161 h 181161"/>
                <a:gd name="connsiteX9" fmla="*/ 131885 w 144665"/>
                <a:gd name="connsiteY9" fmla="*/ 154908 h 18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665" h="181161">
                  <a:moveTo>
                    <a:pt x="131885" y="154908"/>
                  </a:moveTo>
                  <a:lnTo>
                    <a:pt x="142327" y="113519"/>
                  </a:lnTo>
                  <a:cubicBezTo>
                    <a:pt x="151899" y="75826"/>
                    <a:pt x="131302" y="37022"/>
                    <a:pt x="94733" y="23842"/>
                  </a:cubicBezTo>
                  <a:lnTo>
                    <a:pt x="28395" y="0"/>
                  </a:lnTo>
                  <a:cubicBezTo>
                    <a:pt x="13408" y="9751"/>
                    <a:pt x="3982" y="26076"/>
                    <a:pt x="3025" y="43934"/>
                  </a:cubicBezTo>
                  <a:lnTo>
                    <a:pt x="80" y="97512"/>
                  </a:lnTo>
                  <a:cubicBezTo>
                    <a:pt x="-1554" y="128436"/>
                    <a:pt x="22123" y="154854"/>
                    <a:pt x="53029" y="156582"/>
                  </a:cubicBezTo>
                  <a:lnTo>
                    <a:pt x="56443" y="181161"/>
                  </a:lnTo>
                  <a:lnTo>
                    <a:pt x="144402" y="181161"/>
                  </a:lnTo>
                  <a:lnTo>
                    <a:pt x="131885" y="154908"/>
                  </a:lnTo>
                </a:path>
              </a:pathLst>
            </a:custGeom>
            <a:solidFill>
              <a:srgbClr val="485D7C"/>
            </a:solidFill>
            <a:ln w="669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  <a:sym typeface="Helvetica"/>
              </a:endParaRPr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A99F935C-929D-F572-B03F-DE494C3D515F}"/>
                </a:ext>
              </a:extLst>
            </p:cNvPr>
            <p:cNvSpPr/>
            <p:nvPr/>
          </p:nvSpPr>
          <p:spPr>
            <a:xfrm>
              <a:off x="6190650" y="355758"/>
              <a:ext cx="152916" cy="188594"/>
            </a:xfrm>
            <a:custGeom>
              <a:avLst/>
              <a:gdLst>
                <a:gd name="connsiteX0" fmla="*/ 57058 w 152916"/>
                <a:gd name="connsiteY0" fmla="*/ 188595 h 188594"/>
                <a:gd name="connsiteX1" fmla="*/ 53644 w 152916"/>
                <a:gd name="connsiteY1" fmla="*/ 163748 h 188594"/>
                <a:gd name="connsiteX2" fmla="*/ 92 w 152916"/>
                <a:gd name="connsiteY2" fmla="*/ 101397 h 188594"/>
                <a:gd name="connsiteX3" fmla="*/ 3038 w 152916"/>
                <a:gd name="connsiteY3" fmla="*/ 47818 h 188594"/>
                <a:gd name="connsiteX4" fmla="*/ 29814 w 152916"/>
                <a:gd name="connsiteY4" fmla="*/ 938 h 188594"/>
                <a:gd name="connsiteX5" fmla="*/ 31219 w 152916"/>
                <a:gd name="connsiteY5" fmla="*/ 0 h 188594"/>
                <a:gd name="connsiteX6" fmla="*/ 99096 w 152916"/>
                <a:gd name="connsiteY6" fmla="*/ 24445 h 188594"/>
                <a:gd name="connsiteX7" fmla="*/ 148833 w 152916"/>
                <a:gd name="connsiteY7" fmla="*/ 118207 h 188594"/>
                <a:gd name="connsiteX8" fmla="*/ 138658 w 152916"/>
                <a:gd name="connsiteY8" fmla="*/ 158390 h 188594"/>
                <a:gd name="connsiteX9" fmla="*/ 152916 w 152916"/>
                <a:gd name="connsiteY9" fmla="*/ 188059 h 188594"/>
                <a:gd name="connsiteX10" fmla="*/ 32424 w 152916"/>
                <a:gd name="connsiteY10" fmla="*/ 7769 h 188594"/>
                <a:gd name="connsiteX11" fmla="*/ 9932 w 152916"/>
                <a:gd name="connsiteY11" fmla="*/ 47952 h 188594"/>
                <a:gd name="connsiteX12" fmla="*/ 6987 w 152916"/>
                <a:gd name="connsiteY12" fmla="*/ 101531 h 188594"/>
                <a:gd name="connsiteX13" fmla="*/ 56724 w 152916"/>
                <a:gd name="connsiteY13" fmla="*/ 157118 h 188594"/>
                <a:gd name="connsiteX14" fmla="*/ 59468 w 152916"/>
                <a:gd name="connsiteY14" fmla="*/ 157118 h 188594"/>
                <a:gd name="connsiteX15" fmla="*/ 62882 w 152916"/>
                <a:gd name="connsiteY15" fmla="*/ 181563 h 188594"/>
                <a:gd name="connsiteX16" fmla="*/ 142607 w 152916"/>
                <a:gd name="connsiteY16" fmla="*/ 181563 h 188594"/>
                <a:gd name="connsiteX17" fmla="*/ 131897 w 152916"/>
                <a:gd name="connsiteY17" fmla="*/ 159261 h 188594"/>
                <a:gd name="connsiteX18" fmla="*/ 142674 w 152916"/>
                <a:gd name="connsiteY18" fmla="*/ 116733 h 188594"/>
                <a:gd name="connsiteX19" fmla="*/ 97155 w 152916"/>
                <a:gd name="connsiteY19" fmla="*/ 31008 h 188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52916" h="188594">
                  <a:moveTo>
                    <a:pt x="57058" y="188595"/>
                  </a:moveTo>
                  <a:lnTo>
                    <a:pt x="53644" y="163748"/>
                  </a:lnTo>
                  <a:cubicBezTo>
                    <a:pt x="21961" y="160706"/>
                    <a:pt x="-1668" y="133189"/>
                    <a:pt x="92" y="101397"/>
                  </a:cubicBezTo>
                  <a:lnTo>
                    <a:pt x="3038" y="47818"/>
                  </a:lnTo>
                  <a:cubicBezTo>
                    <a:pt x="4015" y="28824"/>
                    <a:pt x="13955" y="11422"/>
                    <a:pt x="29814" y="938"/>
                  </a:cubicBezTo>
                  <a:lnTo>
                    <a:pt x="31219" y="0"/>
                  </a:lnTo>
                  <a:lnTo>
                    <a:pt x="99096" y="24445"/>
                  </a:lnTo>
                  <a:cubicBezTo>
                    <a:pt x="137420" y="38124"/>
                    <a:pt x="158988" y="78787"/>
                    <a:pt x="148833" y="118207"/>
                  </a:cubicBezTo>
                  <a:lnTo>
                    <a:pt x="138658" y="158390"/>
                  </a:lnTo>
                  <a:lnTo>
                    <a:pt x="152916" y="188059"/>
                  </a:lnTo>
                  <a:close/>
                  <a:moveTo>
                    <a:pt x="32424" y="7769"/>
                  </a:moveTo>
                  <a:cubicBezTo>
                    <a:pt x="19197" y="17032"/>
                    <a:pt x="10917" y="31827"/>
                    <a:pt x="9932" y="47952"/>
                  </a:cubicBezTo>
                  <a:lnTo>
                    <a:pt x="6987" y="101531"/>
                  </a:lnTo>
                  <a:cubicBezTo>
                    <a:pt x="5387" y="130617"/>
                    <a:pt x="27652" y="155498"/>
                    <a:pt x="56724" y="157118"/>
                  </a:cubicBezTo>
                  <a:lnTo>
                    <a:pt x="59468" y="157118"/>
                  </a:lnTo>
                  <a:lnTo>
                    <a:pt x="62882" y="181563"/>
                  </a:lnTo>
                  <a:lnTo>
                    <a:pt x="142607" y="181563"/>
                  </a:lnTo>
                  <a:lnTo>
                    <a:pt x="131897" y="159261"/>
                  </a:lnTo>
                  <a:lnTo>
                    <a:pt x="142674" y="116733"/>
                  </a:lnTo>
                  <a:cubicBezTo>
                    <a:pt x="151932" y="80682"/>
                    <a:pt x="132198" y="43515"/>
                    <a:pt x="97155" y="31008"/>
                  </a:cubicBezTo>
                  <a:close/>
                </a:path>
              </a:pathLst>
            </a:custGeom>
            <a:solidFill>
              <a:srgbClr val="0D274D"/>
            </a:solidFill>
            <a:ln w="669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  <a:sym typeface="Helvetica"/>
              </a:endParaRPr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12132B37-65F0-B714-84A1-8185E0E22E97}"/>
                </a:ext>
              </a:extLst>
            </p:cNvPr>
            <p:cNvSpPr/>
            <p:nvPr/>
          </p:nvSpPr>
          <p:spPr>
            <a:xfrm>
              <a:off x="6270839" y="208826"/>
              <a:ext cx="222867" cy="227467"/>
            </a:xfrm>
            <a:custGeom>
              <a:avLst/>
              <a:gdLst>
                <a:gd name="connsiteX0" fmla="*/ 124539 w 222867"/>
                <a:gd name="connsiteY0" fmla="*/ 205668 h 227467"/>
                <a:gd name="connsiteX1" fmla="*/ 76891 w 222867"/>
                <a:gd name="connsiteY1" fmla="*/ 224456 h 227467"/>
                <a:gd name="connsiteX2" fmla="*/ 70987 w 222867"/>
                <a:gd name="connsiteY2" fmla="*/ 221205 h 227467"/>
                <a:gd name="connsiteX3" fmla="*/ 35910 w 222867"/>
                <a:gd name="connsiteY3" fmla="*/ 154836 h 227467"/>
                <a:gd name="connsiteX4" fmla="*/ 11611 w 222867"/>
                <a:gd name="connsiteY4" fmla="*/ 135213 h 227467"/>
                <a:gd name="connsiteX5" fmla="*/ 12749 w 222867"/>
                <a:gd name="connsiteY5" fmla="*/ 76407 h 227467"/>
                <a:gd name="connsiteX6" fmla="*/ 50503 w 222867"/>
                <a:gd name="connsiteY6" fmla="*/ 65762 h 227467"/>
                <a:gd name="connsiteX7" fmla="*/ 54854 w 222867"/>
                <a:gd name="connsiteY7" fmla="*/ 16336 h 227467"/>
                <a:gd name="connsiteX8" fmla="*/ 101712 w 222867"/>
                <a:gd name="connsiteY8" fmla="*/ 2205 h 227467"/>
                <a:gd name="connsiteX9" fmla="*/ 125409 w 222867"/>
                <a:gd name="connsiteY9" fmla="*/ 43862 h 227467"/>
                <a:gd name="connsiteX10" fmla="*/ 184918 w 222867"/>
                <a:gd name="connsiteY10" fmla="*/ 40982 h 227467"/>
                <a:gd name="connsiteX11" fmla="*/ 174141 w 222867"/>
                <a:gd name="connsiteY11" fmla="*/ 97172 h 227467"/>
                <a:gd name="connsiteX12" fmla="*/ 222740 w 222867"/>
                <a:gd name="connsiteY12" fmla="*/ 120679 h 227467"/>
                <a:gd name="connsiteX13" fmla="*/ 179630 w 222867"/>
                <a:gd name="connsiteY13" fmla="*/ 153228 h 227467"/>
                <a:gd name="connsiteX14" fmla="*/ 179162 w 222867"/>
                <a:gd name="connsiteY14" fmla="*/ 202922 h 227467"/>
                <a:gd name="connsiteX15" fmla="*/ 125007 w 222867"/>
                <a:gd name="connsiteY15" fmla="*/ 207945 h 227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22867" h="227467">
                  <a:moveTo>
                    <a:pt x="124539" y="205668"/>
                  </a:moveTo>
                  <a:cubicBezTo>
                    <a:pt x="116566" y="224020"/>
                    <a:pt x="95233" y="232432"/>
                    <a:pt x="76891" y="224456"/>
                  </a:cubicBezTo>
                  <a:cubicBezTo>
                    <a:pt x="74829" y="223559"/>
                    <a:pt x="72848" y="222471"/>
                    <a:pt x="70987" y="221205"/>
                  </a:cubicBezTo>
                  <a:cubicBezTo>
                    <a:pt x="50905" y="205534"/>
                    <a:pt x="53248" y="173320"/>
                    <a:pt x="35910" y="154836"/>
                  </a:cubicBezTo>
                  <a:cubicBezTo>
                    <a:pt x="28748" y="147268"/>
                    <a:pt x="18840" y="142713"/>
                    <a:pt x="11611" y="135213"/>
                  </a:cubicBezTo>
                  <a:cubicBezTo>
                    <a:pt x="-4307" y="118658"/>
                    <a:pt x="-3792" y="92330"/>
                    <a:pt x="12749" y="76407"/>
                  </a:cubicBezTo>
                  <a:cubicBezTo>
                    <a:pt x="22770" y="66768"/>
                    <a:pt x="36934" y="62774"/>
                    <a:pt x="50503" y="65762"/>
                  </a:cubicBezTo>
                  <a:cubicBezTo>
                    <a:pt x="42691" y="49752"/>
                    <a:pt x="44365" y="30733"/>
                    <a:pt x="54854" y="16336"/>
                  </a:cubicBezTo>
                  <a:cubicBezTo>
                    <a:pt x="65886" y="2148"/>
                    <a:pt x="84676" y="-3519"/>
                    <a:pt x="101712" y="2205"/>
                  </a:cubicBezTo>
                  <a:cubicBezTo>
                    <a:pt x="118494" y="8698"/>
                    <a:pt x="128401" y="26108"/>
                    <a:pt x="125409" y="43862"/>
                  </a:cubicBezTo>
                  <a:cubicBezTo>
                    <a:pt x="139935" y="26784"/>
                    <a:pt x="169589" y="24641"/>
                    <a:pt x="184918" y="40982"/>
                  </a:cubicBezTo>
                  <a:cubicBezTo>
                    <a:pt x="200248" y="57323"/>
                    <a:pt x="194893" y="88734"/>
                    <a:pt x="174141" y="97172"/>
                  </a:cubicBezTo>
                  <a:cubicBezTo>
                    <a:pt x="192215" y="85519"/>
                    <a:pt x="220598" y="99248"/>
                    <a:pt x="222740" y="120679"/>
                  </a:cubicBezTo>
                  <a:cubicBezTo>
                    <a:pt x="224882" y="142111"/>
                    <a:pt x="199712" y="160863"/>
                    <a:pt x="179630" y="153228"/>
                  </a:cubicBezTo>
                  <a:cubicBezTo>
                    <a:pt x="195361" y="164078"/>
                    <a:pt x="193621" y="190465"/>
                    <a:pt x="179162" y="202922"/>
                  </a:cubicBezTo>
                  <a:cubicBezTo>
                    <a:pt x="164703" y="215379"/>
                    <a:pt x="142546" y="215379"/>
                    <a:pt x="125007" y="207945"/>
                  </a:cubicBezTo>
                </a:path>
              </a:pathLst>
            </a:custGeom>
            <a:solidFill>
              <a:srgbClr val="FFFFFF"/>
            </a:solidFill>
            <a:ln w="669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  <a:sym typeface="Helvetica"/>
              </a:endParaRPr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A0B32350-7F96-11AA-9F4E-BC38FF3817D4}"/>
                </a:ext>
              </a:extLst>
            </p:cNvPr>
            <p:cNvSpPr/>
            <p:nvPr/>
          </p:nvSpPr>
          <p:spPr>
            <a:xfrm>
              <a:off x="6267260" y="205402"/>
              <a:ext cx="229491" cy="234559"/>
            </a:xfrm>
            <a:custGeom>
              <a:avLst/>
              <a:gdLst>
                <a:gd name="connsiteX0" fmla="*/ 94179 w 229491"/>
                <a:gd name="connsiteY0" fmla="*/ 234541 h 234559"/>
                <a:gd name="connsiteX1" fmla="*/ 71955 w 229491"/>
                <a:gd name="connsiteY1" fmla="*/ 227308 h 234559"/>
                <a:gd name="connsiteX2" fmla="*/ 51873 w 229491"/>
                <a:gd name="connsiteY2" fmla="*/ 191076 h 234559"/>
                <a:gd name="connsiteX3" fmla="*/ 36811 w 229491"/>
                <a:gd name="connsiteY3" fmla="*/ 160603 h 234559"/>
                <a:gd name="connsiteX4" fmla="*/ 25097 w 229491"/>
                <a:gd name="connsiteY4" fmla="*/ 150959 h 234559"/>
                <a:gd name="connsiteX5" fmla="*/ 12713 w 229491"/>
                <a:gd name="connsiteY5" fmla="*/ 140980 h 234559"/>
                <a:gd name="connsiteX6" fmla="*/ 13603 w 229491"/>
                <a:gd name="connsiteY6" fmla="*/ 77434 h 234559"/>
                <a:gd name="connsiteX7" fmla="*/ 48994 w 229491"/>
                <a:gd name="connsiteY7" fmla="*/ 64899 h 234559"/>
                <a:gd name="connsiteX8" fmla="*/ 56023 w 229491"/>
                <a:gd name="connsiteY8" fmla="*/ 18018 h 234559"/>
                <a:gd name="connsiteX9" fmla="*/ 106295 w 229491"/>
                <a:gd name="connsiteY9" fmla="*/ 2213 h 234559"/>
                <a:gd name="connsiteX10" fmla="*/ 133071 w 229491"/>
                <a:gd name="connsiteY10" fmla="*/ 38713 h 234559"/>
                <a:gd name="connsiteX11" fmla="*/ 159847 w 229491"/>
                <a:gd name="connsiteY11" fmla="*/ 29672 h 234559"/>
                <a:gd name="connsiteX12" fmla="*/ 190773 w 229491"/>
                <a:gd name="connsiteY12" fmla="*/ 42396 h 234559"/>
                <a:gd name="connsiteX13" fmla="*/ 192447 w 229491"/>
                <a:gd name="connsiteY13" fmla="*/ 93229 h 234559"/>
                <a:gd name="connsiteX14" fmla="*/ 192447 w 229491"/>
                <a:gd name="connsiteY14" fmla="*/ 93229 h 234559"/>
                <a:gd name="connsiteX15" fmla="*/ 209115 w 229491"/>
                <a:gd name="connsiteY15" fmla="*/ 97180 h 234559"/>
                <a:gd name="connsiteX16" fmla="*/ 227189 w 229491"/>
                <a:gd name="connsiteY16" fmla="*/ 139202 h 234559"/>
                <a:gd name="connsiteX17" fmla="*/ 214738 w 229491"/>
                <a:gd name="connsiteY17" fmla="*/ 154375 h 234559"/>
                <a:gd name="connsiteX18" fmla="*/ 192714 w 229491"/>
                <a:gd name="connsiteY18" fmla="*/ 162144 h 234559"/>
                <a:gd name="connsiteX19" fmla="*/ 192714 w 229491"/>
                <a:gd name="connsiteY19" fmla="*/ 162144 h 234559"/>
                <a:gd name="connsiteX20" fmla="*/ 197534 w 229491"/>
                <a:gd name="connsiteY20" fmla="*/ 178083 h 234559"/>
                <a:gd name="connsiteX21" fmla="*/ 184816 w 229491"/>
                <a:gd name="connsiteY21" fmla="*/ 209158 h 234559"/>
                <a:gd name="connsiteX22" fmla="*/ 129188 w 229491"/>
                <a:gd name="connsiteY22" fmla="*/ 215521 h 234559"/>
                <a:gd name="connsiteX23" fmla="*/ 105960 w 229491"/>
                <a:gd name="connsiteY23" fmla="*/ 233202 h 234559"/>
                <a:gd name="connsiteX24" fmla="*/ 94179 w 229491"/>
                <a:gd name="connsiteY24" fmla="*/ 234541 h 234559"/>
                <a:gd name="connsiteX25" fmla="*/ 45179 w 229491"/>
                <a:gd name="connsiteY25" fmla="*/ 71463 h 234559"/>
                <a:gd name="connsiteX26" fmla="*/ 11173 w 229491"/>
                <a:gd name="connsiteY26" fmla="*/ 90818 h 234559"/>
                <a:gd name="connsiteX27" fmla="*/ 17131 w 229491"/>
                <a:gd name="connsiteY27" fmla="*/ 136292 h 234559"/>
                <a:gd name="connsiteX28" fmla="*/ 28578 w 229491"/>
                <a:gd name="connsiteY28" fmla="*/ 145467 h 234559"/>
                <a:gd name="connsiteX29" fmla="*/ 41564 w 229491"/>
                <a:gd name="connsiteY29" fmla="*/ 156250 h 234559"/>
                <a:gd name="connsiteX30" fmla="*/ 58098 w 229491"/>
                <a:gd name="connsiteY30" fmla="*/ 189267 h 234559"/>
                <a:gd name="connsiteX31" fmla="*/ 76306 w 229491"/>
                <a:gd name="connsiteY31" fmla="*/ 222285 h 234559"/>
                <a:gd name="connsiteX32" fmla="*/ 121979 w 229491"/>
                <a:gd name="connsiteY32" fmla="*/ 213647 h 234559"/>
                <a:gd name="connsiteX33" fmla="*/ 124971 w 229491"/>
                <a:gd name="connsiteY33" fmla="*/ 208221 h 234559"/>
                <a:gd name="connsiteX34" fmla="*/ 129255 w 229491"/>
                <a:gd name="connsiteY34" fmla="*/ 206145 h 234559"/>
                <a:gd name="connsiteX35" fmla="*/ 131465 w 229491"/>
                <a:gd name="connsiteY35" fmla="*/ 209225 h 234559"/>
                <a:gd name="connsiteX36" fmla="*/ 180331 w 229491"/>
                <a:gd name="connsiteY36" fmla="*/ 204001 h 234559"/>
                <a:gd name="connsiteX37" fmla="*/ 190706 w 229491"/>
                <a:gd name="connsiteY37" fmla="*/ 178351 h 234559"/>
                <a:gd name="connsiteX38" fmla="*/ 181134 w 229491"/>
                <a:gd name="connsiteY38" fmla="*/ 159666 h 234559"/>
                <a:gd name="connsiteX39" fmla="*/ 180063 w 229491"/>
                <a:gd name="connsiteY39" fmla="*/ 155312 h 234559"/>
                <a:gd name="connsiteX40" fmla="*/ 184280 w 229491"/>
                <a:gd name="connsiteY40" fmla="*/ 153772 h 234559"/>
                <a:gd name="connsiteX41" fmla="*/ 220629 w 229491"/>
                <a:gd name="connsiteY41" fmla="*/ 139507 h 234559"/>
                <a:gd name="connsiteX42" fmla="*/ 206370 w 229491"/>
                <a:gd name="connsiteY42" fmla="*/ 103141 h 234559"/>
                <a:gd name="connsiteX43" fmla="*/ 183343 w 229491"/>
                <a:gd name="connsiteY43" fmla="*/ 101533 h 234559"/>
                <a:gd name="connsiteX44" fmla="*/ 178791 w 229491"/>
                <a:gd name="connsiteY44" fmla="*/ 103944 h 234559"/>
                <a:gd name="connsiteX45" fmla="*/ 174507 w 229491"/>
                <a:gd name="connsiteY45" fmla="*/ 102337 h 234559"/>
                <a:gd name="connsiteX46" fmla="*/ 175712 w 229491"/>
                <a:gd name="connsiteY46" fmla="*/ 97984 h 234559"/>
                <a:gd name="connsiteX47" fmla="*/ 180264 w 229491"/>
                <a:gd name="connsiteY47" fmla="*/ 95573 h 234559"/>
                <a:gd name="connsiteX48" fmla="*/ 192982 w 229491"/>
                <a:gd name="connsiteY48" fmla="*/ 76084 h 234559"/>
                <a:gd name="connsiteX49" fmla="*/ 185753 w 229491"/>
                <a:gd name="connsiteY49" fmla="*/ 46616 h 234559"/>
                <a:gd name="connsiteX50" fmla="*/ 159512 w 229491"/>
                <a:gd name="connsiteY50" fmla="*/ 36570 h 234559"/>
                <a:gd name="connsiteX51" fmla="*/ 131331 w 229491"/>
                <a:gd name="connsiteY51" fmla="*/ 49094 h 234559"/>
                <a:gd name="connsiteX52" fmla="*/ 126611 w 229491"/>
                <a:gd name="connsiteY52" fmla="*/ 49446 h 234559"/>
                <a:gd name="connsiteX53" fmla="*/ 125507 w 229491"/>
                <a:gd name="connsiteY53" fmla="*/ 46281 h 234559"/>
                <a:gd name="connsiteX54" fmla="*/ 103952 w 229491"/>
                <a:gd name="connsiteY54" fmla="*/ 8910 h 234559"/>
                <a:gd name="connsiteX55" fmla="*/ 61111 w 229491"/>
                <a:gd name="connsiteY55" fmla="*/ 22305 h 234559"/>
                <a:gd name="connsiteX56" fmla="*/ 57094 w 229491"/>
                <a:gd name="connsiteY56" fmla="*/ 68181 h 234559"/>
                <a:gd name="connsiteX57" fmla="*/ 55588 w 229491"/>
                <a:gd name="connsiteY57" fmla="*/ 72671 h 234559"/>
                <a:gd name="connsiteX58" fmla="*/ 53345 w 229491"/>
                <a:gd name="connsiteY58" fmla="*/ 72936 h 234559"/>
                <a:gd name="connsiteX59" fmla="*/ 45179 w 229491"/>
                <a:gd name="connsiteY59" fmla="*/ 71463 h 234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29491" h="234559">
                  <a:moveTo>
                    <a:pt x="94179" y="234541"/>
                  </a:moveTo>
                  <a:cubicBezTo>
                    <a:pt x="86166" y="234694"/>
                    <a:pt x="78341" y="232147"/>
                    <a:pt x="71955" y="227308"/>
                  </a:cubicBezTo>
                  <a:cubicBezTo>
                    <a:pt x="60575" y="218267"/>
                    <a:pt x="56023" y="204470"/>
                    <a:pt x="51873" y="191076"/>
                  </a:cubicBezTo>
                  <a:cubicBezTo>
                    <a:pt x="49142" y="179939"/>
                    <a:pt x="44001" y="169537"/>
                    <a:pt x="36811" y="160603"/>
                  </a:cubicBezTo>
                  <a:cubicBezTo>
                    <a:pt x="33250" y="156993"/>
                    <a:pt x="29321" y="153762"/>
                    <a:pt x="25097" y="150959"/>
                  </a:cubicBezTo>
                  <a:cubicBezTo>
                    <a:pt x="20672" y="148018"/>
                    <a:pt x="16528" y="144678"/>
                    <a:pt x="12713" y="140980"/>
                  </a:cubicBezTo>
                  <a:cubicBezTo>
                    <a:pt x="-4578" y="123186"/>
                    <a:pt x="-4183" y="94736"/>
                    <a:pt x="13603" y="77434"/>
                  </a:cubicBezTo>
                  <a:cubicBezTo>
                    <a:pt x="23008" y="68287"/>
                    <a:pt x="35935" y="63708"/>
                    <a:pt x="48994" y="64899"/>
                  </a:cubicBezTo>
                  <a:cubicBezTo>
                    <a:pt x="43525" y="49064"/>
                    <a:pt x="46150" y="31552"/>
                    <a:pt x="56023" y="18018"/>
                  </a:cubicBezTo>
                  <a:cubicBezTo>
                    <a:pt x="67718" y="2595"/>
                    <a:pt x="87887" y="-3745"/>
                    <a:pt x="106295" y="2213"/>
                  </a:cubicBezTo>
                  <a:cubicBezTo>
                    <a:pt x="121584" y="8098"/>
                    <a:pt x="132047" y="22356"/>
                    <a:pt x="133071" y="38713"/>
                  </a:cubicBezTo>
                  <a:cubicBezTo>
                    <a:pt x="140856" y="33014"/>
                    <a:pt x="150208" y="29856"/>
                    <a:pt x="159847" y="29672"/>
                  </a:cubicBezTo>
                  <a:cubicBezTo>
                    <a:pt x="171488" y="29362"/>
                    <a:pt x="182720" y="33983"/>
                    <a:pt x="190773" y="42396"/>
                  </a:cubicBezTo>
                  <a:cubicBezTo>
                    <a:pt x="202970" y="56932"/>
                    <a:pt x="203659" y="77922"/>
                    <a:pt x="192447" y="93229"/>
                  </a:cubicBezTo>
                  <a:lnTo>
                    <a:pt x="192447" y="93229"/>
                  </a:lnTo>
                  <a:cubicBezTo>
                    <a:pt x="198224" y="93292"/>
                    <a:pt x="203920" y="94642"/>
                    <a:pt x="209115" y="97180"/>
                  </a:cubicBezTo>
                  <a:cubicBezTo>
                    <a:pt x="225703" y="103791"/>
                    <a:pt x="233796" y="122605"/>
                    <a:pt x="227189" y="139202"/>
                  </a:cubicBezTo>
                  <a:cubicBezTo>
                    <a:pt x="224705" y="145428"/>
                    <a:pt x="220361" y="150729"/>
                    <a:pt x="214738" y="154375"/>
                  </a:cubicBezTo>
                  <a:cubicBezTo>
                    <a:pt x="208432" y="159287"/>
                    <a:pt x="200707" y="162014"/>
                    <a:pt x="192714" y="162144"/>
                  </a:cubicBezTo>
                  <a:lnTo>
                    <a:pt x="192714" y="162144"/>
                  </a:lnTo>
                  <a:cubicBezTo>
                    <a:pt x="195707" y="166935"/>
                    <a:pt x="197367" y="172437"/>
                    <a:pt x="197534" y="178083"/>
                  </a:cubicBezTo>
                  <a:cubicBezTo>
                    <a:pt x="198237" y="189838"/>
                    <a:pt x="193558" y="201274"/>
                    <a:pt x="184816" y="209158"/>
                  </a:cubicBezTo>
                  <a:cubicBezTo>
                    <a:pt x="168804" y="221237"/>
                    <a:pt x="147510" y="223673"/>
                    <a:pt x="129188" y="215521"/>
                  </a:cubicBezTo>
                  <a:cubicBezTo>
                    <a:pt x="124041" y="224212"/>
                    <a:pt x="115707" y="230555"/>
                    <a:pt x="105960" y="233202"/>
                  </a:cubicBezTo>
                  <a:cubicBezTo>
                    <a:pt x="102118" y="234210"/>
                    <a:pt x="98149" y="234661"/>
                    <a:pt x="94179" y="234541"/>
                  </a:cubicBezTo>
                  <a:close/>
                  <a:moveTo>
                    <a:pt x="45179" y="71463"/>
                  </a:moveTo>
                  <a:cubicBezTo>
                    <a:pt x="31235" y="71503"/>
                    <a:pt x="18336" y="78847"/>
                    <a:pt x="11173" y="90818"/>
                  </a:cubicBezTo>
                  <a:cubicBezTo>
                    <a:pt x="3201" y="105684"/>
                    <a:pt x="5597" y="123983"/>
                    <a:pt x="17131" y="136292"/>
                  </a:cubicBezTo>
                  <a:cubicBezTo>
                    <a:pt x="20625" y="139735"/>
                    <a:pt x="24461" y="142809"/>
                    <a:pt x="28578" y="145467"/>
                  </a:cubicBezTo>
                  <a:cubicBezTo>
                    <a:pt x="33263" y="148608"/>
                    <a:pt x="37615" y="152222"/>
                    <a:pt x="41564" y="156250"/>
                  </a:cubicBezTo>
                  <a:cubicBezTo>
                    <a:pt x="49416" y="165916"/>
                    <a:pt x="55059" y="177186"/>
                    <a:pt x="58098" y="189267"/>
                  </a:cubicBezTo>
                  <a:cubicBezTo>
                    <a:pt x="62449" y="202260"/>
                    <a:pt x="66533" y="214516"/>
                    <a:pt x="76306" y="222285"/>
                  </a:cubicBezTo>
                  <a:cubicBezTo>
                    <a:pt x="91301" y="232518"/>
                    <a:pt x="111751" y="228651"/>
                    <a:pt x="121979" y="213647"/>
                  </a:cubicBezTo>
                  <a:cubicBezTo>
                    <a:pt x="123144" y="211936"/>
                    <a:pt x="124148" y="210119"/>
                    <a:pt x="124971" y="208221"/>
                  </a:cubicBezTo>
                  <a:cubicBezTo>
                    <a:pt x="125600" y="206482"/>
                    <a:pt x="127501" y="205562"/>
                    <a:pt x="129255" y="206145"/>
                  </a:cubicBezTo>
                  <a:cubicBezTo>
                    <a:pt x="130567" y="206599"/>
                    <a:pt x="131458" y="207834"/>
                    <a:pt x="131465" y="209225"/>
                  </a:cubicBezTo>
                  <a:cubicBezTo>
                    <a:pt x="147503" y="216445"/>
                    <a:pt x="166179" y="214448"/>
                    <a:pt x="180331" y="204001"/>
                  </a:cubicBezTo>
                  <a:cubicBezTo>
                    <a:pt x="187500" y="197471"/>
                    <a:pt x="191322" y="188034"/>
                    <a:pt x="190706" y="178351"/>
                  </a:cubicBezTo>
                  <a:cubicBezTo>
                    <a:pt x="190673" y="170953"/>
                    <a:pt x="187118" y="164015"/>
                    <a:pt x="181134" y="159666"/>
                  </a:cubicBezTo>
                  <a:cubicBezTo>
                    <a:pt x="179742" y="158684"/>
                    <a:pt x="179286" y="156827"/>
                    <a:pt x="180063" y="155312"/>
                  </a:cubicBezTo>
                  <a:cubicBezTo>
                    <a:pt x="180839" y="153766"/>
                    <a:pt x="182687" y="153092"/>
                    <a:pt x="184280" y="153772"/>
                  </a:cubicBezTo>
                  <a:cubicBezTo>
                    <a:pt x="198257" y="159875"/>
                    <a:pt x="214530" y="153488"/>
                    <a:pt x="220629" y="139507"/>
                  </a:cubicBezTo>
                  <a:cubicBezTo>
                    <a:pt x="226727" y="125526"/>
                    <a:pt x="220348" y="109244"/>
                    <a:pt x="206370" y="103141"/>
                  </a:cubicBezTo>
                  <a:cubicBezTo>
                    <a:pt x="199241" y="99454"/>
                    <a:pt x="190914" y="98872"/>
                    <a:pt x="183343" y="101533"/>
                  </a:cubicBezTo>
                  <a:cubicBezTo>
                    <a:pt x="181890" y="102454"/>
                    <a:pt x="180371" y="103261"/>
                    <a:pt x="178791" y="103944"/>
                  </a:cubicBezTo>
                  <a:cubicBezTo>
                    <a:pt x="177164" y="104554"/>
                    <a:pt x="175330" y="103869"/>
                    <a:pt x="174507" y="102337"/>
                  </a:cubicBezTo>
                  <a:cubicBezTo>
                    <a:pt x="173724" y="100793"/>
                    <a:pt x="174246" y="98905"/>
                    <a:pt x="175712" y="97984"/>
                  </a:cubicBezTo>
                  <a:cubicBezTo>
                    <a:pt x="177158" y="97049"/>
                    <a:pt x="178677" y="96242"/>
                    <a:pt x="180264" y="95573"/>
                  </a:cubicBezTo>
                  <a:cubicBezTo>
                    <a:pt x="186884" y="90990"/>
                    <a:pt x="191456" y="83994"/>
                    <a:pt x="192982" y="76084"/>
                  </a:cubicBezTo>
                  <a:cubicBezTo>
                    <a:pt x="195506" y="65669"/>
                    <a:pt x="192808" y="54678"/>
                    <a:pt x="185753" y="46616"/>
                  </a:cubicBezTo>
                  <a:cubicBezTo>
                    <a:pt x="178798" y="39734"/>
                    <a:pt x="169279" y="36090"/>
                    <a:pt x="159512" y="36570"/>
                  </a:cubicBezTo>
                  <a:cubicBezTo>
                    <a:pt x="148795" y="36673"/>
                    <a:pt x="138594" y="41206"/>
                    <a:pt x="131331" y="49094"/>
                  </a:cubicBezTo>
                  <a:cubicBezTo>
                    <a:pt x="130126" y="50495"/>
                    <a:pt x="128011" y="50653"/>
                    <a:pt x="126611" y="49446"/>
                  </a:cubicBezTo>
                  <a:cubicBezTo>
                    <a:pt x="125701" y="48664"/>
                    <a:pt x="125279" y="47458"/>
                    <a:pt x="125507" y="46281"/>
                  </a:cubicBezTo>
                  <a:cubicBezTo>
                    <a:pt x="128011" y="30301"/>
                    <a:pt x="119034" y="14737"/>
                    <a:pt x="103952" y="8910"/>
                  </a:cubicBezTo>
                  <a:cubicBezTo>
                    <a:pt x="88275" y="3869"/>
                    <a:pt x="71125" y="9231"/>
                    <a:pt x="61111" y="22305"/>
                  </a:cubicBezTo>
                  <a:cubicBezTo>
                    <a:pt x="51331" y="35653"/>
                    <a:pt x="49784" y="53335"/>
                    <a:pt x="57094" y="68181"/>
                  </a:cubicBezTo>
                  <a:cubicBezTo>
                    <a:pt x="57918" y="69836"/>
                    <a:pt x="57241" y="71847"/>
                    <a:pt x="55588" y="72671"/>
                  </a:cubicBezTo>
                  <a:cubicBezTo>
                    <a:pt x="54892" y="73016"/>
                    <a:pt x="54102" y="73110"/>
                    <a:pt x="53345" y="72936"/>
                  </a:cubicBezTo>
                  <a:cubicBezTo>
                    <a:pt x="50695" y="72102"/>
                    <a:pt x="47950" y="71607"/>
                    <a:pt x="45179" y="71463"/>
                  </a:cubicBezTo>
                  <a:close/>
                </a:path>
              </a:pathLst>
            </a:custGeom>
            <a:solidFill>
              <a:srgbClr val="0D274D"/>
            </a:solidFill>
            <a:ln w="669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  <a:sym typeface="Helvetica"/>
              </a:endParaRPr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3305888F-2911-8397-FAAC-4BB7E0817335}"/>
                </a:ext>
              </a:extLst>
            </p:cNvPr>
            <p:cNvSpPr/>
            <p:nvPr/>
          </p:nvSpPr>
          <p:spPr>
            <a:xfrm>
              <a:off x="6207276" y="328852"/>
              <a:ext cx="164489" cy="173241"/>
            </a:xfrm>
            <a:custGeom>
              <a:avLst/>
              <a:gdLst>
                <a:gd name="connsiteX0" fmla="*/ 86620 w 164489"/>
                <a:gd name="connsiteY0" fmla="*/ 78676 h 173241"/>
                <a:gd name="connsiteX1" fmla="*/ 3280 w 164489"/>
                <a:gd name="connsiteY1" fmla="*/ 18400 h 173241"/>
                <a:gd name="connsiteX2" fmla="*/ 0 w 164489"/>
                <a:gd name="connsiteY2" fmla="*/ 12373 h 173241"/>
                <a:gd name="connsiteX3" fmla="*/ 34876 w 164489"/>
                <a:gd name="connsiteY3" fmla="*/ 3265 h 173241"/>
                <a:gd name="connsiteX4" fmla="*/ 88963 w 164489"/>
                <a:gd name="connsiteY4" fmla="*/ 117 h 173241"/>
                <a:gd name="connsiteX5" fmla="*/ 104560 w 164489"/>
                <a:gd name="connsiteY5" fmla="*/ 1322 h 173241"/>
                <a:gd name="connsiteX6" fmla="*/ 158112 w 164489"/>
                <a:gd name="connsiteY6" fmla="*/ 45993 h 173241"/>
                <a:gd name="connsiteX7" fmla="*/ 150280 w 164489"/>
                <a:gd name="connsiteY7" fmla="*/ 133058 h 173241"/>
                <a:gd name="connsiteX8" fmla="*/ 122099 w 164489"/>
                <a:gd name="connsiteY8" fmla="*/ 173241 h 173241"/>
                <a:gd name="connsiteX9" fmla="*/ 99741 w 164489"/>
                <a:gd name="connsiteY9" fmla="*/ 111559 h 1732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4489" h="173241">
                  <a:moveTo>
                    <a:pt x="86620" y="78676"/>
                  </a:moveTo>
                  <a:cubicBezTo>
                    <a:pt x="86620" y="78676"/>
                    <a:pt x="25371" y="57914"/>
                    <a:pt x="3280" y="18400"/>
                  </a:cubicBezTo>
                  <a:lnTo>
                    <a:pt x="0" y="12373"/>
                  </a:lnTo>
                  <a:cubicBezTo>
                    <a:pt x="11152" y="7748"/>
                    <a:pt x="22887" y="4684"/>
                    <a:pt x="34876" y="3265"/>
                  </a:cubicBezTo>
                  <a:lnTo>
                    <a:pt x="88963" y="117"/>
                  </a:lnTo>
                  <a:cubicBezTo>
                    <a:pt x="94192" y="-224"/>
                    <a:pt x="99446" y="182"/>
                    <a:pt x="104560" y="1322"/>
                  </a:cubicBezTo>
                  <a:cubicBezTo>
                    <a:pt x="128190" y="6479"/>
                    <a:pt x="146532" y="25499"/>
                    <a:pt x="158112" y="45993"/>
                  </a:cubicBezTo>
                  <a:cubicBezTo>
                    <a:pt x="164338" y="57178"/>
                    <a:pt x="171500" y="94615"/>
                    <a:pt x="150280" y="133058"/>
                  </a:cubicBezTo>
                  <a:cubicBezTo>
                    <a:pt x="145528" y="141764"/>
                    <a:pt x="122099" y="173241"/>
                    <a:pt x="122099" y="173241"/>
                  </a:cubicBezTo>
                  <a:cubicBezTo>
                    <a:pt x="110605" y="154380"/>
                    <a:pt x="103001" y="133407"/>
                    <a:pt x="99741" y="111559"/>
                  </a:cubicBezTo>
                </a:path>
              </a:pathLst>
            </a:custGeom>
            <a:solidFill>
              <a:srgbClr val="FFFFFF"/>
            </a:solidFill>
            <a:ln w="669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  <a:sym typeface="Helvetica"/>
              </a:endParaRPr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69B6E7AD-3154-A4B3-C3C9-73B1320B72EC}"/>
                </a:ext>
              </a:extLst>
            </p:cNvPr>
            <p:cNvSpPr/>
            <p:nvPr/>
          </p:nvSpPr>
          <p:spPr>
            <a:xfrm>
              <a:off x="6204431" y="325387"/>
              <a:ext cx="171016" cy="180763"/>
            </a:xfrm>
            <a:custGeom>
              <a:avLst/>
              <a:gdLst>
                <a:gd name="connsiteX0" fmla="*/ 124676 w 171016"/>
                <a:gd name="connsiteY0" fmla="*/ 180724 h 180763"/>
                <a:gd name="connsiteX1" fmla="*/ 124676 w 171016"/>
                <a:gd name="connsiteY1" fmla="*/ 180724 h 180763"/>
                <a:gd name="connsiteX2" fmla="*/ 121931 w 171016"/>
                <a:gd name="connsiteY2" fmla="*/ 179184 h 180763"/>
                <a:gd name="connsiteX3" fmla="*/ 99038 w 171016"/>
                <a:gd name="connsiteY3" fmla="*/ 116096 h 180763"/>
                <a:gd name="connsiteX4" fmla="*/ 101983 w 171016"/>
                <a:gd name="connsiteY4" fmla="*/ 112345 h 180763"/>
                <a:gd name="connsiteX5" fmla="*/ 105725 w 171016"/>
                <a:gd name="connsiteY5" fmla="*/ 115245 h 180763"/>
                <a:gd name="connsiteX6" fmla="*/ 105732 w 171016"/>
                <a:gd name="connsiteY6" fmla="*/ 115292 h 180763"/>
                <a:gd name="connsiteX7" fmla="*/ 125077 w 171016"/>
                <a:gd name="connsiteY7" fmla="*/ 171281 h 180763"/>
                <a:gd name="connsiteX8" fmla="*/ 150046 w 171016"/>
                <a:gd name="connsiteY8" fmla="*/ 135250 h 180763"/>
                <a:gd name="connsiteX9" fmla="*/ 157811 w 171016"/>
                <a:gd name="connsiteY9" fmla="*/ 51132 h 180763"/>
                <a:gd name="connsiteX10" fmla="*/ 106803 w 171016"/>
                <a:gd name="connsiteY10" fmla="*/ 8069 h 180763"/>
                <a:gd name="connsiteX11" fmla="*/ 92076 w 171016"/>
                <a:gd name="connsiteY11" fmla="*/ 6930 h 180763"/>
                <a:gd name="connsiteX12" fmla="*/ 37988 w 171016"/>
                <a:gd name="connsiteY12" fmla="*/ 10078 h 180763"/>
                <a:gd name="connsiteX13" fmla="*/ 8066 w 171016"/>
                <a:gd name="connsiteY13" fmla="*/ 17579 h 180763"/>
                <a:gd name="connsiteX14" fmla="*/ 8066 w 171016"/>
                <a:gd name="connsiteY14" fmla="*/ 17579 h 180763"/>
                <a:gd name="connsiteX15" fmla="*/ 9472 w 171016"/>
                <a:gd name="connsiteY15" fmla="*/ 20124 h 180763"/>
                <a:gd name="connsiteX16" fmla="*/ 90938 w 171016"/>
                <a:gd name="connsiteY16" fmla="*/ 78859 h 180763"/>
                <a:gd name="connsiteX17" fmla="*/ 92511 w 171016"/>
                <a:gd name="connsiteY17" fmla="*/ 83325 h 180763"/>
                <a:gd name="connsiteX18" fmla="*/ 88796 w 171016"/>
                <a:gd name="connsiteY18" fmla="*/ 85154 h 180763"/>
                <a:gd name="connsiteX19" fmla="*/ 3582 w 171016"/>
                <a:gd name="connsiteY19" fmla="*/ 23339 h 180763"/>
                <a:gd name="connsiteX20" fmla="*/ 301 w 171016"/>
                <a:gd name="connsiteY20" fmla="*/ 17311 h 180763"/>
                <a:gd name="connsiteX21" fmla="*/ 301 w 171016"/>
                <a:gd name="connsiteY21" fmla="*/ 14498 h 180763"/>
                <a:gd name="connsiteX22" fmla="*/ 2310 w 171016"/>
                <a:gd name="connsiteY22" fmla="*/ 12556 h 180763"/>
                <a:gd name="connsiteX23" fmla="*/ 6393 w 171016"/>
                <a:gd name="connsiteY23" fmla="*/ 11150 h 180763"/>
                <a:gd name="connsiteX24" fmla="*/ 38122 w 171016"/>
                <a:gd name="connsiteY24" fmla="*/ 3247 h 180763"/>
                <a:gd name="connsiteX25" fmla="*/ 92277 w 171016"/>
                <a:gd name="connsiteY25" fmla="*/ 99 h 180763"/>
                <a:gd name="connsiteX26" fmla="*/ 108744 w 171016"/>
                <a:gd name="connsiteY26" fmla="*/ 1372 h 180763"/>
                <a:gd name="connsiteX27" fmla="*/ 164238 w 171016"/>
                <a:gd name="connsiteY27" fmla="*/ 47717 h 180763"/>
                <a:gd name="connsiteX28" fmla="*/ 156405 w 171016"/>
                <a:gd name="connsiteY28" fmla="*/ 138331 h 180763"/>
                <a:gd name="connsiteX29" fmla="*/ 128023 w 171016"/>
                <a:gd name="connsiteY29" fmla="*/ 179251 h 180763"/>
                <a:gd name="connsiteX30" fmla="*/ 124676 w 171016"/>
                <a:gd name="connsiteY30" fmla="*/ 180724 h 180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71016" h="180763">
                  <a:moveTo>
                    <a:pt x="124676" y="180724"/>
                  </a:moveTo>
                  <a:lnTo>
                    <a:pt x="124676" y="180724"/>
                  </a:lnTo>
                  <a:cubicBezTo>
                    <a:pt x="123564" y="180700"/>
                    <a:pt x="122534" y="180122"/>
                    <a:pt x="121931" y="179184"/>
                  </a:cubicBezTo>
                  <a:cubicBezTo>
                    <a:pt x="110130" y="159911"/>
                    <a:pt x="102345" y="138453"/>
                    <a:pt x="99038" y="116096"/>
                  </a:cubicBezTo>
                  <a:cubicBezTo>
                    <a:pt x="98837" y="114253"/>
                    <a:pt x="100149" y="112589"/>
                    <a:pt x="101983" y="112345"/>
                  </a:cubicBezTo>
                  <a:cubicBezTo>
                    <a:pt x="103818" y="112112"/>
                    <a:pt x="105491" y="113410"/>
                    <a:pt x="105725" y="115245"/>
                  </a:cubicBezTo>
                  <a:cubicBezTo>
                    <a:pt x="105725" y="115260"/>
                    <a:pt x="105732" y="115276"/>
                    <a:pt x="105732" y="115292"/>
                  </a:cubicBezTo>
                  <a:cubicBezTo>
                    <a:pt x="108630" y="135000"/>
                    <a:pt x="115190" y="153991"/>
                    <a:pt x="125077" y="171281"/>
                  </a:cubicBezTo>
                  <a:cubicBezTo>
                    <a:pt x="131771" y="162441"/>
                    <a:pt x="146431" y="141813"/>
                    <a:pt x="150046" y="135250"/>
                  </a:cubicBezTo>
                  <a:cubicBezTo>
                    <a:pt x="170128" y="98214"/>
                    <a:pt x="163836" y="61982"/>
                    <a:pt x="157811" y="51132"/>
                  </a:cubicBezTo>
                  <a:cubicBezTo>
                    <a:pt x="145092" y="28027"/>
                    <a:pt x="126483" y="12355"/>
                    <a:pt x="106803" y="8069"/>
                  </a:cubicBezTo>
                  <a:cubicBezTo>
                    <a:pt x="101977" y="6987"/>
                    <a:pt x="97016" y="6604"/>
                    <a:pt x="92076" y="6930"/>
                  </a:cubicBezTo>
                  <a:lnTo>
                    <a:pt x="37988" y="10078"/>
                  </a:lnTo>
                  <a:cubicBezTo>
                    <a:pt x="27713" y="11187"/>
                    <a:pt x="17645" y="13711"/>
                    <a:pt x="8066" y="17579"/>
                  </a:cubicBezTo>
                  <a:lnTo>
                    <a:pt x="8066" y="17579"/>
                  </a:lnTo>
                  <a:lnTo>
                    <a:pt x="9472" y="20124"/>
                  </a:lnTo>
                  <a:cubicBezTo>
                    <a:pt x="30625" y="58097"/>
                    <a:pt x="90336" y="78658"/>
                    <a:pt x="90938" y="78859"/>
                  </a:cubicBezTo>
                  <a:cubicBezTo>
                    <a:pt x="92605" y="79658"/>
                    <a:pt x="93308" y="81658"/>
                    <a:pt x="92511" y="83325"/>
                  </a:cubicBezTo>
                  <a:cubicBezTo>
                    <a:pt x="91842" y="84720"/>
                    <a:pt x="90309" y="85476"/>
                    <a:pt x="88796" y="85154"/>
                  </a:cubicBezTo>
                  <a:cubicBezTo>
                    <a:pt x="86252" y="84284"/>
                    <a:pt x="26073" y="63589"/>
                    <a:pt x="3582" y="23339"/>
                  </a:cubicBezTo>
                  <a:lnTo>
                    <a:pt x="301" y="17311"/>
                  </a:lnTo>
                  <a:cubicBezTo>
                    <a:pt x="-100" y="16417"/>
                    <a:pt x="-100" y="15392"/>
                    <a:pt x="301" y="14498"/>
                  </a:cubicBezTo>
                  <a:cubicBezTo>
                    <a:pt x="663" y="13594"/>
                    <a:pt x="1393" y="12888"/>
                    <a:pt x="2310" y="12556"/>
                  </a:cubicBezTo>
                  <a:lnTo>
                    <a:pt x="6393" y="11150"/>
                  </a:lnTo>
                  <a:cubicBezTo>
                    <a:pt x="16541" y="7023"/>
                    <a:pt x="27225" y="4362"/>
                    <a:pt x="38122" y="3247"/>
                  </a:cubicBezTo>
                  <a:lnTo>
                    <a:pt x="92277" y="99"/>
                  </a:lnTo>
                  <a:cubicBezTo>
                    <a:pt x="97799" y="-214"/>
                    <a:pt x="103335" y="214"/>
                    <a:pt x="108744" y="1372"/>
                  </a:cubicBezTo>
                  <a:cubicBezTo>
                    <a:pt x="138265" y="8069"/>
                    <a:pt x="156138" y="33184"/>
                    <a:pt x="164238" y="47717"/>
                  </a:cubicBezTo>
                  <a:cubicBezTo>
                    <a:pt x="170932" y="60107"/>
                    <a:pt x="178228" y="98549"/>
                    <a:pt x="156405" y="138331"/>
                  </a:cubicBezTo>
                  <a:cubicBezTo>
                    <a:pt x="151586" y="147171"/>
                    <a:pt x="128960" y="177912"/>
                    <a:pt x="128023" y="179251"/>
                  </a:cubicBezTo>
                  <a:cubicBezTo>
                    <a:pt x="127287" y="180349"/>
                    <a:pt x="125981" y="180923"/>
                    <a:pt x="124676" y="180724"/>
                  </a:cubicBezTo>
                  <a:close/>
                </a:path>
              </a:pathLst>
            </a:custGeom>
            <a:solidFill>
              <a:srgbClr val="0D274D"/>
            </a:solidFill>
            <a:ln w="669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  <a:sym typeface="Helvetica"/>
              </a:endParaRPr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4373284E-3889-7782-3B3D-7C099EABF04A}"/>
                </a:ext>
              </a:extLst>
            </p:cNvPr>
            <p:cNvSpPr/>
            <p:nvPr/>
          </p:nvSpPr>
          <p:spPr>
            <a:xfrm>
              <a:off x="6099971" y="540737"/>
              <a:ext cx="474671" cy="340622"/>
            </a:xfrm>
            <a:custGeom>
              <a:avLst/>
              <a:gdLst>
                <a:gd name="connsiteX0" fmla="*/ 406593 w 474671"/>
                <a:gd name="connsiteY0" fmla="*/ 340623 h 340622"/>
                <a:gd name="connsiteX1" fmla="*/ 474671 w 474671"/>
                <a:gd name="connsiteY1" fmla="*/ 272512 h 340622"/>
                <a:gd name="connsiteX2" fmla="*/ 471124 w 474671"/>
                <a:gd name="connsiteY2" fmla="*/ 250813 h 340622"/>
                <a:gd name="connsiteX3" fmla="*/ 386511 w 474671"/>
                <a:gd name="connsiteY3" fmla="*/ 49024 h 340622"/>
                <a:gd name="connsiteX4" fmla="*/ 318099 w 474671"/>
                <a:gd name="connsiteY4" fmla="*/ 1072 h 340622"/>
                <a:gd name="connsiteX5" fmla="*/ 101749 w 474671"/>
                <a:gd name="connsiteY5" fmla="*/ 0 h 340622"/>
                <a:gd name="connsiteX6" fmla="*/ 65199 w 474671"/>
                <a:gd name="connsiteY6" fmla="*/ 11452 h 340622"/>
                <a:gd name="connsiteX7" fmla="*/ 34273 w 474671"/>
                <a:gd name="connsiteY7" fmla="*/ 62954 h 340622"/>
                <a:gd name="connsiteX8" fmla="*/ 0 w 474671"/>
                <a:gd name="connsiteY8" fmla="*/ 340623 h 340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4671" h="340622">
                  <a:moveTo>
                    <a:pt x="406593" y="340623"/>
                  </a:moveTo>
                  <a:cubicBezTo>
                    <a:pt x="444194" y="340623"/>
                    <a:pt x="474671" y="310130"/>
                    <a:pt x="474671" y="272512"/>
                  </a:cubicBezTo>
                  <a:cubicBezTo>
                    <a:pt x="474671" y="265131"/>
                    <a:pt x="473473" y="257805"/>
                    <a:pt x="471124" y="250813"/>
                  </a:cubicBezTo>
                  <a:lnTo>
                    <a:pt x="386511" y="49024"/>
                  </a:lnTo>
                  <a:cubicBezTo>
                    <a:pt x="376631" y="19800"/>
                    <a:pt x="348925" y="382"/>
                    <a:pt x="318099" y="1072"/>
                  </a:cubicBezTo>
                  <a:lnTo>
                    <a:pt x="101749" y="0"/>
                  </a:lnTo>
                  <a:cubicBezTo>
                    <a:pt x="88702" y="111"/>
                    <a:pt x="75977" y="4097"/>
                    <a:pt x="65199" y="11452"/>
                  </a:cubicBezTo>
                  <a:cubicBezTo>
                    <a:pt x="47895" y="23302"/>
                    <a:pt x="36603" y="42104"/>
                    <a:pt x="34273" y="62954"/>
                  </a:cubicBezTo>
                  <a:lnTo>
                    <a:pt x="0" y="340623"/>
                  </a:lnTo>
                  <a:close/>
                </a:path>
              </a:pathLst>
            </a:custGeom>
            <a:solidFill>
              <a:srgbClr val="FFFFFF"/>
            </a:solidFill>
            <a:ln w="669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  <a:sym typeface="Helvetica"/>
              </a:endParaRPr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5F86FE6D-A5E0-7A67-64B3-C7A0C8B6052F}"/>
                </a:ext>
              </a:extLst>
            </p:cNvPr>
            <p:cNvSpPr/>
            <p:nvPr/>
          </p:nvSpPr>
          <p:spPr>
            <a:xfrm>
              <a:off x="6096523" y="537723"/>
              <a:ext cx="481153" cy="346985"/>
            </a:xfrm>
            <a:custGeom>
              <a:avLst/>
              <a:gdLst>
                <a:gd name="connsiteX0" fmla="*/ 410042 w 481153"/>
                <a:gd name="connsiteY0" fmla="*/ 346985 h 346985"/>
                <a:gd name="connsiteX1" fmla="*/ 3314 w 481153"/>
                <a:gd name="connsiteY1" fmla="*/ 346985 h 346985"/>
                <a:gd name="connsiteX2" fmla="*/ 838 w 481153"/>
                <a:gd name="connsiteY2" fmla="*/ 345847 h 346985"/>
                <a:gd name="connsiteX3" fmla="*/ 34 w 481153"/>
                <a:gd name="connsiteY3" fmla="*/ 343235 h 346985"/>
                <a:gd name="connsiteX4" fmla="*/ 34308 w 481153"/>
                <a:gd name="connsiteY4" fmla="*/ 65566 h 346985"/>
                <a:gd name="connsiteX5" fmla="*/ 66707 w 481153"/>
                <a:gd name="connsiteY5" fmla="*/ 11988 h 346985"/>
                <a:gd name="connsiteX6" fmla="*/ 104796 w 481153"/>
                <a:gd name="connsiteY6" fmla="*/ 0 h 346985"/>
                <a:gd name="connsiteX7" fmla="*/ 105264 w 481153"/>
                <a:gd name="connsiteY7" fmla="*/ 0 h 346985"/>
                <a:gd name="connsiteX8" fmla="*/ 321614 w 481153"/>
                <a:gd name="connsiteY8" fmla="*/ 1072 h 346985"/>
                <a:gd name="connsiteX9" fmla="*/ 393173 w 481153"/>
                <a:gd name="connsiteY9" fmla="*/ 51301 h 346985"/>
                <a:gd name="connsiteX10" fmla="*/ 477316 w 481153"/>
                <a:gd name="connsiteY10" fmla="*/ 252554 h 346985"/>
                <a:gd name="connsiteX11" fmla="*/ 432801 w 481153"/>
                <a:gd name="connsiteY11" fmla="*/ 343168 h 346985"/>
                <a:gd name="connsiteX12" fmla="*/ 410042 w 481153"/>
                <a:gd name="connsiteY12" fmla="*/ 346985 h 346985"/>
                <a:gd name="connsiteX13" fmla="*/ 7465 w 481153"/>
                <a:gd name="connsiteY13" fmla="*/ 340288 h 346985"/>
                <a:gd name="connsiteX14" fmla="*/ 410042 w 481153"/>
                <a:gd name="connsiteY14" fmla="*/ 340288 h 346985"/>
                <a:gd name="connsiteX15" fmla="*/ 474800 w 481153"/>
                <a:gd name="connsiteY15" fmla="*/ 275552 h 346985"/>
                <a:gd name="connsiteX16" fmla="*/ 471426 w 481153"/>
                <a:gd name="connsiteY16" fmla="*/ 254898 h 346985"/>
                <a:gd name="connsiteX17" fmla="*/ 387282 w 481153"/>
                <a:gd name="connsiteY17" fmla="*/ 53310 h 346985"/>
                <a:gd name="connsiteX18" fmla="*/ 321949 w 481153"/>
                <a:gd name="connsiteY18" fmla="*/ 7434 h 346985"/>
                <a:gd name="connsiteX19" fmla="*/ 105532 w 481153"/>
                <a:gd name="connsiteY19" fmla="*/ 6362 h 346985"/>
                <a:gd name="connsiteX20" fmla="*/ 105130 w 481153"/>
                <a:gd name="connsiteY20" fmla="*/ 6362 h 346985"/>
                <a:gd name="connsiteX21" fmla="*/ 70723 w 481153"/>
                <a:gd name="connsiteY21" fmla="*/ 17212 h 346985"/>
                <a:gd name="connsiteX22" fmla="*/ 41269 w 481153"/>
                <a:gd name="connsiteY22" fmla="*/ 66370 h 346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81153" h="346985">
                  <a:moveTo>
                    <a:pt x="410042" y="346985"/>
                  </a:moveTo>
                  <a:lnTo>
                    <a:pt x="3314" y="346985"/>
                  </a:lnTo>
                  <a:cubicBezTo>
                    <a:pt x="2364" y="346992"/>
                    <a:pt x="1453" y="346577"/>
                    <a:pt x="838" y="345847"/>
                  </a:cubicBezTo>
                  <a:cubicBezTo>
                    <a:pt x="188" y="345144"/>
                    <a:pt x="-106" y="344186"/>
                    <a:pt x="34" y="343235"/>
                  </a:cubicBezTo>
                  <a:lnTo>
                    <a:pt x="34308" y="65566"/>
                  </a:lnTo>
                  <a:cubicBezTo>
                    <a:pt x="36838" y="43853"/>
                    <a:pt x="48653" y="24305"/>
                    <a:pt x="66707" y="11988"/>
                  </a:cubicBezTo>
                  <a:cubicBezTo>
                    <a:pt x="77933" y="4302"/>
                    <a:pt x="91193" y="130"/>
                    <a:pt x="104796" y="0"/>
                  </a:cubicBezTo>
                  <a:lnTo>
                    <a:pt x="105264" y="0"/>
                  </a:lnTo>
                  <a:lnTo>
                    <a:pt x="321614" y="1072"/>
                  </a:lnTo>
                  <a:cubicBezTo>
                    <a:pt x="353839" y="479"/>
                    <a:pt x="382764" y="20780"/>
                    <a:pt x="393173" y="51301"/>
                  </a:cubicBezTo>
                  <a:lnTo>
                    <a:pt x="477316" y="252554"/>
                  </a:lnTo>
                  <a:cubicBezTo>
                    <a:pt x="490035" y="289871"/>
                    <a:pt x="470107" y="330443"/>
                    <a:pt x="432801" y="343168"/>
                  </a:cubicBezTo>
                  <a:cubicBezTo>
                    <a:pt x="425471" y="345666"/>
                    <a:pt x="417787" y="346959"/>
                    <a:pt x="410042" y="346985"/>
                  </a:cubicBezTo>
                  <a:close/>
                  <a:moveTo>
                    <a:pt x="7465" y="340288"/>
                  </a:moveTo>
                  <a:lnTo>
                    <a:pt x="410042" y="340288"/>
                  </a:lnTo>
                  <a:cubicBezTo>
                    <a:pt x="445794" y="340302"/>
                    <a:pt x="474786" y="311316"/>
                    <a:pt x="474800" y="275552"/>
                  </a:cubicBezTo>
                  <a:cubicBezTo>
                    <a:pt x="474800" y="268527"/>
                    <a:pt x="473662" y="261555"/>
                    <a:pt x="471426" y="254898"/>
                  </a:cubicBezTo>
                  <a:lnTo>
                    <a:pt x="387282" y="53310"/>
                  </a:lnTo>
                  <a:cubicBezTo>
                    <a:pt x="377998" y="25279"/>
                    <a:pt x="351456" y="6643"/>
                    <a:pt x="321949" y="7434"/>
                  </a:cubicBezTo>
                  <a:lnTo>
                    <a:pt x="105532" y="6362"/>
                  </a:lnTo>
                  <a:lnTo>
                    <a:pt x="105130" y="6362"/>
                  </a:lnTo>
                  <a:cubicBezTo>
                    <a:pt x="92840" y="6498"/>
                    <a:pt x="80871" y="10274"/>
                    <a:pt x="70723" y="17212"/>
                  </a:cubicBezTo>
                  <a:cubicBezTo>
                    <a:pt x="54229" y="28536"/>
                    <a:pt x="43478" y="46480"/>
                    <a:pt x="41269" y="66370"/>
                  </a:cubicBezTo>
                  <a:close/>
                </a:path>
              </a:pathLst>
            </a:custGeom>
            <a:solidFill>
              <a:srgbClr val="0D274D"/>
            </a:solidFill>
            <a:ln w="669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  <a:sym typeface="Helvetica"/>
              </a:endParaRPr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86697202-C487-AD0E-C18A-5B9BA69DB637}"/>
                </a:ext>
              </a:extLst>
            </p:cNvPr>
            <p:cNvSpPr/>
            <p:nvPr/>
          </p:nvSpPr>
          <p:spPr>
            <a:xfrm>
              <a:off x="6345094" y="781704"/>
              <a:ext cx="159930" cy="8036"/>
            </a:xfrm>
            <a:custGeom>
              <a:avLst/>
              <a:gdLst>
                <a:gd name="connsiteX0" fmla="*/ 3358 w 159930"/>
                <a:gd name="connsiteY0" fmla="*/ 8037 h 8036"/>
                <a:gd name="connsiteX1" fmla="*/ 11 w 159930"/>
                <a:gd name="connsiteY1" fmla="*/ 4889 h 8036"/>
                <a:gd name="connsiteX2" fmla="*/ 3010 w 159930"/>
                <a:gd name="connsiteY2" fmla="*/ 1346 h 8036"/>
                <a:gd name="connsiteX3" fmla="*/ 3157 w 159930"/>
                <a:gd name="connsiteY3" fmla="*/ 1339 h 8036"/>
                <a:gd name="connsiteX4" fmla="*/ 45597 w 159930"/>
                <a:gd name="connsiteY4" fmla="*/ 0 h 8036"/>
                <a:gd name="connsiteX5" fmla="*/ 156584 w 159930"/>
                <a:gd name="connsiteY5" fmla="*/ 0 h 8036"/>
                <a:gd name="connsiteX6" fmla="*/ 159931 w 159930"/>
                <a:gd name="connsiteY6" fmla="*/ 3349 h 8036"/>
                <a:gd name="connsiteX7" fmla="*/ 156584 w 159930"/>
                <a:gd name="connsiteY7" fmla="*/ 6697 h 8036"/>
                <a:gd name="connsiteX8" fmla="*/ 45597 w 159930"/>
                <a:gd name="connsiteY8" fmla="*/ 6697 h 8036"/>
                <a:gd name="connsiteX9" fmla="*/ 3559 w 159930"/>
                <a:gd name="connsiteY9" fmla="*/ 8037 h 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9930" h="8036">
                  <a:moveTo>
                    <a:pt x="3358" y="8037"/>
                  </a:moveTo>
                  <a:cubicBezTo>
                    <a:pt x="1584" y="8037"/>
                    <a:pt x="118" y="6657"/>
                    <a:pt x="11" y="4889"/>
                  </a:cubicBezTo>
                  <a:cubicBezTo>
                    <a:pt x="-136" y="3081"/>
                    <a:pt x="1202" y="1500"/>
                    <a:pt x="3010" y="1346"/>
                  </a:cubicBezTo>
                  <a:cubicBezTo>
                    <a:pt x="3057" y="1346"/>
                    <a:pt x="3111" y="1339"/>
                    <a:pt x="3157" y="1339"/>
                  </a:cubicBezTo>
                  <a:cubicBezTo>
                    <a:pt x="15006" y="670"/>
                    <a:pt x="32745" y="0"/>
                    <a:pt x="45597" y="0"/>
                  </a:cubicBezTo>
                  <a:lnTo>
                    <a:pt x="156584" y="0"/>
                  </a:lnTo>
                  <a:cubicBezTo>
                    <a:pt x="158431" y="0"/>
                    <a:pt x="159931" y="1500"/>
                    <a:pt x="159931" y="3349"/>
                  </a:cubicBezTo>
                  <a:cubicBezTo>
                    <a:pt x="159931" y="5197"/>
                    <a:pt x="158431" y="6697"/>
                    <a:pt x="156584" y="6697"/>
                  </a:cubicBezTo>
                  <a:lnTo>
                    <a:pt x="45597" y="6697"/>
                  </a:lnTo>
                  <a:cubicBezTo>
                    <a:pt x="32878" y="6697"/>
                    <a:pt x="15340" y="7367"/>
                    <a:pt x="3559" y="8037"/>
                  </a:cubicBezTo>
                  <a:close/>
                </a:path>
              </a:pathLst>
            </a:custGeom>
            <a:solidFill>
              <a:srgbClr val="0D274D"/>
            </a:solidFill>
            <a:ln w="669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  <a:sym typeface="Helvetica"/>
              </a:endParaRPr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5FC67E78-05C2-3BD0-DA67-8EE0AE4F6B05}"/>
                </a:ext>
              </a:extLst>
            </p:cNvPr>
            <p:cNvSpPr/>
            <p:nvPr/>
          </p:nvSpPr>
          <p:spPr>
            <a:xfrm>
              <a:off x="6390558" y="634164"/>
              <a:ext cx="61852" cy="150889"/>
            </a:xfrm>
            <a:custGeom>
              <a:avLst/>
              <a:gdLst>
                <a:gd name="connsiteX0" fmla="*/ 0 w 61852"/>
                <a:gd name="connsiteY0" fmla="*/ 0 h 150889"/>
                <a:gd name="connsiteX1" fmla="*/ 12049 w 61852"/>
                <a:gd name="connsiteY1" fmla="*/ 29401 h 150889"/>
                <a:gd name="connsiteX2" fmla="*/ 61852 w 61852"/>
                <a:gd name="connsiteY2" fmla="*/ 150889 h 150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852" h="150889">
                  <a:moveTo>
                    <a:pt x="0" y="0"/>
                  </a:moveTo>
                  <a:lnTo>
                    <a:pt x="12049" y="29401"/>
                  </a:lnTo>
                  <a:lnTo>
                    <a:pt x="61852" y="150889"/>
                  </a:lnTo>
                </a:path>
              </a:pathLst>
            </a:custGeom>
            <a:solidFill>
              <a:srgbClr val="FFFFFF"/>
            </a:solidFill>
            <a:ln w="669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  <a:sym typeface="Helvetica"/>
              </a:endParaRPr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5FE33A0B-BCFD-16ED-5740-00BF341CD656}"/>
                </a:ext>
              </a:extLst>
            </p:cNvPr>
            <p:cNvSpPr/>
            <p:nvPr/>
          </p:nvSpPr>
          <p:spPr>
            <a:xfrm>
              <a:off x="6387049" y="630380"/>
              <a:ext cx="68745" cy="158022"/>
            </a:xfrm>
            <a:custGeom>
              <a:avLst/>
              <a:gdLst>
                <a:gd name="connsiteX0" fmla="*/ 65361 w 68745"/>
                <a:gd name="connsiteY0" fmla="*/ 158022 h 158022"/>
                <a:gd name="connsiteX1" fmla="*/ 62282 w 68745"/>
                <a:gd name="connsiteY1" fmla="*/ 155946 h 158022"/>
                <a:gd name="connsiteX2" fmla="*/ 429 w 68745"/>
                <a:gd name="connsiteY2" fmla="*/ 4990 h 158022"/>
                <a:gd name="connsiteX3" fmla="*/ 1708 w 68745"/>
                <a:gd name="connsiteY3" fmla="*/ 430 h 158022"/>
                <a:gd name="connsiteX4" fmla="*/ 6266 w 68745"/>
                <a:gd name="connsiteY4" fmla="*/ 1709 h 158022"/>
                <a:gd name="connsiteX5" fmla="*/ 6588 w 68745"/>
                <a:gd name="connsiteY5" fmla="*/ 2512 h 158022"/>
                <a:gd name="connsiteX6" fmla="*/ 68507 w 68745"/>
                <a:gd name="connsiteY6" fmla="*/ 153200 h 158022"/>
                <a:gd name="connsiteX7" fmla="*/ 66640 w 68745"/>
                <a:gd name="connsiteY7" fmla="*/ 157553 h 158022"/>
                <a:gd name="connsiteX8" fmla="*/ 66633 w 68745"/>
                <a:gd name="connsiteY8" fmla="*/ 157553 h 158022"/>
                <a:gd name="connsiteX9" fmla="*/ 65361 w 68745"/>
                <a:gd name="connsiteY9" fmla="*/ 158022 h 158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8745" h="158022">
                  <a:moveTo>
                    <a:pt x="65361" y="158022"/>
                  </a:moveTo>
                  <a:cubicBezTo>
                    <a:pt x="64015" y="157995"/>
                    <a:pt x="62810" y="157185"/>
                    <a:pt x="62282" y="155946"/>
                  </a:cubicBezTo>
                  <a:lnTo>
                    <a:pt x="429" y="4990"/>
                  </a:lnTo>
                  <a:cubicBezTo>
                    <a:pt x="-474" y="3378"/>
                    <a:pt x="94" y="1336"/>
                    <a:pt x="1708" y="430"/>
                  </a:cubicBezTo>
                  <a:cubicBezTo>
                    <a:pt x="3321" y="-476"/>
                    <a:pt x="5356" y="96"/>
                    <a:pt x="6266" y="1709"/>
                  </a:cubicBezTo>
                  <a:cubicBezTo>
                    <a:pt x="6407" y="1961"/>
                    <a:pt x="6514" y="2231"/>
                    <a:pt x="6588" y="2512"/>
                  </a:cubicBezTo>
                  <a:lnTo>
                    <a:pt x="68507" y="153200"/>
                  </a:lnTo>
                  <a:cubicBezTo>
                    <a:pt x="69190" y="154914"/>
                    <a:pt x="68353" y="156863"/>
                    <a:pt x="66640" y="157553"/>
                  </a:cubicBezTo>
                  <a:cubicBezTo>
                    <a:pt x="66640" y="157553"/>
                    <a:pt x="66633" y="157553"/>
                    <a:pt x="66633" y="157553"/>
                  </a:cubicBezTo>
                  <a:cubicBezTo>
                    <a:pt x="66258" y="157814"/>
                    <a:pt x="65816" y="157975"/>
                    <a:pt x="65361" y="158022"/>
                  </a:cubicBezTo>
                  <a:close/>
                </a:path>
              </a:pathLst>
            </a:custGeom>
            <a:solidFill>
              <a:srgbClr val="0D274D"/>
            </a:solidFill>
            <a:ln w="669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  <a:sym typeface="Helvetica"/>
              </a:endParaRPr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BA5CAB2-082B-6D6D-FEDF-5CD5651C5C9E}"/>
                </a:ext>
              </a:extLst>
            </p:cNvPr>
            <p:cNvSpPr/>
            <p:nvPr/>
          </p:nvSpPr>
          <p:spPr>
            <a:xfrm>
              <a:off x="6344862" y="783136"/>
              <a:ext cx="160672" cy="101580"/>
            </a:xfrm>
            <a:custGeom>
              <a:avLst/>
              <a:gdLst>
                <a:gd name="connsiteX0" fmla="*/ 156816 w 160672"/>
                <a:gd name="connsiteY0" fmla="*/ 101573 h 101580"/>
                <a:gd name="connsiteX1" fmla="*/ 156347 w 160672"/>
                <a:gd name="connsiteY1" fmla="*/ 101573 h 101580"/>
                <a:gd name="connsiteX2" fmla="*/ 6067 w 160672"/>
                <a:gd name="connsiteY2" fmla="*/ 80811 h 101580"/>
                <a:gd name="connsiteX3" fmla="*/ 3657 w 160672"/>
                <a:gd name="connsiteY3" fmla="*/ 79204 h 101580"/>
                <a:gd name="connsiteX4" fmla="*/ 3657 w 160672"/>
                <a:gd name="connsiteY4" fmla="*/ 76324 h 101580"/>
                <a:gd name="connsiteX5" fmla="*/ 7205 w 160672"/>
                <a:gd name="connsiteY5" fmla="*/ 66412 h 101580"/>
                <a:gd name="connsiteX6" fmla="*/ 8745 w 160672"/>
                <a:gd name="connsiteY6" fmla="*/ 62461 h 101580"/>
                <a:gd name="connsiteX7" fmla="*/ 9748 w 160672"/>
                <a:gd name="connsiteY7" fmla="*/ 59380 h 101580"/>
                <a:gd name="connsiteX8" fmla="*/ 42 w 160672"/>
                <a:gd name="connsiteY8" fmla="*/ 3926 h 101580"/>
                <a:gd name="connsiteX9" fmla="*/ 2787 w 160672"/>
                <a:gd name="connsiteY9" fmla="*/ 42 h 101580"/>
                <a:gd name="connsiteX10" fmla="*/ 6669 w 160672"/>
                <a:gd name="connsiteY10" fmla="*/ 2788 h 101580"/>
                <a:gd name="connsiteX11" fmla="*/ 16309 w 160672"/>
                <a:gd name="connsiteY11" fmla="*/ 58174 h 101580"/>
                <a:gd name="connsiteX12" fmla="*/ 14769 w 160672"/>
                <a:gd name="connsiteY12" fmla="*/ 65407 h 101580"/>
                <a:gd name="connsiteX13" fmla="*/ 13698 w 160672"/>
                <a:gd name="connsiteY13" fmla="*/ 68086 h 101580"/>
                <a:gd name="connsiteX14" fmla="*/ 11355 w 160672"/>
                <a:gd name="connsiteY14" fmla="*/ 74784 h 101580"/>
                <a:gd name="connsiteX15" fmla="*/ 157552 w 160672"/>
                <a:gd name="connsiteY15" fmla="*/ 94875 h 101580"/>
                <a:gd name="connsiteX16" fmla="*/ 160664 w 160672"/>
                <a:gd name="connsiteY16" fmla="*/ 98458 h 101580"/>
                <a:gd name="connsiteX17" fmla="*/ 157083 w 160672"/>
                <a:gd name="connsiteY17" fmla="*/ 101573 h 101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60672" h="101580">
                  <a:moveTo>
                    <a:pt x="156816" y="101573"/>
                  </a:moveTo>
                  <a:lnTo>
                    <a:pt x="156347" y="101573"/>
                  </a:lnTo>
                  <a:lnTo>
                    <a:pt x="6067" y="80811"/>
                  </a:lnTo>
                  <a:cubicBezTo>
                    <a:pt x="5063" y="80671"/>
                    <a:pt x="4172" y="80074"/>
                    <a:pt x="3657" y="79204"/>
                  </a:cubicBezTo>
                  <a:cubicBezTo>
                    <a:pt x="3262" y="78286"/>
                    <a:pt x="3262" y="77241"/>
                    <a:pt x="3657" y="76324"/>
                  </a:cubicBezTo>
                  <a:lnTo>
                    <a:pt x="7205" y="66412"/>
                  </a:lnTo>
                  <a:cubicBezTo>
                    <a:pt x="7526" y="65026"/>
                    <a:pt x="8041" y="63693"/>
                    <a:pt x="8745" y="62461"/>
                  </a:cubicBezTo>
                  <a:cubicBezTo>
                    <a:pt x="9414" y="60987"/>
                    <a:pt x="9882" y="60117"/>
                    <a:pt x="9748" y="59380"/>
                  </a:cubicBezTo>
                  <a:lnTo>
                    <a:pt x="42" y="3926"/>
                  </a:lnTo>
                  <a:cubicBezTo>
                    <a:pt x="-246" y="2105"/>
                    <a:pt x="973" y="384"/>
                    <a:pt x="2787" y="42"/>
                  </a:cubicBezTo>
                  <a:cubicBezTo>
                    <a:pt x="4607" y="-246"/>
                    <a:pt x="6328" y="973"/>
                    <a:pt x="6669" y="2788"/>
                  </a:cubicBezTo>
                  <a:lnTo>
                    <a:pt x="16309" y="58174"/>
                  </a:lnTo>
                  <a:cubicBezTo>
                    <a:pt x="16630" y="60693"/>
                    <a:pt x="16088" y="63237"/>
                    <a:pt x="14769" y="65407"/>
                  </a:cubicBezTo>
                  <a:cubicBezTo>
                    <a:pt x="14274" y="66238"/>
                    <a:pt x="13912" y="67142"/>
                    <a:pt x="13698" y="68086"/>
                  </a:cubicBezTo>
                  <a:lnTo>
                    <a:pt x="11355" y="74784"/>
                  </a:lnTo>
                  <a:lnTo>
                    <a:pt x="157552" y="94875"/>
                  </a:lnTo>
                  <a:cubicBezTo>
                    <a:pt x="159400" y="95003"/>
                    <a:pt x="160792" y="96610"/>
                    <a:pt x="160664" y="98458"/>
                  </a:cubicBezTo>
                  <a:cubicBezTo>
                    <a:pt x="160537" y="100307"/>
                    <a:pt x="158931" y="101700"/>
                    <a:pt x="157083" y="101573"/>
                  </a:cubicBezTo>
                  <a:close/>
                </a:path>
              </a:pathLst>
            </a:custGeom>
            <a:solidFill>
              <a:srgbClr val="0D274D"/>
            </a:solidFill>
            <a:ln w="669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  <a:sym typeface="Helvetica"/>
              </a:endParaRPr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99B4D89C-CA9C-1CC5-DFB5-A8C7D2C159BD}"/>
                </a:ext>
              </a:extLst>
            </p:cNvPr>
            <p:cNvSpPr/>
            <p:nvPr/>
          </p:nvSpPr>
          <p:spPr>
            <a:xfrm>
              <a:off x="6166640" y="789071"/>
              <a:ext cx="151287" cy="64150"/>
            </a:xfrm>
            <a:custGeom>
              <a:avLst/>
              <a:gdLst>
                <a:gd name="connsiteX0" fmla="*/ 151287 w 151287"/>
                <a:gd name="connsiteY0" fmla="*/ 0 h 64150"/>
                <a:gd name="connsiteX1" fmla="*/ 54760 w 151287"/>
                <a:gd name="connsiteY1" fmla="*/ 10850 h 64150"/>
                <a:gd name="connsiteX2" fmla="*/ 37021 w 151287"/>
                <a:gd name="connsiteY2" fmla="*/ 18953 h 64150"/>
                <a:gd name="connsiteX3" fmla="*/ 2547 w 151287"/>
                <a:gd name="connsiteY3" fmla="*/ 50698 h 64150"/>
                <a:gd name="connsiteX4" fmla="*/ 1978 w 151287"/>
                <a:gd name="connsiteY4" fmla="*/ 61575 h 64150"/>
                <a:gd name="connsiteX5" fmla="*/ 2011 w 151287"/>
                <a:gd name="connsiteY5" fmla="*/ 61615 h 64150"/>
                <a:gd name="connsiteX6" fmla="*/ 2011 w 151287"/>
                <a:gd name="connsiteY6" fmla="*/ 61615 h 64150"/>
                <a:gd name="connsiteX7" fmla="*/ 11717 w 151287"/>
                <a:gd name="connsiteY7" fmla="*/ 63088 h 64150"/>
                <a:gd name="connsiteX8" fmla="*/ 16738 w 151287"/>
                <a:gd name="connsiteY8" fmla="*/ 60074 h 64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1287" h="64150">
                  <a:moveTo>
                    <a:pt x="151287" y="0"/>
                  </a:moveTo>
                  <a:lnTo>
                    <a:pt x="54760" y="10850"/>
                  </a:lnTo>
                  <a:cubicBezTo>
                    <a:pt x="48126" y="11573"/>
                    <a:pt x="41907" y="14413"/>
                    <a:pt x="37021" y="18953"/>
                  </a:cubicBezTo>
                  <a:lnTo>
                    <a:pt x="2547" y="50698"/>
                  </a:lnTo>
                  <a:cubicBezTo>
                    <a:pt x="-613" y="53545"/>
                    <a:pt x="-867" y="58414"/>
                    <a:pt x="1978" y="61575"/>
                  </a:cubicBezTo>
                  <a:cubicBezTo>
                    <a:pt x="1984" y="61588"/>
                    <a:pt x="1998" y="61601"/>
                    <a:pt x="2011" y="61615"/>
                  </a:cubicBezTo>
                  <a:lnTo>
                    <a:pt x="2011" y="61615"/>
                  </a:lnTo>
                  <a:cubicBezTo>
                    <a:pt x="4502" y="64327"/>
                    <a:pt x="8538" y="64937"/>
                    <a:pt x="11717" y="63088"/>
                  </a:cubicBezTo>
                  <a:lnTo>
                    <a:pt x="16738" y="60074"/>
                  </a:lnTo>
                </a:path>
              </a:pathLst>
            </a:custGeom>
            <a:solidFill>
              <a:srgbClr val="485D7C"/>
            </a:solidFill>
            <a:ln w="669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  <a:sym typeface="Helvetica"/>
              </a:endParaRPr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77C07E74-FF13-1ED7-3206-35D1D6305D9E}"/>
                </a:ext>
              </a:extLst>
            </p:cNvPr>
            <p:cNvSpPr/>
            <p:nvPr/>
          </p:nvSpPr>
          <p:spPr>
            <a:xfrm>
              <a:off x="6163337" y="785723"/>
              <a:ext cx="154925" cy="70858"/>
            </a:xfrm>
            <a:custGeom>
              <a:avLst/>
              <a:gdLst>
                <a:gd name="connsiteX0" fmla="*/ 11072 w 154925"/>
                <a:gd name="connsiteY0" fmla="*/ 70857 h 70858"/>
                <a:gd name="connsiteX1" fmla="*/ 0 w 154925"/>
                <a:gd name="connsiteY1" fmla="*/ 59699 h 70858"/>
                <a:gd name="connsiteX2" fmla="*/ 3575 w 154925"/>
                <a:gd name="connsiteY2" fmla="*/ 51569 h 70858"/>
                <a:gd name="connsiteX3" fmla="*/ 38048 w 154925"/>
                <a:gd name="connsiteY3" fmla="*/ 19824 h 70858"/>
                <a:gd name="connsiteX4" fmla="*/ 57729 w 154925"/>
                <a:gd name="connsiteY4" fmla="*/ 10850 h 70858"/>
                <a:gd name="connsiteX5" fmla="*/ 154190 w 154925"/>
                <a:gd name="connsiteY5" fmla="*/ 0 h 70858"/>
                <a:gd name="connsiteX6" fmla="*/ 154926 w 154925"/>
                <a:gd name="connsiteY6" fmla="*/ 6697 h 70858"/>
                <a:gd name="connsiteX7" fmla="*/ 58465 w 154925"/>
                <a:gd name="connsiteY7" fmla="*/ 17480 h 70858"/>
                <a:gd name="connsiteX8" fmla="*/ 42601 w 154925"/>
                <a:gd name="connsiteY8" fmla="*/ 24713 h 70858"/>
                <a:gd name="connsiteX9" fmla="*/ 8059 w 154925"/>
                <a:gd name="connsiteY9" fmla="*/ 56458 h 70858"/>
                <a:gd name="connsiteX10" fmla="*/ 8059 w 154925"/>
                <a:gd name="connsiteY10" fmla="*/ 62686 h 70858"/>
                <a:gd name="connsiteX11" fmla="*/ 13549 w 154925"/>
                <a:gd name="connsiteY11" fmla="*/ 63490 h 70858"/>
                <a:gd name="connsiteX12" fmla="*/ 18636 w 154925"/>
                <a:gd name="connsiteY12" fmla="*/ 60543 h 70858"/>
                <a:gd name="connsiteX13" fmla="*/ 22050 w 154925"/>
                <a:gd name="connsiteY13" fmla="*/ 66303 h 70858"/>
                <a:gd name="connsiteX14" fmla="*/ 16963 w 154925"/>
                <a:gd name="connsiteY14" fmla="*/ 69317 h 70858"/>
                <a:gd name="connsiteX15" fmla="*/ 11072 w 154925"/>
                <a:gd name="connsiteY15" fmla="*/ 70857 h 70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4925" h="70858">
                  <a:moveTo>
                    <a:pt x="11072" y="70857"/>
                  </a:moveTo>
                  <a:cubicBezTo>
                    <a:pt x="4934" y="70837"/>
                    <a:pt x="-20" y="65841"/>
                    <a:pt x="0" y="59699"/>
                  </a:cubicBezTo>
                  <a:cubicBezTo>
                    <a:pt x="7" y="56612"/>
                    <a:pt x="1305" y="53665"/>
                    <a:pt x="3575" y="51569"/>
                  </a:cubicBezTo>
                  <a:lnTo>
                    <a:pt x="38048" y="19824"/>
                  </a:lnTo>
                  <a:cubicBezTo>
                    <a:pt x="43478" y="14801"/>
                    <a:pt x="50379" y="11653"/>
                    <a:pt x="57729" y="10850"/>
                  </a:cubicBezTo>
                  <a:lnTo>
                    <a:pt x="154190" y="0"/>
                  </a:lnTo>
                  <a:lnTo>
                    <a:pt x="154926" y="6697"/>
                  </a:lnTo>
                  <a:lnTo>
                    <a:pt x="58465" y="17480"/>
                  </a:lnTo>
                  <a:cubicBezTo>
                    <a:pt x="52548" y="18150"/>
                    <a:pt x="46992" y="20688"/>
                    <a:pt x="42601" y="24713"/>
                  </a:cubicBezTo>
                  <a:lnTo>
                    <a:pt x="8059" y="56458"/>
                  </a:lnTo>
                  <a:cubicBezTo>
                    <a:pt x="6386" y="58199"/>
                    <a:pt x="6386" y="60945"/>
                    <a:pt x="8059" y="62686"/>
                  </a:cubicBezTo>
                  <a:cubicBezTo>
                    <a:pt x="9472" y="64213"/>
                    <a:pt x="11755" y="64548"/>
                    <a:pt x="13549" y="63490"/>
                  </a:cubicBezTo>
                  <a:lnTo>
                    <a:pt x="18636" y="60543"/>
                  </a:lnTo>
                  <a:lnTo>
                    <a:pt x="22050" y="66303"/>
                  </a:lnTo>
                  <a:lnTo>
                    <a:pt x="16963" y="69317"/>
                  </a:lnTo>
                  <a:cubicBezTo>
                    <a:pt x="15175" y="70361"/>
                    <a:pt x="13140" y="70891"/>
                    <a:pt x="11072" y="70857"/>
                  </a:cubicBezTo>
                  <a:close/>
                </a:path>
              </a:pathLst>
            </a:custGeom>
            <a:solidFill>
              <a:srgbClr val="0D274D"/>
            </a:solidFill>
            <a:ln w="669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  <a:sym typeface="Helvetica"/>
              </a:endParaRPr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A03F25AF-D9DA-84A7-A977-86FFC9F5C997}"/>
                </a:ext>
              </a:extLst>
            </p:cNvPr>
            <p:cNvSpPr/>
            <p:nvPr/>
          </p:nvSpPr>
          <p:spPr>
            <a:xfrm>
              <a:off x="6183523" y="787196"/>
              <a:ext cx="170217" cy="68191"/>
            </a:xfrm>
            <a:custGeom>
              <a:avLst/>
              <a:gdLst>
                <a:gd name="connsiteX0" fmla="*/ 170084 w 170217"/>
                <a:gd name="connsiteY0" fmla="*/ 42327 h 68191"/>
                <a:gd name="connsiteX1" fmla="*/ 126171 w 170217"/>
                <a:gd name="connsiteY1" fmla="*/ 50899 h 68191"/>
                <a:gd name="connsiteX2" fmla="*/ 90559 w 170217"/>
                <a:gd name="connsiteY2" fmla="*/ 48555 h 68191"/>
                <a:gd name="connsiteX3" fmla="*/ 57089 w 170217"/>
                <a:gd name="connsiteY3" fmla="*/ 36098 h 68191"/>
                <a:gd name="connsiteX4" fmla="*/ 12908 w 170217"/>
                <a:gd name="connsiteY4" fmla="*/ 66705 h 68191"/>
                <a:gd name="connsiteX5" fmla="*/ 2399 w 170217"/>
                <a:gd name="connsiteY5" fmla="*/ 66705 h 68191"/>
                <a:gd name="connsiteX6" fmla="*/ 1930 w 170217"/>
                <a:gd name="connsiteY6" fmla="*/ 66102 h 68191"/>
                <a:gd name="connsiteX7" fmla="*/ 2647 w 170217"/>
                <a:gd name="connsiteY7" fmla="*/ 55139 h 68191"/>
                <a:gd name="connsiteX8" fmla="*/ 2667 w 170217"/>
                <a:gd name="connsiteY8" fmla="*/ 55118 h 68191"/>
                <a:gd name="connsiteX9" fmla="*/ 43567 w 170217"/>
                <a:gd name="connsiteY9" fmla="*/ 19556 h 68191"/>
                <a:gd name="connsiteX10" fmla="*/ 56152 w 170217"/>
                <a:gd name="connsiteY10" fmla="*/ 14198 h 68191"/>
                <a:gd name="connsiteX11" fmla="*/ 96717 w 170217"/>
                <a:gd name="connsiteY11" fmla="*/ 7501 h 68191"/>
                <a:gd name="connsiteX12" fmla="*/ 165063 w 170217"/>
                <a:gd name="connsiteY12" fmla="*/ 0 h 68191"/>
                <a:gd name="connsiteX13" fmla="*/ 167673 w 170217"/>
                <a:gd name="connsiteY13" fmla="*/ 16408 h 68191"/>
                <a:gd name="connsiteX14" fmla="*/ 170217 w 170217"/>
                <a:gd name="connsiteY14" fmla="*/ 42595 h 68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0217" h="68191">
                  <a:moveTo>
                    <a:pt x="170084" y="42327"/>
                  </a:moveTo>
                  <a:lnTo>
                    <a:pt x="126171" y="50899"/>
                  </a:lnTo>
                  <a:cubicBezTo>
                    <a:pt x="114329" y="53652"/>
                    <a:pt x="101938" y="52835"/>
                    <a:pt x="90559" y="48555"/>
                  </a:cubicBezTo>
                  <a:lnTo>
                    <a:pt x="57089" y="36098"/>
                  </a:lnTo>
                  <a:lnTo>
                    <a:pt x="12908" y="66705"/>
                  </a:lnTo>
                  <a:cubicBezTo>
                    <a:pt x="9682" y="68687"/>
                    <a:pt x="5625" y="68687"/>
                    <a:pt x="2399" y="66705"/>
                  </a:cubicBezTo>
                  <a:lnTo>
                    <a:pt x="1930" y="66102"/>
                  </a:lnTo>
                  <a:cubicBezTo>
                    <a:pt x="-901" y="62881"/>
                    <a:pt x="-580" y="57972"/>
                    <a:pt x="2647" y="55139"/>
                  </a:cubicBezTo>
                  <a:cubicBezTo>
                    <a:pt x="2653" y="55132"/>
                    <a:pt x="2660" y="55125"/>
                    <a:pt x="2667" y="55118"/>
                  </a:cubicBezTo>
                  <a:lnTo>
                    <a:pt x="43567" y="19556"/>
                  </a:lnTo>
                  <a:cubicBezTo>
                    <a:pt x="47094" y="16489"/>
                    <a:pt x="51499" y="14613"/>
                    <a:pt x="56152" y="14198"/>
                  </a:cubicBezTo>
                  <a:lnTo>
                    <a:pt x="96717" y="7501"/>
                  </a:lnTo>
                  <a:cubicBezTo>
                    <a:pt x="119329" y="3630"/>
                    <a:pt x="142149" y="1125"/>
                    <a:pt x="165063" y="0"/>
                  </a:cubicBezTo>
                  <a:lnTo>
                    <a:pt x="167673" y="16408"/>
                  </a:lnTo>
                  <a:lnTo>
                    <a:pt x="170217" y="42595"/>
                  </a:lnTo>
                </a:path>
              </a:pathLst>
            </a:custGeom>
            <a:solidFill>
              <a:srgbClr val="485D7C"/>
            </a:solidFill>
            <a:ln w="669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  <a:sym typeface="Helvetica"/>
              </a:endParaRPr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716ADBA5-4731-3574-2BF3-D64F90937430}"/>
                </a:ext>
              </a:extLst>
            </p:cNvPr>
            <p:cNvSpPr/>
            <p:nvPr/>
          </p:nvSpPr>
          <p:spPr>
            <a:xfrm>
              <a:off x="6180067" y="783580"/>
              <a:ext cx="177154" cy="75155"/>
            </a:xfrm>
            <a:custGeom>
              <a:avLst/>
              <a:gdLst>
                <a:gd name="connsiteX0" fmla="*/ 10943 w 177154"/>
                <a:gd name="connsiteY0" fmla="*/ 75143 h 75155"/>
                <a:gd name="connsiteX1" fmla="*/ 3647 w 177154"/>
                <a:gd name="connsiteY1" fmla="*/ 72799 h 75155"/>
                <a:gd name="connsiteX2" fmla="*/ 2642 w 177154"/>
                <a:gd name="connsiteY2" fmla="*/ 71795 h 75155"/>
                <a:gd name="connsiteX3" fmla="*/ 32 w 177154"/>
                <a:gd name="connsiteY3" fmla="*/ 63825 h 75155"/>
                <a:gd name="connsiteX4" fmla="*/ 3780 w 177154"/>
                <a:gd name="connsiteY4" fmla="*/ 56123 h 75155"/>
                <a:gd name="connsiteX5" fmla="*/ 44747 w 177154"/>
                <a:gd name="connsiteY5" fmla="*/ 20561 h 75155"/>
                <a:gd name="connsiteX6" fmla="*/ 59207 w 177154"/>
                <a:gd name="connsiteY6" fmla="*/ 14399 h 75155"/>
                <a:gd name="connsiteX7" fmla="*/ 99371 w 177154"/>
                <a:gd name="connsiteY7" fmla="*/ 7702 h 75155"/>
                <a:gd name="connsiteX8" fmla="*/ 168185 w 177154"/>
                <a:gd name="connsiteY8" fmla="*/ 0 h 75155"/>
                <a:gd name="connsiteX9" fmla="*/ 171197 w 177154"/>
                <a:gd name="connsiteY9" fmla="*/ 0 h 75155"/>
                <a:gd name="connsiteX10" fmla="*/ 174343 w 177154"/>
                <a:gd name="connsiteY10" fmla="*/ 19422 h 75155"/>
                <a:gd name="connsiteX11" fmla="*/ 177155 w 177154"/>
                <a:gd name="connsiteY11" fmla="*/ 48890 h 75155"/>
                <a:gd name="connsiteX12" fmla="*/ 130297 w 177154"/>
                <a:gd name="connsiteY12" fmla="*/ 57998 h 75155"/>
                <a:gd name="connsiteX13" fmla="*/ 92811 w 177154"/>
                <a:gd name="connsiteY13" fmla="*/ 55520 h 75155"/>
                <a:gd name="connsiteX14" fmla="*/ 60880 w 177154"/>
                <a:gd name="connsiteY14" fmla="*/ 43666 h 75155"/>
                <a:gd name="connsiteX15" fmla="*/ 18172 w 177154"/>
                <a:gd name="connsiteY15" fmla="*/ 73268 h 75155"/>
                <a:gd name="connsiteX16" fmla="*/ 10943 w 177154"/>
                <a:gd name="connsiteY16" fmla="*/ 75143 h 75155"/>
                <a:gd name="connsiteX17" fmla="*/ 165842 w 177154"/>
                <a:gd name="connsiteY17" fmla="*/ 6697 h 75155"/>
                <a:gd name="connsiteX18" fmla="*/ 100843 w 177154"/>
                <a:gd name="connsiteY18" fmla="*/ 13997 h 75155"/>
                <a:gd name="connsiteX19" fmla="*/ 60679 w 177154"/>
                <a:gd name="connsiteY19" fmla="*/ 20695 h 75155"/>
                <a:gd name="connsiteX20" fmla="*/ 49701 w 177154"/>
                <a:gd name="connsiteY20" fmla="*/ 25249 h 75155"/>
                <a:gd name="connsiteX21" fmla="*/ 8801 w 177154"/>
                <a:gd name="connsiteY21" fmla="*/ 60878 h 75155"/>
                <a:gd name="connsiteX22" fmla="*/ 7261 w 177154"/>
                <a:gd name="connsiteY22" fmla="*/ 63892 h 75155"/>
                <a:gd name="connsiteX23" fmla="*/ 8399 w 177154"/>
                <a:gd name="connsiteY23" fmla="*/ 67107 h 75155"/>
                <a:gd name="connsiteX24" fmla="*/ 8801 w 177154"/>
                <a:gd name="connsiteY24" fmla="*/ 67642 h 75155"/>
                <a:gd name="connsiteX25" fmla="*/ 14959 w 177154"/>
                <a:gd name="connsiteY25" fmla="*/ 67241 h 75155"/>
                <a:gd name="connsiteX26" fmla="*/ 60546 w 177154"/>
                <a:gd name="connsiteY26" fmla="*/ 35629 h 75155"/>
                <a:gd name="connsiteX27" fmla="*/ 95756 w 177154"/>
                <a:gd name="connsiteY27" fmla="*/ 49024 h 75155"/>
                <a:gd name="connsiteX28" fmla="*/ 129226 w 177154"/>
                <a:gd name="connsiteY28" fmla="*/ 51234 h 75155"/>
                <a:gd name="connsiteX29" fmla="*/ 170260 w 177154"/>
                <a:gd name="connsiteY29" fmla="*/ 43197 h 75155"/>
                <a:gd name="connsiteX30" fmla="*/ 168051 w 177154"/>
                <a:gd name="connsiteY30" fmla="*/ 20025 h 75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77154" h="75155">
                  <a:moveTo>
                    <a:pt x="10943" y="75143"/>
                  </a:moveTo>
                  <a:cubicBezTo>
                    <a:pt x="8319" y="75210"/>
                    <a:pt x="5742" y="74380"/>
                    <a:pt x="3647" y="72799"/>
                  </a:cubicBezTo>
                  <a:lnTo>
                    <a:pt x="2642" y="71795"/>
                  </a:lnTo>
                  <a:cubicBezTo>
                    <a:pt x="755" y="69591"/>
                    <a:pt x="-189" y="66725"/>
                    <a:pt x="32" y="63825"/>
                  </a:cubicBezTo>
                  <a:cubicBezTo>
                    <a:pt x="226" y="60865"/>
                    <a:pt x="1571" y="58099"/>
                    <a:pt x="3780" y="56123"/>
                  </a:cubicBezTo>
                  <a:lnTo>
                    <a:pt x="44747" y="20561"/>
                  </a:lnTo>
                  <a:cubicBezTo>
                    <a:pt x="48811" y="17051"/>
                    <a:pt x="53865" y="14895"/>
                    <a:pt x="59207" y="14399"/>
                  </a:cubicBezTo>
                  <a:lnTo>
                    <a:pt x="99371" y="7702"/>
                  </a:lnTo>
                  <a:cubicBezTo>
                    <a:pt x="122137" y="3757"/>
                    <a:pt x="145111" y="1185"/>
                    <a:pt x="168185" y="0"/>
                  </a:cubicBezTo>
                  <a:lnTo>
                    <a:pt x="171197" y="0"/>
                  </a:lnTo>
                  <a:lnTo>
                    <a:pt x="174343" y="19422"/>
                  </a:lnTo>
                  <a:lnTo>
                    <a:pt x="177155" y="48890"/>
                  </a:lnTo>
                  <a:lnTo>
                    <a:pt x="130297" y="57998"/>
                  </a:lnTo>
                  <a:cubicBezTo>
                    <a:pt x="117826" y="60871"/>
                    <a:pt x="104793" y="60007"/>
                    <a:pt x="92811" y="55520"/>
                  </a:cubicBezTo>
                  <a:lnTo>
                    <a:pt x="60880" y="43666"/>
                  </a:lnTo>
                  <a:lnTo>
                    <a:pt x="18172" y="73268"/>
                  </a:lnTo>
                  <a:cubicBezTo>
                    <a:pt x="16004" y="74601"/>
                    <a:pt x="13487" y="75257"/>
                    <a:pt x="10943" y="75143"/>
                  </a:cubicBezTo>
                  <a:close/>
                  <a:moveTo>
                    <a:pt x="165842" y="6697"/>
                  </a:moveTo>
                  <a:cubicBezTo>
                    <a:pt x="144053" y="7849"/>
                    <a:pt x="122344" y="10287"/>
                    <a:pt x="100843" y="13997"/>
                  </a:cubicBezTo>
                  <a:lnTo>
                    <a:pt x="60679" y="20695"/>
                  </a:lnTo>
                  <a:cubicBezTo>
                    <a:pt x="56643" y="21070"/>
                    <a:pt x="52821" y="22657"/>
                    <a:pt x="49701" y="25249"/>
                  </a:cubicBezTo>
                  <a:lnTo>
                    <a:pt x="8801" y="60878"/>
                  </a:lnTo>
                  <a:cubicBezTo>
                    <a:pt x="7930" y="61655"/>
                    <a:pt x="7382" y="62733"/>
                    <a:pt x="7261" y="63892"/>
                  </a:cubicBezTo>
                  <a:cubicBezTo>
                    <a:pt x="7188" y="65071"/>
                    <a:pt x="7596" y="66236"/>
                    <a:pt x="8399" y="67107"/>
                  </a:cubicBezTo>
                  <a:lnTo>
                    <a:pt x="8801" y="67642"/>
                  </a:lnTo>
                  <a:cubicBezTo>
                    <a:pt x="10816" y="68399"/>
                    <a:pt x="13058" y="68252"/>
                    <a:pt x="14959" y="67241"/>
                  </a:cubicBezTo>
                  <a:lnTo>
                    <a:pt x="60546" y="35629"/>
                  </a:lnTo>
                  <a:lnTo>
                    <a:pt x="95756" y="49024"/>
                  </a:lnTo>
                  <a:cubicBezTo>
                    <a:pt x="106473" y="52942"/>
                    <a:pt x="118087" y="53705"/>
                    <a:pt x="129226" y="51234"/>
                  </a:cubicBezTo>
                  <a:lnTo>
                    <a:pt x="170260" y="43197"/>
                  </a:lnTo>
                  <a:lnTo>
                    <a:pt x="168051" y="20025"/>
                  </a:lnTo>
                  <a:close/>
                </a:path>
              </a:pathLst>
            </a:custGeom>
            <a:solidFill>
              <a:srgbClr val="0D274D"/>
            </a:solidFill>
            <a:ln w="669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  <a:sym typeface="Helvetica"/>
              </a:endParaRPr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A65EC868-993C-3993-0301-2C799A9A261F}"/>
                </a:ext>
              </a:extLst>
            </p:cNvPr>
            <p:cNvSpPr/>
            <p:nvPr/>
          </p:nvSpPr>
          <p:spPr>
            <a:xfrm>
              <a:off x="6398925" y="654523"/>
              <a:ext cx="53484" cy="130529"/>
            </a:xfrm>
            <a:custGeom>
              <a:avLst/>
              <a:gdLst>
                <a:gd name="connsiteX0" fmla="*/ 0 w 53484"/>
                <a:gd name="connsiteY0" fmla="*/ 0 h 130529"/>
                <a:gd name="connsiteX1" fmla="*/ 29654 w 53484"/>
                <a:gd name="connsiteY1" fmla="*/ 130530 h 130529"/>
                <a:gd name="connsiteX2" fmla="*/ 53485 w 53484"/>
                <a:gd name="connsiteY2" fmla="*/ 130530 h 130529"/>
                <a:gd name="connsiteX3" fmla="*/ 0 w 53484"/>
                <a:gd name="connsiteY3" fmla="*/ 0 h 130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484" h="130529">
                  <a:moveTo>
                    <a:pt x="0" y="0"/>
                  </a:moveTo>
                  <a:lnTo>
                    <a:pt x="29654" y="130530"/>
                  </a:lnTo>
                  <a:lnTo>
                    <a:pt x="53485" y="1305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D274D"/>
            </a:solidFill>
            <a:ln w="669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  <a:sym typeface="Helvetica"/>
              </a:endParaRPr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7C456852-A973-EB03-AFF6-8519ACD30DFE}"/>
                </a:ext>
              </a:extLst>
            </p:cNvPr>
            <p:cNvSpPr/>
            <p:nvPr/>
          </p:nvSpPr>
          <p:spPr>
            <a:xfrm>
              <a:off x="6338144" y="827313"/>
              <a:ext cx="19211" cy="33218"/>
            </a:xfrm>
            <a:custGeom>
              <a:avLst/>
              <a:gdLst>
                <a:gd name="connsiteX0" fmla="*/ 13254 w 19211"/>
                <a:gd name="connsiteY0" fmla="*/ 33218 h 33218"/>
                <a:gd name="connsiteX1" fmla="*/ 13254 w 19211"/>
                <a:gd name="connsiteY1" fmla="*/ 33218 h 33218"/>
                <a:gd name="connsiteX2" fmla="*/ 8434 w 19211"/>
                <a:gd name="connsiteY2" fmla="*/ 30071 h 33218"/>
                <a:gd name="connsiteX3" fmla="*/ 6694 w 19211"/>
                <a:gd name="connsiteY3" fmla="*/ 25918 h 33218"/>
                <a:gd name="connsiteX4" fmla="*/ 0 w 19211"/>
                <a:gd name="connsiteY4" fmla="*/ 4286 h 33218"/>
                <a:gd name="connsiteX5" fmla="*/ 16668 w 19211"/>
                <a:gd name="connsiteY5" fmla="*/ 0 h 33218"/>
                <a:gd name="connsiteX6" fmla="*/ 19212 w 19211"/>
                <a:gd name="connsiteY6" fmla="*/ 14533 h 33218"/>
                <a:gd name="connsiteX7" fmla="*/ 19212 w 19211"/>
                <a:gd name="connsiteY7" fmla="*/ 20293 h 33218"/>
                <a:gd name="connsiteX8" fmla="*/ 18207 w 19211"/>
                <a:gd name="connsiteY8" fmla="*/ 28664 h 33218"/>
                <a:gd name="connsiteX9" fmla="*/ 13254 w 19211"/>
                <a:gd name="connsiteY9" fmla="*/ 33218 h 33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211" h="33218">
                  <a:moveTo>
                    <a:pt x="13254" y="33218"/>
                  </a:moveTo>
                  <a:lnTo>
                    <a:pt x="13254" y="33218"/>
                  </a:lnTo>
                  <a:cubicBezTo>
                    <a:pt x="11172" y="33198"/>
                    <a:pt x="9291" y="31966"/>
                    <a:pt x="8434" y="30071"/>
                  </a:cubicBezTo>
                  <a:lnTo>
                    <a:pt x="6694" y="25918"/>
                  </a:lnTo>
                  <a:lnTo>
                    <a:pt x="0" y="4286"/>
                  </a:lnTo>
                  <a:lnTo>
                    <a:pt x="16668" y="0"/>
                  </a:lnTo>
                  <a:lnTo>
                    <a:pt x="19212" y="14533"/>
                  </a:lnTo>
                  <a:lnTo>
                    <a:pt x="19212" y="20293"/>
                  </a:lnTo>
                  <a:lnTo>
                    <a:pt x="18207" y="28664"/>
                  </a:lnTo>
                  <a:cubicBezTo>
                    <a:pt x="17886" y="31189"/>
                    <a:pt x="15791" y="33111"/>
                    <a:pt x="13254" y="33218"/>
                  </a:cubicBezTo>
                  <a:close/>
                </a:path>
              </a:pathLst>
            </a:custGeom>
            <a:solidFill>
              <a:srgbClr val="0D274D"/>
            </a:solidFill>
            <a:ln w="669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  <a:sym typeface="Helvetica"/>
              </a:endParaRPr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015BA994-E053-969D-35C0-3BF7F326957C}"/>
                </a:ext>
              </a:extLst>
            </p:cNvPr>
            <p:cNvSpPr/>
            <p:nvPr/>
          </p:nvSpPr>
          <p:spPr>
            <a:xfrm>
              <a:off x="6334931" y="824004"/>
              <a:ext cx="25838" cy="39942"/>
            </a:xfrm>
            <a:custGeom>
              <a:avLst/>
              <a:gdLst>
                <a:gd name="connsiteX0" fmla="*/ 16467 w 25838"/>
                <a:gd name="connsiteY0" fmla="*/ 39943 h 39942"/>
                <a:gd name="connsiteX1" fmla="*/ 8568 w 25838"/>
                <a:gd name="connsiteY1" fmla="*/ 34719 h 39942"/>
                <a:gd name="connsiteX2" fmla="*/ 6828 w 25838"/>
                <a:gd name="connsiteY2" fmla="*/ 30566 h 39942"/>
                <a:gd name="connsiteX3" fmla="*/ 134 w 25838"/>
                <a:gd name="connsiteY3" fmla="*/ 8599 h 39942"/>
                <a:gd name="connsiteX4" fmla="*/ 468 w 25838"/>
                <a:gd name="connsiteY4" fmla="*/ 5988 h 39942"/>
                <a:gd name="connsiteX5" fmla="*/ 2543 w 25838"/>
                <a:gd name="connsiteY5" fmla="*/ 4380 h 39942"/>
                <a:gd name="connsiteX6" fmla="*/ 19211 w 25838"/>
                <a:gd name="connsiteY6" fmla="*/ 94 h 39942"/>
                <a:gd name="connsiteX7" fmla="*/ 21822 w 25838"/>
                <a:gd name="connsiteY7" fmla="*/ 563 h 39942"/>
                <a:gd name="connsiteX8" fmla="*/ 23295 w 25838"/>
                <a:gd name="connsiteY8" fmla="*/ 2773 h 39942"/>
                <a:gd name="connsiteX9" fmla="*/ 25838 w 25838"/>
                <a:gd name="connsiteY9" fmla="*/ 17306 h 39942"/>
                <a:gd name="connsiteX10" fmla="*/ 25838 w 25838"/>
                <a:gd name="connsiteY10" fmla="*/ 24003 h 39942"/>
                <a:gd name="connsiteX11" fmla="*/ 24767 w 25838"/>
                <a:gd name="connsiteY11" fmla="*/ 32777 h 39942"/>
                <a:gd name="connsiteX12" fmla="*/ 16467 w 25838"/>
                <a:gd name="connsiteY12" fmla="*/ 39943 h 39942"/>
                <a:gd name="connsiteX13" fmla="*/ 7698 w 25838"/>
                <a:gd name="connsiteY13" fmla="*/ 10006 h 39942"/>
                <a:gd name="connsiteX14" fmla="*/ 13120 w 25838"/>
                <a:gd name="connsiteY14" fmla="*/ 28289 h 39942"/>
                <a:gd name="connsiteX15" fmla="*/ 14793 w 25838"/>
                <a:gd name="connsiteY15" fmla="*/ 32107 h 39942"/>
                <a:gd name="connsiteX16" fmla="*/ 17451 w 25838"/>
                <a:gd name="connsiteY16" fmla="*/ 32803 h 39942"/>
                <a:gd name="connsiteX17" fmla="*/ 18341 w 25838"/>
                <a:gd name="connsiteY17" fmla="*/ 31638 h 39942"/>
                <a:gd name="connsiteX18" fmla="*/ 19345 w 25838"/>
                <a:gd name="connsiteY18" fmla="*/ 23266 h 39942"/>
                <a:gd name="connsiteX19" fmla="*/ 19345 w 25838"/>
                <a:gd name="connsiteY19" fmla="*/ 17909 h 39942"/>
                <a:gd name="connsiteX20" fmla="*/ 17471 w 25838"/>
                <a:gd name="connsiteY20" fmla="*/ 7528 h 3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5838" h="39942">
                  <a:moveTo>
                    <a:pt x="16467" y="39943"/>
                  </a:moveTo>
                  <a:cubicBezTo>
                    <a:pt x="13026" y="39929"/>
                    <a:pt x="9927" y="37880"/>
                    <a:pt x="8568" y="34719"/>
                  </a:cubicBezTo>
                  <a:lnTo>
                    <a:pt x="6828" y="30566"/>
                  </a:lnTo>
                  <a:lnTo>
                    <a:pt x="134" y="8599"/>
                  </a:lnTo>
                  <a:cubicBezTo>
                    <a:pt x="-128" y="7722"/>
                    <a:pt x="0" y="6771"/>
                    <a:pt x="468" y="5988"/>
                  </a:cubicBezTo>
                  <a:cubicBezTo>
                    <a:pt x="910" y="5191"/>
                    <a:pt x="1660" y="4608"/>
                    <a:pt x="2543" y="4380"/>
                  </a:cubicBezTo>
                  <a:lnTo>
                    <a:pt x="19211" y="94"/>
                  </a:lnTo>
                  <a:cubicBezTo>
                    <a:pt x="20108" y="-127"/>
                    <a:pt x="21059" y="47"/>
                    <a:pt x="21822" y="563"/>
                  </a:cubicBezTo>
                  <a:cubicBezTo>
                    <a:pt x="22612" y="1045"/>
                    <a:pt x="23154" y="1855"/>
                    <a:pt x="23295" y="2773"/>
                  </a:cubicBezTo>
                  <a:lnTo>
                    <a:pt x="25838" y="17306"/>
                  </a:lnTo>
                  <a:lnTo>
                    <a:pt x="25838" y="24003"/>
                  </a:lnTo>
                  <a:lnTo>
                    <a:pt x="24767" y="32777"/>
                  </a:lnTo>
                  <a:cubicBezTo>
                    <a:pt x="24091" y="36855"/>
                    <a:pt x="20597" y="39869"/>
                    <a:pt x="16467" y="39943"/>
                  </a:cubicBezTo>
                  <a:close/>
                  <a:moveTo>
                    <a:pt x="7698" y="10006"/>
                  </a:moveTo>
                  <a:lnTo>
                    <a:pt x="13120" y="28289"/>
                  </a:lnTo>
                  <a:lnTo>
                    <a:pt x="14793" y="32107"/>
                  </a:lnTo>
                  <a:cubicBezTo>
                    <a:pt x="15336" y="33031"/>
                    <a:pt x="16527" y="33346"/>
                    <a:pt x="17451" y="32803"/>
                  </a:cubicBezTo>
                  <a:cubicBezTo>
                    <a:pt x="17886" y="32542"/>
                    <a:pt x="18207" y="32127"/>
                    <a:pt x="18341" y="31638"/>
                  </a:cubicBezTo>
                  <a:lnTo>
                    <a:pt x="19345" y="23266"/>
                  </a:lnTo>
                  <a:lnTo>
                    <a:pt x="19345" y="17909"/>
                  </a:lnTo>
                  <a:lnTo>
                    <a:pt x="17471" y="7528"/>
                  </a:lnTo>
                  <a:close/>
                </a:path>
              </a:pathLst>
            </a:custGeom>
            <a:solidFill>
              <a:srgbClr val="0D274D"/>
            </a:solidFill>
            <a:ln w="669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  <a:sym typeface="Helvetica"/>
              </a:endParaRPr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B3639D59-4C86-2DE5-81E9-67FDCC80B323}"/>
                </a:ext>
              </a:extLst>
            </p:cNvPr>
            <p:cNvSpPr/>
            <p:nvPr/>
          </p:nvSpPr>
          <p:spPr>
            <a:xfrm>
              <a:off x="5944269" y="867028"/>
              <a:ext cx="420324" cy="13729"/>
            </a:xfrm>
            <a:custGeom>
              <a:avLst/>
              <a:gdLst>
                <a:gd name="connsiteX0" fmla="*/ 250824 w 420324"/>
                <a:gd name="connsiteY0" fmla="*/ 0 h 13729"/>
                <a:gd name="connsiteX1" fmla="*/ 413622 w 420324"/>
                <a:gd name="connsiteY1" fmla="*/ 0 h 13729"/>
                <a:gd name="connsiteX2" fmla="*/ 420316 w 420324"/>
                <a:gd name="connsiteY2" fmla="*/ 6697 h 13729"/>
                <a:gd name="connsiteX3" fmla="*/ 420316 w 420324"/>
                <a:gd name="connsiteY3" fmla="*/ 6697 h 13729"/>
                <a:gd name="connsiteX4" fmla="*/ 413964 w 420324"/>
                <a:gd name="connsiteY4" fmla="*/ 13723 h 13729"/>
                <a:gd name="connsiteX5" fmla="*/ 413622 w 420324"/>
                <a:gd name="connsiteY5" fmla="*/ 13729 h 13729"/>
                <a:gd name="connsiteX6" fmla="*/ 0 w 420324"/>
                <a:gd name="connsiteY6" fmla="*/ 13729 h 13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0324" h="13729">
                  <a:moveTo>
                    <a:pt x="250824" y="0"/>
                  </a:moveTo>
                  <a:lnTo>
                    <a:pt x="413622" y="0"/>
                  </a:lnTo>
                  <a:cubicBezTo>
                    <a:pt x="417317" y="0"/>
                    <a:pt x="420316" y="3000"/>
                    <a:pt x="420316" y="6697"/>
                  </a:cubicBezTo>
                  <a:lnTo>
                    <a:pt x="420316" y="6697"/>
                  </a:lnTo>
                  <a:cubicBezTo>
                    <a:pt x="420503" y="10394"/>
                    <a:pt x="417659" y="13535"/>
                    <a:pt x="413964" y="13723"/>
                  </a:cubicBezTo>
                  <a:cubicBezTo>
                    <a:pt x="413850" y="13729"/>
                    <a:pt x="413736" y="13729"/>
                    <a:pt x="413622" y="13729"/>
                  </a:cubicBezTo>
                  <a:lnTo>
                    <a:pt x="0" y="13729"/>
                  </a:lnTo>
                </a:path>
              </a:pathLst>
            </a:custGeom>
            <a:solidFill>
              <a:srgbClr val="FFFFFF"/>
            </a:solidFill>
            <a:ln w="669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  <a:sym typeface="Helvetica"/>
              </a:endParaRPr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B0F7DBD7-08A5-4A79-788F-F4FB95FF83A7}"/>
                </a:ext>
              </a:extLst>
            </p:cNvPr>
            <p:cNvSpPr/>
            <p:nvPr/>
          </p:nvSpPr>
          <p:spPr>
            <a:xfrm>
              <a:off x="5940922" y="863679"/>
              <a:ext cx="427344" cy="20761"/>
            </a:xfrm>
            <a:custGeom>
              <a:avLst/>
              <a:gdLst>
                <a:gd name="connsiteX0" fmla="*/ 416969 w 427344"/>
                <a:gd name="connsiteY0" fmla="*/ 20761 h 20761"/>
                <a:gd name="connsiteX1" fmla="*/ 3347 w 427344"/>
                <a:gd name="connsiteY1" fmla="*/ 20761 h 20761"/>
                <a:gd name="connsiteX2" fmla="*/ 0 w 427344"/>
                <a:gd name="connsiteY2" fmla="*/ 17413 h 20761"/>
                <a:gd name="connsiteX3" fmla="*/ 3347 w 427344"/>
                <a:gd name="connsiteY3" fmla="*/ 14064 h 20761"/>
                <a:gd name="connsiteX4" fmla="*/ 416768 w 427344"/>
                <a:gd name="connsiteY4" fmla="*/ 14064 h 20761"/>
                <a:gd name="connsiteX5" fmla="*/ 420450 w 427344"/>
                <a:gd name="connsiteY5" fmla="*/ 10381 h 20761"/>
                <a:gd name="connsiteX6" fmla="*/ 416768 w 427344"/>
                <a:gd name="connsiteY6" fmla="*/ 6697 h 20761"/>
                <a:gd name="connsiteX7" fmla="*/ 254171 w 427344"/>
                <a:gd name="connsiteY7" fmla="*/ 6697 h 20761"/>
                <a:gd name="connsiteX8" fmla="*/ 250824 w 427344"/>
                <a:gd name="connsiteY8" fmla="*/ 3349 h 20761"/>
                <a:gd name="connsiteX9" fmla="*/ 254171 w 427344"/>
                <a:gd name="connsiteY9" fmla="*/ 0 h 20761"/>
                <a:gd name="connsiteX10" fmla="*/ 416969 w 427344"/>
                <a:gd name="connsiteY10" fmla="*/ 0 h 20761"/>
                <a:gd name="connsiteX11" fmla="*/ 427345 w 427344"/>
                <a:gd name="connsiteY11" fmla="*/ 10381 h 20761"/>
                <a:gd name="connsiteX12" fmla="*/ 416969 w 427344"/>
                <a:gd name="connsiteY12" fmla="*/ 20761 h 20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27344" h="20761">
                  <a:moveTo>
                    <a:pt x="416969" y="20761"/>
                  </a:moveTo>
                  <a:lnTo>
                    <a:pt x="3347" y="20761"/>
                  </a:lnTo>
                  <a:cubicBezTo>
                    <a:pt x="1513" y="20728"/>
                    <a:pt x="34" y="19248"/>
                    <a:pt x="0" y="17413"/>
                  </a:cubicBezTo>
                  <a:cubicBezTo>
                    <a:pt x="0" y="15564"/>
                    <a:pt x="1499" y="14064"/>
                    <a:pt x="3347" y="14064"/>
                  </a:cubicBezTo>
                  <a:lnTo>
                    <a:pt x="416768" y="14064"/>
                  </a:lnTo>
                  <a:cubicBezTo>
                    <a:pt x="418803" y="14064"/>
                    <a:pt x="420450" y="12417"/>
                    <a:pt x="420450" y="10381"/>
                  </a:cubicBezTo>
                  <a:cubicBezTo>
                    <a:pt x="420450" y="8345"/>
                    <a:pt x="418803" y="6697"/>
                    <a:pt x="416768" y="6697"/>
                  </a:cubicBezTo>
                  <a:lnTo>
                    <a:pt x="254171" y="6697"/>
                  </a:lnTo>
                  <a:cubicBezTo>
                    <a:pt x="252323" y="6697"/>
                    <a:pt x="250824" y="5197"/>
                    <a:pt x="250824" y="3349"/>
                  </a:cubicBezTo>
                  <a:cubicBezTo>
                    <a:pt x="250857" y="1514"/>
                    <a:pt x="252337" y="33"/>
                    <a:pt x="254171" y="0"/>
                  </a:cubicBezTo>
                  <a:lnTo>
                    <a:pt x="416969" y="0"/>
                  </a:lnTo>
                  <a:cubicBezTo>
                    <a:pt x="422699" y="0"/>
                    <a:pt x="427345" y="4648"/>
                    <a:pt x="427345" y="10381"/>
                  </a:cubicBezTo>
                  <a:cubicBezTo>
                    <a:pt x="427345" y="16114"/>
                    <a:pt x="422699" y="20761"/>
                    <a:pt x="416969" y="20761"/>
                  </a:cubicBezTo>
                  <a:close/>
                </a:path>
              </a:pathLst>
            </a:custGeom>
            <a:solidFill>
              <a:srgbClr val="0D274D"/>
            </a:solidFill>
            <a:ln w="669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  <a:sym typeface="Helvetica"/>
              </a:endParaRPr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3DC60ADF-67AE-7E31-F0C6-A2232DAAE77B}"/>
                </a:ext>
              </a:extLst>
            </p:cNvPr>
            <p:cNvSpPr/>
            <p:nvPr/>
          </p:nvSpPr>
          <p:spPr>
            <a:xfrm>
              <a:off x="5874750" y="660482"/>
              <a:ext cx="320426" cy="220611"/>
            </a:xfrm>
            <a:custGeom>
              <a:avLst/>
              <a:gdLst>
                <a:gd name="connsiteX0" fmla="*/ 35580 w 320426"/>
                <a:gd name="connsiteY0" fmla="*/ 220610 h 220611"/>
                <a:gd name="connsiteX1" fmla="*/ 314921 w 320426"/>
                <a:gd name="connsiteY1" fmla="*/ 220610 h 220611"/>
                <a:gd name="connsiteX2" fmla="*/ 320423 w 320426"/>
                <a:gd name="connsiteY2" fmla="*/ 215406 h 220611"/>
                <a:gd name="connsiteX3" fmla="*/ 320343 w 320426"/>
                <a:gd name="connsiteY3" fmla="*/ 214315 h 220611"/>
                <a:gd name="connsiteX4" fmla="*/ 292027 w 320426"/>
                <a:gd name="connsiteY4" fmla="*/ 2882 h 220611"/>
                <a:gd name="connsiteX5" fmla="*/ 288680 w 320426"/>
                <a:gd name="connsiteY5" fmla="*/ 2 h 220611"/>
                <a:gd name="connsiteX6" fmla="*/ 2579 w 320426"/>
                <a:gd name="connsiteY6" fmla="*/ 2 h 220611"/>
                <a:gd name="connsiteX7" fmla="*/ 2 w 320426"/>
                <a:gd name="connsiteY7" fmla="*/ 2378 h 220611"/>
                <a:gd name="connsiteX8" fmla="*/ 35 w 320426"/>
                <a:gd name="connsiteY8" fmla="*/ 2882 h 220611"/>
                <a:gd name="connsiteX9" fmla="*/ 28351 w 320426"/>
                <a:gd name="connsiteY9" fmla="*/ 214315 h 220611"/>
                <a:gd name="connsiteX10" fmla="*/ 35580 w 320426"/>
                <a:gd name="connsiteY10" fmla="*/ 220610 h 220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20426" h="220611">
                  <a:moveTo>
                    <a:pt x="35580" y="220610"/>
                  </a:moveTo>
                  <a:lnTo>
                    <a:pt x="314921" y="220610"/>
                  </a:lnTo>
                  <a:cubicBezTo>
                    <a:pt x="317879" y="220690"/>
                    <a:pt x="320343" y="218360"/>
                    <a:pt x="320423" y="215406"/>
                  </a:cubicBezTo>
                  <a:cubicBezTo>
                    <a:pt x="320437" y="215038"/>
                    <a:pt x="320410" y="214676"/>
                    <a:pt x="320343" y="214315"/>
                  </a:cubicBezTo>
                  <a:lnTo>
                    <a:pt x="292027" y="2882"/>
                  </a:lnTo>
                  <a:cubicBezTo>
                    <a:pt x="291766" y="1232"/>
                    <a:pt x="290347" y="14"/>
                    <a:pt x="288680" y="2"/>
                  </a:cubicBezTo>
                  <a:lnTo>
                    <a:pt x="2579" y="2"/>
                  </a:lnTo>
                  <a:cubicBezTo>
                    <a:pt x="1213" y="-54"/>
                    <a:pt x="62" y="1011"/>
                    <a:pt x="2" y="2378"/>
                  </a:cubicBezTo>
                  <a:cubicBezTo>
                    <a:pt x="-5" y="2546"/>
                    <a:pt x="9" y="2715"/>
                    <a:pt x="35" y="2882"/>
                  </a:cubicBezTo>
                  <a:lnTo>
                    <a:pt x="28351" y="214315"/>
                  </a:lnTo>
                  <a:cubicBezTo>
                    <a:pt x="28906" y="217898"/>
                    <a:pt x="31959" y="220556"/>
                    <a:pt x="35580" y="220610"/>
                  </a:cubicBezTo>
                  <a:close/>
                </a:path>
              </a:pathLst>
            </a:custGeom>
            <a:solidFill>
              <a:srgbClr val="FFFFFF"/>
            </a:solidFill>
            <a:ln w="669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  <a:sym typeface="Helvetica"/>
              </a:endParaRPr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1E4C8537-BCE6-00DD-AC30-AA65DA1D4312}"/>
                </a:ext>
              </a:extLst>
            </p:cNvPr>
            <p:cNvSpPr/>
            <p:nvPr/>
          </p:nvSpPr>
          <p:spPr>
            <a:xfrm>
              <a:off x="5871450" y="657135"/>
              <a:ext cx="327282" cy="227309"/>
            </a:xfrm>
            <a:custGeom>
              <a:avLst/>
              <a:gdLst>
                <a:gd name="connsiteX0" fmla="*/ 318221 w 327282"/>
                <a:gd name="connsiteY0" fmla="*/ 227305 h 227309"/>
                <a:gd name="connsiteX1" fmla="*/ 38881 w 327282"/>
                <a:gd name="connsiteY1" fmla="*/ 227305 h 227309"/>
                <a:gd name="connsiteX2" fmla="*/ 28438 w 327282"/>
                <a:gd name="connsiteY2" fmla="*/ 218063 h 227309"/>
                <a:gd name="connsiteX3" fmla="*/ 56 w 327282"/>
                <a:gd name="connsiteY3" fmla="*/ 6698 h 227309"/>
                <a:gd name="connsiteX4" fmla="*/ 1461 w 327282"/>
                <a:gd name="connsiteY4" fmla="*/ 2009 h 227309"/>
                <a:gd name="connsiteX5" fmla="*/ 5946 w 327282"/>
                <a:gd name="connsiteY5" fmla="*/ 0 h 227309"/>
                <a:gd name="connsiteX6" fmla="*/ 291981 w 327282"/>
                <a:gd name="connsiteY6" fmla="*/ 0 h 227309"/>
                <a:gd name="connsiteX7" fmla="*/ 298675 w 327282"/>
                <a:gd name="connsiteY7" fmla="*/ 5827 h 227309"/>
                <a:gd name="connsiteX8" fmla="*/ 327191 w 327282"/>
                <a:gd name="connsiteY8" fmla="*/ 217193 h 227309"/>
                <a:gd name="connsiteX9" fmla="*/ 325116 w 327282"/>
                <a:gd name="connsiteY9" fmla="*/ 224292 h 227309"/>
                <a:gd name="connsiteX10" fmla="*/ 318221 w 327282"/>
                <a:gd name="connsiteY10" fmla="*/ 227305 h 227309"/>
                <a:gd name="connsiteX11" fmla="*/ 6817 w 327282"/>
                <a:gd name="connsiteY11" fmla="*/ 6698 h 227309"/>
                <a:gd name="connsiteX12" fmla="*/ 35065 w 327282"/>
                <a:gd name="connsiteY12" fmla="*/ 217193 h 227309"/>
                <a:gd name="connsiteX13" fmla="*/ 38881 w 327282"/>
                <a:gd name="connsiteY13" fmla="*/ 220608 h 227309"/>
                <a:gd name="connsiteX14" fmla="*/ 318221 w 327282"/>
                <a:gd name="connsiteY14" fmla="*/ 220608 h 227309"/>
                <a:gd name="connsiteX15" fmla="*/ 319895 w 327282"/>
                <a:gd name="connsiteY15" fmla="*/ 219938 h 227309"/>
                <a:gd name="connsiteX16" fmla="*/ 320363 w 327282"/>
                <a:gd name="connsiteY16" fmla="*/ 218063 h 227309"/>
                <a:gd name="connsiteX17" fmla="*/ 291981 w 327282"/>
                <a:gd name="connsiteY17" fmla="*/ 6698 h 227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7282" h="227309">
                  <a:moveTo>
                    <a:pt x="318221" y="227305"/>
                  </a:moveTo>
                  <a:lnTo>
                    <a:pt x="38881" y="227305"/>
                  </a:lnTo>
                  <a:cubicBezTo>
                    <a:pt x="33606" y="227198"/>
                    <a:pt x="29188" y="223287"/>
                    <a:pt x="28438" y="218063"/>
                  </a:cubicBezTo>
                  <a:lnTo>
                    <a:pt x="56" y="6698"/>
                  </a:lnTo>
                  <a:cubicBezTo>
                    <a:pt x="-179" y="5005"/>
                    <a:pt x="337" y="3295"/>
                    <a:pt x="1461" y="2009"/>
                  </a:cubicBezTo>
                  <a:cubicBezTo>
                    <a:pt x="2599" y="726"/>
                    <a:pt x="4233" y="-7"/>
                    <a:pt x="5946" y="0"/>
                  </a:cubicBezTo>
                  <a:lnTo>
                    <a:pt x="291981" y="0"/>
                  </a:lnTo>
                  <a:cubicBezTo>
                    <a:pt x="295361" y="-29"/>
                    <a:pt x="298233" y="2472"/>
                    <a:pt x="298675" y="5827"/>
                  </a:cubicBezTo>
                  <a:lnTo>
                    <a:pt x="327191" y="217193"/>
                  </a:lnTo>
                  <a:cubicBezTo>
                    <a:pt x="327559" y="219751"/>
                    <a:pt x="326803" y="222336"/>
                    <a:pt x="325116" y="224292"/>
                  </a:cubicBezTo>
                  <a:cubicBezTo>
                    <a:pt x="323389" y="226281"/>
                    <a:pt x="320859" y="227386"/>
                    <a:pt x="318221" y="227305"/>
                  </a:cubicBezTo>
                  <a:close/>
                  <a:moveTo>
                    <a:pt x="6817" y="6698"/>
                  </a:moveTo>
                  <a:lnTo>
                    <a:pt x="35065" y="217193"/>
                  </a:lnTo>
                  <a:cubicBezTo>
                    <a:pt x="35400" y="219074"/>
                    <a:pt x="36973" y="220481"/>
                    <a:pt x="38881" y="220608"/>
                  </a:cubicBezTo>
                  <a:lnTo>
                    <a:pt x="318221" y="220608"/>
                  </a:lnTo>
                  <a:cubicBezTo>
                    <a:pt x="318844" y="220608"/>
                    <a:pt x="319446" y="220367"/>
                    <a:pt x="319895" y="219938"/>
                  </a:cubicBezTo>
                  <a:cubicBezTo>
                    <a:pt x="320296" y="219403"/>
                    <a:pt x="320464" y="218726"/>
                    <a:pt x="320363" y="218063"/>
                  </a:cubicBezTo>
                  <a:lnTo>
                    <a:pt x="291981" y="6698"/>
                  </a:lnTo>
                  <a:close/>
                </a:path>
              </a:pathLst>
            </a:custGeom>
            <a:solidFill>
              <a:srgbClr val="0D274D"/>
            </a:solidFill>
            <a:ln w="669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  <a:sym typeface="Helvetica"/>
              </a:endParaRPr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54C28A8C-37EB-2B28-EF77-F457FB81B29E}"/>
                </a:ext>
              </a:extLst>
            </p:cNvPr>
            <p:cNvSpPr/>
            <p:nvPr/>
          </p:nvSpPr>
          <p:spPr>
            <a:xfrm>
              <a:off x="6292357" y="403510"/>
              <a:ext cx="31604" cy="37571"/>
            </a:xfrm>
            <a:custGeom>
              <a:avLst/>
              <a:gdLst>
                <a:gd name="connsiteX0" fmla="*/ 14392 w 31604"/>
                <a:gd name="connsiteY0" fmla="*/ 37571 h 37571"/>
                <a:gd name="connsiteX1" fmla="*/ 31535 w 31604"/>
                <a:gd name="connsiteY1" fmla="*/ 17219 h 37571"/>
                <a:gd name="connsiteX2" fmla="*/ 11192 w 31604"/>
                <a:gd name="connsiteY2" fmla="*/ 69 h 37571"/>
                <a:gd name="connsiteX3" fmla="*/ 0 w 31604"/>
                <a:gd name="connsiteY3" fmla="*/ 5023 h 37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604" h="37571">
                  <a:moveTo>
                    <a:pt x="14392" y="37571"/>
                  </a:moveTo>
                  <a:cubicBezTo>
                    <a:pt x="24741" y="36687"/>
                    <a:pt x="32419" y="27575"/>
                    <a:pt x="31535" y="17219"/>
                  </a:cubicBezTo>
                  <a:cubicBezTo>
                    <a:pt x="30652" y="6863"/>
                    <a:pt x="21541" y="-815"/>
                    <a:pt x="11192" y="69"/>
                  </a:cubicBezTo>
                  <a:cubicBezTo>
                    <a:pt x="7015" y="426"/>
                    <a:pt x="3072" y="2170"/>
                    <a:pt x="0" y="5023"/>
                  </a:cubicBezTo>
                </a:path>
              </a:pathLst>
            </a:custGeom>
            <a:solidFill>
              <a:srgbClr val="485D7C"/>
            </a:solidFill>
            <a:ln w="669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  <a:sym typeface="Helvetica"/>
              </a:endParaRPr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381E1549-0A0E-03D6-8851-BB55EF8A5351}"/>
                </a:ext>
              </a:extLst>
            </p:cNvPr>
            <p:cNvSpPr/>
            <p:nvPr/>
          </p:nvSpPr>
          <p:spPr>
            <a:xfrm>
              <a:off x="6289063" y="399959"/>
              <a:ext cx="39930" cy="44471"/>
            </a:xfrm>
            <a:custGeom>
              <a:avLst/>
              <a:gdLst>
                <a:gd name="connsiteX0" fmla="*/ 17686 w 39930"/>
                <a:gd name="connsiteY0" fmla="*/ 44471 h 44471"/>
                <a:gd name="connsiteX1" fmla="*/ 14339 w 39930"/>
                <a:gd name="connsiteY1" fmla="*/ 41323 h 44471"/>
                <a:gd name="connsiteX2" fmla="*/ 17472 w 39930"/>
                <a:gd name="connsiteY2" fmla="*/ 37774 h 44471"/>
                <a:gd name="connsiteX3" fmla="*/ 17485 w 39930"/>
                <a:gd name="connsiteY3" fmla="*/ 37774 h 44471"/>
                <a:gd name="connsiteX4" fmla="*/ 32044 w 39930"/>
                <a:gd name="connsiteY4" fmla="*/ 21399 h 44471"/>
                <a:gd name="connsiteX5" fmla="*/ 15678 w 39930"/>
                <a:gd name="connsiteY5" fmla="*/ 6832 h 44471"/>
                <a:gd name="connsiteX6" fmla="*/ 5704 w 39930"/>
                <a:gd name="connsiteY6" fmla="*/ 11253 h 44471"/>
                <a:gd name="connsiteX7" fmla="*/ 951 w 39930"/>
                <a:gd name="connsiteY7" fmla="*/ 11186 h 44471"/>
                <a:gd name="connsiteX8" fmla="*/ 1018 w 39930"/>
                <a:gd name="connsiteY8" fmla="*/ 6431 h 44471"/>
                <a:gd name="connsiteX9" fmla="*/ 15276 w 39930"/>
                <a:gd name="connsiteY9" fmla="*/ 135 h 44471"/>
                <a:gd name="connsiteX10" fmla="*/ 39796 w 39930"/>
                <a:gd name="connsiteY10" fmla="*/ 19807 h 44471"/>
                <a:gd name="connsiteX11" fmla="*/ 20136 w 39930"/>
                <a:gd name="connsiteY11" fmla="*/ 44338 h 44471"/>
                <a:gd name="connsiteX12" fmla="*/ 17887 w 39930"/>
                <a:gd name="connsiteY12" fmla="*/ 44471 h 44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930" h="44471">
                  <a:moveTo>
                    <a:pt x="17686" y="44471"/>
                  </a:moveTo>
                  <a:cubicBezTo>
                    <a:pt x="15926" y="44442"/>
                    <a:pt x="14480" y="43079"/>
                    <a:pt x="14339" y="41323"/>
                  </a:cubicBezTo>
                  <a:cubicBezTo>
                    <a:pt x="14225" y="39478"/>
                    <a:pt x="15631" y="37888"/>
                    <a:pt x="17472" y="37774"/>
                  </a:cubicBezTo>
                  <a:cubicBezTo>
                    <a:pt x="17479" y="37774"/>
                    <a:pt x="17479" y="37774"/>
                    <a:pt x="17485" y="37774"/>
                  </a:cubicBezTo>
                  <a:cubicBezTo>
                    <a:pt x="26027" y="37274"/>
                    <a:pt x="32547" y="29943"/>
                    <a:pt x="32044" y="21399"/>
                  </a:cubicBezTo>
                  <a:cubicBezTo>
                    <a:pt x="31542" y="12855"/>
                    <a:pt x="24219" y="6333"/>
                    <a:pt x="15678" y="6832"/>
                  </a:cubicBezTo>
                  <a:cubicBezTo>
                    <a:pt x="11922" y="7020"/>
                    <a:pt x="8368" y="8595"/>
                    <a:pt x="5704" y="11253"/>
                  </a:cubicBezTo>
                  <a:cubicBezTo>
                    <a:pt x="4372" y="12547"/>
                    <a:pt x="2243" y="12517"/>
                    <a:pt x="951" y="11186"/>
                  </a:cubicBezTo>
                  <a:cubicBezTo>
                    <a:pt x="-341" y="9854"/>
                    <a:pt x="-314" y="7725"/>
                    <a:pt x="1018" y="6431"/>
                  </a:cubicBezTo>
                  <a:cubicBezTo>
                    <a:pt x="4840" y="2658"/>
                    <a:pt x="9914" y="418"/>
                    <a:pt x="15276" y="135"/>
                  </a:cubicBezTo>
                  <a:cubicBezTo>
                    <a:pt x="27479" y="-1207"/>
                    <a:pt x="38457" y="7601"/>
                    <a:pt x="39796" y="19807"/>
                  </a:cubicBezTo>
                  <a:cubicBezTo>
                    <a:pt x="41135" y="32013"/>
                    <a:pt x="32332" y="42996"/>
                    <a:pt x="20136" y="44338"/>
                  </a:cubicBezTo>
                  <a:cubicBezTo>
                    <a:pt x="19386" y="44421"/>
                    <a:pt x="18636" y="44465"/>
                    <a:pt x="17887" y="44471"/>
                  </a:cubicBezTo>
                  <a:close/>
                </a:path>
              </a:pathLst>
            </a:custGeom>
            <a:solidFill>
              <a:srgbClr val="0D274D"/>
            </a:solidFill>
            <a:ln w="669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  <a:sym typeface="Helvetica"/>
              </a:endParaRPr>
            </a:p>
          </p:txBody>
        </p:sp>
      </p:grpSp>
      <p:pic>
        <p:nvPicPr>
          <p:cNvPr id="5" name="Picture 44" descr="Logo&#10;&#10;Description automatically generated">
            <a:extLst>
              <a:ext uri="{FF2B5EF4-FFF2-40B4-BE49-F238E27FC236}">
                <a16:creationId xmlns:a16="http://schemas.microsoft.com/office/drawing/2014/main" id="{BF5A6E52-F6F8-183B-789A-E309A6CDCC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5562" y="5204686"/>
            <a:ext cx="652800" cy="637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709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>
            <a:extLst>
              <a:ext uri="{FF2B5EF4-FFF2-40B4-BE49-F238E27FC236}">
                <a16:creationId xmlns:a16="http://schemas.microsoft.com/office/drawing/2014/main" id="{C38CF632-72E7-4045-A64E-DA6043492371}"/>
              </a:ext>
            </a:extLst>
          </p:cNvPr>
          <p:cNvSpPr txBox="1"/>
          <p:nvPr/>
        </p:nvSpPr>
        <p:spPr>
          <a:xfrm>
            <a:off x="439750" y="406640"/>
            <a:ext cx="8804075" cy="584775"/>
          </a:xfrm>
          <a:prstGeom prst="rect">
            <a:avLst/>
          </a:prstGeom>
          <a:solidFill>
            <a:srgbClr val="0C274D"/>
          </a:solidFill>
        </p:spPr>
        <p:txBody>
          <a:bodyPr wrap="square" rtlCol="0">
            <a:spAutoFit/>
          </a:bodyPr>
          <a:lstStyle/>
          <a:p>
            <a:pPr marL="0" marR="0" lvl="0" indent="0" algn="l" defTabSz="60953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iscoSansTT ExtraLight" panose="020B0303020201020303" pitchFamily="34" charset="0"/>
                <a:ea typeface="ＭＳ Ｐゴシック" pitchFamily="34" charset="-128"/>
                <a:cs typeface="CiscoSansTT ExtraLight" panose="020B0303020201020303" pitchFamily="34" charset="0"/>
                <a:sym typeface="Helvetica"/>
              </a:rPr>
              <a:t>Entry-level Cybersecurity Offerings</a:t>
            </a:r>
          </a:p>
        </p:txBody>
      </p:sp>
      <p:sp>
        <p:nvSpPr>
          <p:cNvPr id="24" name="Rectangle: Rounded Corners 17">
            <a:extLst>
              <a:ext uri="{FF2B5EF4-FFF2-40B4-BE49-F238E27FC236}">
                <a16:creationId xmlns:a16="http://schemas.microsoft.com/office/drawing/2014/main" id="{BFA8361E-98B0-77A9-FCAB-C34679863C3C}"/>
              </a:ext>
            </a:extLst>
          </p:cNvPr>
          <p:cNvSpPr/>
          <p:nvPr/>
        </p:nvSpPr>
        <p:spPr>
          <a:xfrm>
            <a:off x="7212596" y="4748889"/>
            <a:ext cx="4562136" cy="1884413"/>
          </a:xfrm>
          <a:prstGeom prst="roundRect">
            <a:avLst/>
          </a:prstGeom>
          <a:noFill/>
          <a:ln w="9525">
            <a:solidFill>
              <a:srgbClr val="00B0F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2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Helvetica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2FB653C-6205-621B-FBDC-C5781B6D3826}"/>
              </a:ext>
            </a:extLst>
          </p:cNvPr>
          <p:cNvGrpSpPr/>
          <p:nvPr/>
        </p:nvGrpSpPr>
        <p:grpSpPr>
          <a:xfrm>
            <a:off x="7681005" y="5325725"/>
            <a:ext cx="1785223" cy="572153"/>
            <a:chOff x="8850387" y="2322022"/>
            <a:chExt cx="3009123" cy="572153"/>
          </a:xfrm>
        </p:grpSpPr>
        <p:sp>
          <p:nvSpPr>
            <p:cNvPr id="26" name="Rounded Rectangle 33">
              <a:extLst>
                <a:ext uri="{FF2B5EF4-FFF2-40B4-BE49-F238E27FC236}">
                  <a16:creationId xmlns:a16="http://schemas.microsoft.com/office/drawing/2014/main" id="{B33598DD-D533-0AFF-FE56-A2322F83D4B4}"/>
                </a:ext>
              </a:extLst>
            </p:cNvPr>
            <p:cNvSpPr/>
            <p:nvPr/>
          </p:nvSpPr>
          <p:spPr>
            <a:xfrm rot="16200000">
              <a:off x="10068872" y="1103537"/>
              <a:ext cx="572153" cy="3009123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 w="25400" cap="flat" cmpd="sng" algn="ctr">
              <a:noFill/>
              <a:prstDash val="solid"/>
            </a:ln>
            <a:effectLst/>
          </p:spPr>
          <p:txBody>
            <a:bodyPr vert="vert" lIns="68589" tIns="34295" rIns="68589" bIns="34295" rtlCol="0" anchor="ctr"/>
            <a:lstStyle/>
            <a:p>
              <a:pPr marL="0" marR="0" lvl="0" indent="0" algn="ctr" defTabSz="457143" rtl="0" eaLnBrk="0" fontAlgn="base" latinLnBrk="0" hangingPunct="0">
                <a:lnSpc>
                  <a:spcPct val="85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D274D"/>
                </a:solidFill>
                <a:effectLst/>
                <a:uLnTx/>
                <a:uFillTx/>
                <a:latin typeface="CiscoSansTT ExtraLight"/>
                <a:ea typeface="ＭＳ Ｐゴシック" charset="0"/>
                <a:cs typeface="+mn-cs"/>
                <a:sym typeface="Helvetica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C2B988F-1243-2162-DD9C-8715B3134ED3}"/>
                </a:ext>
              </a:extLst>
            </p:cNvPr>
            <p:cNvSpPr txBox="1"/>
            <p:nvPr/>
          </p:nvSpPr>
          <p:spPr>
            <a:xfrm>
              <a:off x="8953970" y="2479881"/>
              <a:ext cx="281499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2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iscoSansTT ExtraLight"/>
                  <a:ea typeface="ＭＳ Ｐゴシック" charset="0"/>
                  <a:cs typeface="+mn-cs"/>
                  <a:sym typeface="Helvetica"/>
                </a:rPr>
                <a:t>CyberOps Associate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A81C71F5-0290-B325-23B1-8D293399FC94}"/>
              </a:ext>
            </a:extLst>
          </p:cNvPr>
          <p:cNvGrpSpPr/>
          <p:nvPr/>
        </p:nvGrpSpPr>
        <p:grpSpPr>
          <a:xfrm>
            <a:off x="9634838" y="5979450"/>
            <a:ext cx="1785223" cy="572153"/>
            <a:chOff x="8850387" y="5000527"/>
            <a:chExt cx="3009123" cy="572153"/>
          </a:xfrm>
        </p:grpSpPr>
        <p:sp>
          <p:nvSpPr>
            <p:cNvPr id="62" name="Rounded Rectangle 33">
              <a:extLst>
                <a:ext uri="{FF2B5EF4-FFF2-40B4-BE49-F238E27FC236}">
                  <a16:creationId xmlns:a16="http://schemas.microsoft.com/office/drawing/2014/main" id="{C95A7835-2D56-5139-D8F2-389A067DEE0F}"/>
                </a:ext>
              </a:extLst>
            </p:cNvPr>
            <p:cNvSpPr/>
            <p:nvPr/>
          </p:nvSpPr>
          <p:spPr>
            <a:xfrm rot="16200000">
              <a:off x="10068872" y="3782042"/>
              <a:ext cx="572153" cy="3009123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 w="25400" cap="flat" cmpd="sng" algn="ctr">
              <a:noFill/>
              <a:prstDash val="solid"/>
            </a:ln>
            <a:effectLst/>
          </p:spPr>
          <p:txBody>
            <a:bodyPr vert="vert" lIns="68589" tIns="34295" rIns="68589" bIns="34295" rtlCol="0" anchor="ctr"/>
            <a:lstStyle/>
            <a:p>
              <a:pPr marL="0" marR="0" lvl="0" indent="0" algn="ctr" defTabSz="457143" rtl="0" eaLnBrk="0" fontAlgn="base" latinLnBrk="0" hangingPunct="0">
                <a:lnSpc>
                  <a:spcPct val="85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D274D"/>
                </a:solidFill>
                <a:effectLst/>
                <a:uLnTx/>
                <a:uFillTx/>
                <a:latin typeface="CiscoSansTT ExtraLight"/>
                <a:ea typeface="ＭＳ Ｐゴシック" charset="0"/>
                <a:cs typeface="+mn-cs"/>
                <a:sym typeface="Helvetica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2E431277-E025-ED90-200C-9DE9F72D240E}"/>
                </a:ext>
              </a:extLst>
            </p:cNvPr>
            <p:cNvSpPr txBox="1"/>
            <p:nvPr/>
          </p:nvSpPr>
          <p:spPr>
            <a:xfrm>
              <a:off x="8953972" y="5164335"/>
              <a:ext cx="281499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2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iscoSansTT ExtraLight"/>
                  <a:ea typeface="ＭＳ Ｐゴシック" charset="0"/>
                  <a:cs typeface="+mn-cs"/>
                  <a:sym typeface="Helvetica"/>
                </a:rPr>
                <a:t>Cloud Security</a:t>
              </a:r>
            </a:p>
          </p:txBody>
        </p:sp>
      </p:grpSp>
      <p:sp>
        <p:nvSpPr>
          <p:cNvPr id="2" name="Rectangle: Rounded Corners 17">
            <a:extLst>
              <a:ext uri="{FF2B5EF4-FFF2-40B4-BE49-F238E27FC236}">
                <a16:creationId xmlns:a16="http://schemas.microsoft.com/office/drawing/2014/main" id="{7F3ECAD1-1AF3-7550-EDAE-2FE7B526EB37}"/>
              </a:ext>
            </a:extLst>
          </p:cNvPr>
          <p:cNvSpPr/>
          <p:nvPr/>
        </p:nvSpPr>
        <p:spPr>
          <a:xfrm>
            <a:off x="2108960" y="4734760"/>
            <a:ext cx="4450969" cy="1898542"/>
          </a:xfrm>
          <a:prstGeom prst="roundRect">
            <a:avLst/>
          </a:prstGeom>
          <a:noFill/>
          <a:ln w="9525">
            <a:solidFill>
              <a:srgbClr val="00B0F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2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Helvetic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9C3802-578C-37FD-B5E5-173CC0A1D7FE}"/>
              </a:ext>
            </a:extLst>
          </p:cNvPr>
          <p:cNvSpPr txBox="1"/>
          <p:nvPr/>
        </p:nvSpPr>
        <p:spPr>
          <a:xfrm>
            <a:off x="2377056" y="4891948"/>
            <a:ext cx="3914775" cy="16773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095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iscoSansTT" panose="020B0503020201020303" pitchFamily="34" charset="0"/>
                <a:ea typeface="ＭＳ Ｐゴシック" charset="0"/>
                <a:cs typeface="CiscoSansTT" panose="020B0503020201020303" pitchFamily="34" charset="0"/>
                <a:sym typeface="Helvetica"/>
              </a:rPr>
              <a:t>Apply for entry-level jobs, internships, and apprenticeships</a:t>
            </a:r>
          </a:p>
          <a:p>
            <a:pPr marL="0" marR="0" lvl="0" indent="0" algn="l" defTabSz="6095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iscoSansTT ExtraLight" panose="020B0303020201020303" pitchFamily="34" charset="0"/>
              <a:ea typeface="ＭＳ Ｐゴシック" charset="0"/>
              <a:cs typeface="CiscoSansTT ExtraLight" panose="020B0303020201020303" pitchFamily="34" charset="0"/>
              <a:sym typeface="Helvetica"/>
            </a:endParaRPr>
          </a:p>
          <a:p>
            <a:pPr marL="285750" marR="0" lvl="0" indent="-285750" algn="l" defTabSz="6095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iscoSansTT ExtraLight" panose="020B0303020201020303" pitchFamily="34" charset="0"/>
                <a:ea typeface="ＭＳ Ｐゴシック" charset="0"/>
                <a:cs typeface="CiscoSansTT ExtraLight" panose="020B0303020201020303" pitchFamily="34" charset="0"/>
                <a:sym typeface="Helvetica"/>
              </a:rPr>
              <a:t>Junior Cybersecurity Analyst</a:t>
            </a:r>
          </a:p>
          <a:p>
            <a:pPr marL="285750" marR="0" lvl="0" indent="-285750" algn="l" defTabSz="6095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iscoSansTT ExtraLight" panose="020B0303020201020303" pitchFamily="34" charset="0"/>
                <a:ea typeface="ＭＳ Ｐゴシック" charset="0"/>
                <a:cs typeface="CiscoSansTT ExtraLight" panose="020B0303020201020303" pitchFamily="34" charset="0"/>
                <a:sym typeface="Helvetica"/>
              </a:rPr>
              <a:t>Cybersecurity Technician</a:t>
            </a:r>
          </a:p>
          <a:p>
            <a:pPr marL="285750" marR="0" lvl="0" indent="-285750" algn="l" defTabSz="6095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iscoSansTT ExtraLight" panose="020B0303020201020303" pitchFamily="34" charset="0"/>
                <a:ea typeface="ＭＳ Ｐゴシック" charset="0"/>
                <a:cs typeface="CiscoSansTT ExtraLight" panose="020B0303020201020303" pitchFamily="34" charset="0"/>
                <a:sym typeface="Helvetica"/>
              </a:rPr>
              <a:t>Cybersecurity Specialist</a:t>
            </a:r>
          </a:p>
          <a:p>
            <a:pPr marL="285750" marR="0" lvl="0" indent="-285750" algn="l" defTabSz="6095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iscoSansTT ExtraLight" panose="020B0303020201020303" pitchFamily="34" charset="0"/>
                <a:ea typeface="ＭＳ Ｐゴシック" charset="0"/>
                <a:cs typeface="CiscoSansTT ExtraLight" panose="020B0303020201020303" pitchFamily="34" charset="0"/>
                <a:sym typeface="Helvetica"/>
              </a:rPr>
              <a:t>Tier 1 Help Desk Support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B330C6-67AD-D8CD-216E-F5637EA64DD9}"/>
              </a:ext>
            </a:extLst>
          </p:cNvPr>
          <p:cNvSpPr txBox="1"/>
          <p:nvPr/>
        </p:nvSpPr>
        <p:spPr>
          <a:xfrm>
            <a:off x="7488426" y="4888584"/>
            <a:ext cx="39729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095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iscoSansTT" panose="020B0503020201020303" pitchFamily="34" charset="0"/>
                <a:ea typeface="ＭＳ Ｐゴシック" charset="0"/>
                <a:cs typeface="CiscoSansTT" panose="020B0503020201020303" pitchFamily="34" charset="0"/>
                <a:sym typeface="Helvetica"/>
              </a:rPr>
              <a:t>Progress to additional learning</a:t>
            </a:r>
          </a:p>
        </p:txBody>
      </p:sp>
      <p:pic>
        <p:nvPicPr>
          <p:cNvPr id="9" name="Picture 8" descr="Text&#10;&#10;Description automatically generated with medium confidence">
            <a:extLst>
              <a:ext uri="{FF2B5EF4-FFF2-40B4-BE49-F238E27FC236}">
                <a16:creationId xmlns:a16="http://schemas.microsoft.com/office/drawing/2014/main" id="{8CEDC0A7-C375-C7A0-6CC6-07445858C14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90945" y="430118"/>
            <a:ext cx="1800690" cy="436967"/>
          </a:xfrm>
          <a:prstGeom prst="rect">
            <a:avLst/>
          </a:prstGeom>
        </p:spPr>
      </p:pic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09B30F34-5718-9977-884A-1CC0B48823B7}"/>
              </a:ext>
            </a:extLst>
          </p:cNvPr>
          <p:cNvCxnSpPr>
            <a:cxnSpLocks/>
          </p:cNvCxnSpPr>
          <p:nvPr/>
        </p:nvCxnSpPr>
        <p:spPr>
          <a:xfrm>
            <a:off x="9975802" y="2783023"/>
            <a:ext cx="441929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6F871689-D53D-07F5-2F46-E50743D60323}"/>
              </a:ext>
            </a:extLst>
          </p:cNvPr>
          <p:cNvSpPr/>
          <p:nvPr/>
        </p:nvSpPr>
        <p:spPr>
          <a:xfrm>
            <a:off x="10622409" y="2023755"/>
            <a:ext cx="1390389" cy="1390389"/>
          </a:xfrm>
          <a:prstGeom prst="ellipse">
            <a:avLst/>
          </a:prstGeom>
          <a:solidFill>
            <a:srgbClr val="FFFFFF"/>
          </a:solidFill>
          <a:ln w="31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iscoSansTT Light"/>
              <a:ea typeface="ＭＳ Ｐゴシック" charset="0"/>
              <a:cs typeface="+mn-cs"/>
              <a:sym typeface="Helvetica"/>
            </a:endParaRPr>
          </a:p>
        </p:txBody>
      </p:sp>
      <p:sp>
        <p:nvSpPr>
          <p:cNvPr id="3" name="Rounded Rectangle 33">
            <a:extLst>
              <a:ext uri="{FF2B5EF4-FFF2-40B4-BE49-F238E27FC236}">
                <a16:creationId xmlns:a16="http://schemas.microsoft.com/office/drawing/2014/main" id="{70CFDB0C-90B2-5F2A-606B-80CB831A1FA2}"/>
              </a:ext>
            </a:extLst>
          </p:cNvPr>
          <p:cNvSpPr/>
          <p:nvPr/>
        </p:nvSpPr>
        <p:spPr>
          <a:xfrm rot="16200000">
            <a:off x="5729149" y="-2143922"/>
            <a:ext cx="593994" cy="7655358"/>
          </a:xfrm>
          <a:prstGeom prst="roundRect">
            <a:avLst>
              <a:gd name="adj" fmla="val 50000"/>
            </a:avLst>
          </a:prstGeom>
          <a:solidFill>
            <a:srgbClr val="6DBE4A"/>
          </a:solidFill>
          <a:ln w="25400" cap="flat" cmpd="sng" algn="ctr">
            <a:noFill/>
            <a:prstDash val="solid"/>
          </a:ln>
          <a:effectLst/>
        </p:spPr>
        <p:txBody>
          <a:bodyPr vert="vert" lIns="68589" tIns="34295" rIns="68589" bIns="34295" rtlCol="0" anchor="ctr"/>
          <a:lstStyle/>
          <a:p>
            <a:pPr marL="0" marR="0" lvl="0" indent="0" algn="ctr" defTabSz="457155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iscoSansTT ExtraLight"/>
                <a:ea typeface="ＭＳ Ｐゴシック" charset="0"/>
                <a:cs typeface="+mn-cs"/>
                <a:sym typeface="Helvetica"/>
              </a:rPr>
              <a:t>Cybersecurity Essentials</a:t>
            </a:r>
          </a:p>
          <a:p>
            <a:pPr marL="0" marR="0" lvl="0" indent="0" algn="ctr" defTabSz="457155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iscoSansTT ExtraLight"/>
                <a:ea typeface="ＭＳ Ｐゴシック" charset="0"/>
                <a:cs typeface="+mn-cs"/>
                <a:sym typeface="Helvetica"/>
              </a:rPr>
              <a:t>Version 3.0, Instructor-Led only (70 hours)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1AFA7F-33AF-0164-80DB-7B6903182E75}"/>
              </a:ext>
            </a:extLst>
          </p:cNvPr>
          <p:cNvCxnSpPr>
            <a:cxnSpLocks/>
          </p:cNvCxnSpPr>
          <p:nvPr/>
        </p:nvCxnSpPr>
        <p:spPr>
          <a:xfrm>
            <a:off x="5668267" y="2215205"/>
            <a:ext cx="4063545" cy="33539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66A25AC-71BA-F288-64FB-38E49F27C265}"/>
              </a:ext>
            </a:extLst>
          </p:cNvPr>
          <p:cNvSpPr txBox="1"/>
          <p:nvPr/>
        </p:nvSpPr>
        <p:spPr>
          <a:xfrm>
            <a:off x="4908276" y="2038771"/>
            <a:ext cx="518196" cy="338554"/>
          </a:xfrm>
          <a:prstGeom prst="rect">
            <a:avLst/>
          </a:prstGeom>
          <a:solidFill>
            <a:srgbClr val="0D274D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iscoSansTT ExtraLight"/>
                <a:ea typeface="ＭＳ Ｐゴシック" charset="0"/>
                <a:cs typeface="+mn-cs"/>
                <a:sym typeface="Helvetica"/>
              </a:rPr>
              <a:t>or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iscoSansTT ExtraLight"/>
              <a:ea typeface="ＭＳ Ｐゴシック" charset="0"/>
              <a:cs typeface="+mn-cs"/>
              <a:sym typeface="Helvetica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FEEE3B9-6C99-8C9F-F5FE-2F393CB10179}"/>
              </a:ext>
            </a:extLst>
          </p:cNvPr>
          <p:cNvCxnSpPr>
            <a:cxnSpLocks/>
          </p:cNvCxnSpPr>
          <p:nvPr/>
        </p:nvCxnSpPr>
        <p:spPr>
          <a:xfrm>
            <a:off x="629036" y="5787737"/>
            <a:ext cx="995819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B6CD79C-2ED1-C75C-EAD3-2EB2C9B7F768}"/>
              </a:ext>
            </a:extLst>
          </p:cNvPr>
          <p:cNvSpPr txBox="1"/>
          <p:nvPr/>
        </p:nvSpPr>
        <p:spPr>
          <a:xfrm>
            <a:off x="522971" y="5354419"/>
            <a:ext cx="11192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iscoSansTT ExtraLight" panose="020B0303020201020303" pitchFamily="34" charset="0"/>
                <a:ea typeface="+mn-ea"/>
                <a:cs typeface="CiscoSansTT ExtraLight" panose="020B0303020201020303" pitchFamily="34" charset="0"/>
                <a:sym typeface="Helvetica"/>
              </a:rPr>
              <a:t>Continue to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87493CC-E0CD-1A4F-9317-C1E1DC3F630B}"/>
              </a:ext>
            </a:extLst>
          </p:cNvPr>
          <p:cNvSpPr txBox="1"/>
          <p:nvPr/>
        </p:nvSpPr>
        <p:spPr>
          <a:xfrm>
            <a:off x="6676919" y="5438252"/>
            <a:ext cx="4427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iscoSansTT ExtraLight" panose="020B0303020201020303" pitchFamily="34" charset="0"/>
                <a:ea typeface="+mn-ea"/>
                <a:cs typeface="CiscoSansTT ExtraLight" panose="020B0303020201020303" pitchFamily="34" charset="0"/>
                <a:sym typeface="Helvetica"/>
              </a:rPr>
              <a:t>&amp;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307800E-D534-DFD6-3979-9F40FC718C06}"/>
              </a:ext>
            </a:extLst>
          </p:cNvPr>
          <p:cNvGrpSpPr/>
          <p:nvPr/>
        </p:nvGrpSpPr>
        <p:grpSpPr>
          <a:xfrm>
            <a:off x="7681006" y="5974885"/>
            <a:ext cx="1785223" cy="572153"/>
            <a:chOff x="8850387" y="2322022"/>
            <a:chExt cx="3009123" cy="572153"/>
          </a:xfrm>
        </p:grpSpPr>
        <p:sp>
          <p:nvSpPr>
            <p:cNvPr id="18" name="Rounded Rectangle 33">
              <a:extLst>
                <a:ext uri="{FF2B5EF4-FFF2-40B4-BE49-F238E27FC236}">
                  <a16:creationId xmlns:a16="http://schemas.microsoft.com/office/drawing/2014/main" id="{730CA569-B9C8-53DB-51B8-251168D77E78}"/>
                </a:ext>
              </a:extLst>
            </p:cNvPr>
            <p:cNvSpPr/>
            <p:nvPr/>
          </p:nvSpPr>
          <p:spPr>
            <a:xfrm rot="16200000">
              <a:off x="10068872" y="1103537"/>
              <a:ext cx="572153" cy="3009123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 w="25400" cap="flat" cmpd="sng" algn="ctr">
              <a:noFill/>
              <a:prstDash val="solid"/>
            </a:ln>
            <a:effectLst/>
          </p:spPr>
          <p:txBody>
            <a:bodyPr vert="vert" lIns="68589" tIns="34295" rIns="68589" bIns="34295" rtlCol="0" anchor="ctr"/>
            <a:lstStyle/>
            <a:p>
              <a:pPr marL="0" marR="0" lvl="0" indent="0" algn="ctr" defTabSz="457143" rtl="0" eaLnBrk="0" fontAlgn="base" latinLnBrk="0" hangingPunct="0">
                <a:lnSpc>
                  <a:spcPct val="85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D274D"/>
                </a:solidFill>
                <a:effectLst/>
                <a:uLnTx/>
                <a:uFillTx/>
                <a:latin typeface="CiscoSansTT ExtraLight"/>
                <a:ea typeface="ＭＳ Ｐゴシック" charset="0"/>
                <a:cs typeface="+mn-cs"/>
                <a:sym typeface="Helvetica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82537C5-45A3-38FB-DA50-8197390FD690}"/>
                </a:ext>
              </a:extLst>
            </p:cNvPr>
            <p:cNvSpPr txBox="1"/>
            <p:nvPr/>
          </p:nvSpPr>
          <p:spPr>
            <a:xfrm>
              <a:off x="8953970" y="2479881"/>
              <a:ext cx="281499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2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iscoSansTT ExtraLight"/>
                  <a:ea typeface="ＭＳ Ｐゴシック" charset="0"/>
                  <a:cs typeface="+mn-cs"/>
                  <a:sym typeface="Helvetica"/>
                </a:rPr>
                <a:t>IoT Security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F747B07-0275-EB04-0C00-116030CC0501}"/>
              </a:ext>
            </a:extLst>
          </p:cNvPr>
          <p:cNvGrpSpPr/>
          <p:nvPr/>
        </p:nvGrpSpPr>
        <p:grpSpPr>
          <a:xfrm>
            <a:off x="9634838" y="5318561"/>
            <a:ext cx="1785223" cy="572153"/>
            <a:chOff x="8850387" y="5000527"/>
            <a:chExt cx="3009123" cy="572153"/>
          </a:xfrm>
        </p:grpSpPr>
        <p:sp>
          <p:nvSpPr>
            <p:cNvPr id="32" name="Rounded Rectangle 33">
              <a:extLst>
                <a:ext uri="{FF2B5EF4-FFF2-40B4-BE49-F238E27FC236}">
                  <a16:creationId xmlns:a16="http://schemas.microsoft.com/office/drawing/2014/main" id="{73064D65-FB15-4688-3D67-88FBA0602253}"/>
                </a:ext>
              </a:extLst>
            </p:cNvPr>
            <p:cNvSpPr/>
            <p:nvPr/>
          </p:nvSpPr>
          <p:spPr>
            <a:xfrm rot="16200000">
              <a:off x="10068872" y="3782042"/>
              <a:ext cx="572153" cy="3009123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 w="25400" cap="flat" cmpd="sng" algn="ctr">
              <a:noFill/>
              <a:prstDash val="solid"/>
            </a:ln>
            <a:effectLst/>
          </p:spPr>
          <p:txBody>
            <a:bodyPr vert="vert" lIns="68589" tIns="34295" rIns="68589" bIns="34295" rtlCol="0" anchor="ctr"/>
            <a:lstStyle/>
            <a:p>
              <a:pPr marL="0" marR="0" lvl="0" indent="0" algn="ctr" defTabSz="457143" rtl="0" eaLnBrk="0" fontAlgn="base" latinLnBrk="0" hangingPunct="0">
                <a:lnSpc>
                  <a:spcPct val="85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D274D"/>
                </a:solidFill>
                <a:effectLst/>
                <a:uLnTx/>
                <a:uFillTx/>
                <a:latin typeface="CiscoSansTT ExtraLight"/>
                <a:ea typeface="ＭＳ Ｐゴシック" charset="0"/>
                <a:cs typeface="+mn-cs"/>
                <a:sym typeface="Helvetica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A467B1E-50BB-157E-4540-1606FB037488}"/>
                </a:ext>
              </a:extLst>
            </p:cNvPr>
            <p:cNvSpPr txBox="1"/>
            <p:nvPr/>
          </p:nvSpPr>
          <p:spPr>
            <a:xfrm>
              <a:off x="8953972" y="5164335"/>
              <a:ext cx="281499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2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iscoSansTT ExtraLight"/>
                  <a:ea typeface="ＭＳ Ｐゴシック" charset="0"/>
                  <a:cs typeface="+mn-cs"/>
                  <a:sym typeface="Helvetica"/>
                </a:rPr>
                <a:t>Network Security</a:t>
              </a:r>
            </a:p>
          </p:txBody>
        </p:sp>
      </p:grp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477F989-C19D-4007-161A-CBDA2C85C152}"/>
              </a:ext>
            </a:extLst>
          </p:cNvPr>
          <p:cNvCxnSpPr>
            <a:cxnSpLocks/>
          </p:cNvCxnSpPr>
          <p:nvPr/>
        </p:nvCxnSpPr>
        <p:spPr>
          <a:xfrm>
            <a:off x="642712" y="2181666"/>
            <a:ext cx="4063545" cy="33539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33">
            <a:extLst>
              <a:ext uri="{FF2B5EF4-FFF2-40B4-BE49-F238E27FC236}">
                <a16:creationId xmlns:a16="http://schemas.microsoft.com/office/drawing/2014/main" id="{58FD85FB-08CA-FE03-72FE-D6DA71A1BC4F}"/>
              </a:ext>
            </a:extLst>
          </p:cNvPr>
          <p:cNvSpPr/>
          <p:nvPr/>
        </p:nvSpPr>
        <p:spPr>
          <a:xfrm rot="16200000">
            <a:off x="4931973" y="-786296"/>
            <a:ext cx="584776" cy="9258930"/>
          </a:xfrm>
          <a:prstGeom prst="roundRect">
            <a:avLst>
              <a:gd name="adj" fmla="val 50000"/>
            </a:avLst>
          </a:prstGeom>
          <a:solidFill>
            <a:srgbClr val="6DBE4A"/>
          </a:solidFill>
          <a:ln w="25400" cap="flat" cmpd="sng" algn="ctr">
            <a:noFill/>
            <a:prstDash val="solid"/>
          </a:ln>
          <a:effectLst/>
        </p:spPr>
        <p:txBody>
          <a:bodyPr vert="vert" lIns="68589" tIns="34295" rIns="68589" bIns="34295" rtlCol="0" anchor="ctr"/>
          <a:lstStyle/>
          <a:p>
            <a:pPr marL="0" marR="0" lvl="0" indent="0" algn="ctr" defTabSz="457155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iscoSansTT ExtraLight"/>
                <a:ea typeface="ＭＳ Ｐゴシック" charset="0"/>
                <a:cs typeface="+mn-cs"/>
                <a:sym typeface="Helvetica"/>
              </a:rPr>
              <a:t>Junior Cybersecurity Analyst Career Path</a:t>
            </a:r>
          </a:p>
          <a:p>
            <a:pPr marL="0" marR="0" lvl="0" indent="0" algn="ctr" defTabSz="457155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iscoSansTT ExtraLight"/>
                <a:ea typeface="ＭＳ Ｐゴシック" charset="0"/>
                <a:cs typeface="+mn-cs"/>
                <a:sym typeface="Helvetica"/>
              </a:rPr>
              <a:t>Self-paced only (120 hours)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6EF9AF04-D962-A57D-9E9F-6707067B3172}"/>
              </a:ext>
            </a:extLst>
          </p:cNvPr>
          <p:cNvCxnSpPr>
            <a:cxnSpLocks/>
          </p:cNvCxnSpPr>
          <p:nvPr/>
        </p:nvCxnSpPr>
        <p:spPr>
          <a:xfrm>
            <a:off x="5649884" y="3280933"/>
            <a:ext cx="4063545" cy="33539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44CAB1AA-58A0-4688-5FCD-C6A5B7B59FF8}"/>
              </a:ext>
            </a:extLst>
          </p:cNvPr>
          <p:cNvSpPr txBox="1"/>
          <p:nvPr/>
        </p:nvSpPr>
        <p:spPr>
          <a:xfrm>
            <a:off x="4889893" y="3104499"/>
            <a:ext cx="518196" cy="338554"/>
          </a:xfrm>
          <a:prstGeom prst="rect">
            <a:avLst/>
          </a:prstGeom>
          <a:solidFill>
            <a:srgbClr val="0D274D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iscoSansTT ExtraLight"/>
                <a:ea typeface="ＭＳ Ｐゴシック" charset="0"/>
                <a:cs typeface="+mn-cs"/>
                <a:sym typeface="Helvetica"/>
              </a:rPr>
              <a:t>or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iscoSansTT ExtraLight"/>
              <a:ea typeface="ＭＳ Ｐゴシック" charset="0"/>
              <a:cs typeface="+mn-cs"/>
              <a:sym typeface="Helvetica"/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F843D3D6-11EE-956D-93A4-37BC37EB8D39}"/>
              </a:ext>
            </a:extLst>
          </p:cNvPr>
          <p:cNvCxnSpPr>
            <a:cxnSpLocks/>
          </p:cNvCxnSpPr>
          <p:nvPr/>
        </p:nvCxnSpPr>
        <p:spPr>
          <a:xfrm>
            <a:off x="624329" y="3247394"/>
            <a:ext cx="4063545" cy="33539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33">
            <a:extLst>
              <a:ext uri="{FF2B5EF4-FFF2-40B4-BE49-F238E27FC236}">
                <a16:creationId xmlns:a16="http://schemas.microsoft.com/office/drawing/2014/main" id="{267363CB-8128-D217-9C4A-4A0AAC44B203}"/>
              </a:ext>
            </a:extLst>
          </p:cNvPr>
          <p:cNvSpPr/>
          <p:nvPr/>
        </p:nvSpPr>
        <p:spPr>
          <a:xfrm rot="16200000">
            <a:off x="3047828" y="1637977"/>
            <a:ext cx="595210" cy="2299373"/>
          </a:xfrm>
          <a:prstGeom prst="roundRect">
            <a:avLst>
              <a:gd name="adj" fmla="val 50000"/>
            </a:avLst>
          </a:prstGeom>
          <a:solidFill>
            <a:srgbClr val="6DBE4A"/>
          </a:solidFill>
          <a:ln w="25400" cap="flat" cmpd="sng" algn="ctr">
            <a:noFill/>
            <a:prstDash val="solid"/>
          </a:ln>
          <a:effectLst/>
        </p:spPr>
        <p:txBody>
          <a:bodyPr vert="vert" lIns="68589" tIns="34295" rIns="68589" bIns="34295" rtlCol="0" anchor="ctr"/>
          <a:lstStyle/>
          <a:p>
            <a:pPr marL="0" marR="0" lvl="0" indent="0" algn="ctr" defTabSz="457155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iscoSansTT ExtraLight"/>
                <a:ea typeface="ＭＳ Ｐゴシック" charset="0"/>
                <a:cs typeface="+mn-cs"/>
                <a:sym typeface="Helvetica"/>
              </a:rPr>
              <a:t>Endpoint Security     </a:t>
            </a:r>
          </a:p>
          <a:p>
            <a:pPr marL="0" marR="0" lvl="0" indent="0" algn="ctr" defTabSz="457155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iscoSansTT ExtraLight"/>
                <a:ea typeface="ＭＳ Ｐゴシック" charset="0"/>
                <a:cs typeface="+mn-cs"/>
                <a:sym typeface="Helvetica"/>
              </a:rPr>
              <a:t>Instructor-led or Self-paced (27 hours)</a:t>
            </a:r>
          </a:p>
        </p:txBody>
      </p:sp>
      <p:sp>
        <p:nvSpPr>
          <p:cNvPr id="7" name="Rounded Rectangle 33">
            <a:extLst>
              <a:ext uri="{FF2B5EF4-FFF2-40B4-BE49-F238E27FC236}">
                <a16:creationId xmlns:a16="http://schemas.microsoft.com/office/drawing/2014/main" id="{F6F93F8D-96F7-4A8B-3AFC-A8BEF3D34CE1}"/>
              </a:ext>
            </a:extLst>
          </p:cNvPr>
          <p:cNvSpPr/>
          <p:nvPr/>
        </p:nvSpPr>
        <p:spPr>
          <a:xfrm rot="16200000">
            <a:off x="5509648" y="1633340"/>
            <a:ext cx="616048" cy="2299369"/>
          </a:xfrm>
          <a:prstGeom prst="roundRect">
            <a:avLst>
              <a:gd name="adj" fmla="val 50000"/>
            </a:avLst>
          </a:prstGeom>
          <a:solidFill>
            <a:srgbClr val="6EBE4A"/>
          </a:solidFill>
          <a:ln w="25400" cap="flat" cmpd="sng" algn="ctr">
            <a:noFill/>
            <a:prstDash val="solid"/>
          </a:ln>
          <a:effectLst/>
        </p:spPr>
        <p:txBody>
          <a:bodyPr vert="vert" lIns="68589" tIns="34295" rIns="68589" bIns="34295" rtlCol="0" anchor="ctr"/>
          <a:lstStyle/>
          <a:p>
            <a:pPr marL="0" marR="0" lvl="0" indent="0" algn="ctr" defTabSz="457155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iscoSansTT ExtraLight"/>
                <a:ea typeface="ＭＳ Ｐゴシック" charset="0"/>
                <a:cs typeface="+mn-cs"/>
                <a:sym typeface="Helvetica"/>
              </a:rPr>
              <a:t>Network Defense</a:t>
            </a:r>
          </a:p>
          <a:p>
            <a:pPr marL="0" marR="0" lvl="0" indent="0" algn="ctr" defTabSz="457155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iscoSansTT ExtraLight"/>
                <a:ea typeface="ＭＳ Ｐゴシック" charset="0"/>
                <a:cs typeface="+mn-cs"/>
                <a:sym typeface="Helvetica"/>
              </a:rPr>
              <a:t>Instructor-led or Self-paced (27 hours)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C580144-7A4C-64BA-C5F3-EB851217E65E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 flipV="1">
            <a:off x="4495120" y="2783025"/>
            <a:ext cx="172868" cy="4638"/>
          </a:xfrm>
          <a:prstGeom prst="straightConnector1">
            <a:avLst/>
          </a:prstGeom>
          <a:ln>
            <a:solidFill>
              <a:schemeClr val="bg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33">
            <a:extLst>
              <a:ext uri="{FF2B5EF4-FFF2-40B4-BE49-F238E27FC236}">
                <a16:creationId xmlns:a16="http://schemas.microsoft.com/office/drawing/2014/main" id="{52E3B599-4298-83C6-5A50-B310D4A490FF}"/>
              </a:ext>
            </a:extLst>
          </p:cNvPr>
          <p:cNvSpPr/>
          <p:nvPr/>
        </p:nvSpPr>
        <p:spPr>
          <a:xfrm rot="16200000">
            <a:off x="8200027" y="1426224"/>
            <a:ext cx="593995" cy="2713599"/>
          </a:xfrm>
          <a:prstGeom prst="roundRect">
            <a:avLst>
              <a:gd name="adj" fmla="val 50000"/>
            </a:avLst>
          </a:prstGeom>
          <a:solidFill>
            <a:srgbClr val="6EBE4A"/>
          </a:solidFill>
          <a:ln w="25400" cap="flat" cmpd="sng" algn="ctr">
            <a:noFill/>
            <a:prstDash val="solid"/>
          </a:ln>
          <a:effectLst/>
        </p:spPr>
        <p:txBody>
          <a:bodyPr vert="vert" lIns="68589" tIns="34295" rIns="68589" bIns="34295" rtlCol="0" anchor="ctr"/>
          <a:lstStyle/>
          <a:p>
            <a:pPr marL="0" marR="0" lvl="0" indent="0" algn="ctr" defTabSz="457155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iscoSansTT ExtraLight"/>
                <a:ea typeface="ＭＳ Ｐゴシック" charset="0"/>
                <a:cs typeface="+mn-cs"/>
                <a:sym typeface="Helvetica"/>
              </a:rPr>
              <a:t>Cyber Threat Management</a:t>
            </a:r>
          </a:p>
          <a:p>
            <a:pPr marL="0" marR="0" lvl="0" indent="0" algn="ctr" defTabSz="457155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iscoSansTT ExtraLight"/>
                <a:ea typeface="ＭＳ Ｐゴシック" charset="0"/>
                <a:cs typeface="+mn-cs"/>
                <a:sym typeface="Helvetica"/>
              </a:rPr>
              <a:t>Instructor-led or Self-paced (16 hours)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ED12B2B-6DE9-8DB3-4E4F-0AA02D403962}"/>
              </a:ext>
            </a:extLst>
          </p:cNvPr>
          <p:cNvCxnSpPr>
            <a:cxnSpLocks/>
            <a:stCxn id="7" idx="2"/>
            <a:endCxn id="14" idx="0"/>
          </p:cNvCxnSpPr>
          <p:nvPr/>
        </p:nvCxnSpPr>
        <p:spPr>
          <a:xfrm flipV="1">
            <a:off x="6967357" y="2783023"/>
            <a:ext cx="172868" cy="1"/>
          </a:xfrm>
          <a:prstGeom prst="straightConnector1">
            <a:avLst/>
          </a:prstGeom>
          <a:ln>
            <a:solidFill>
              <a:schemeClr val="bg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33">
            <a:extLst>
              <a:ext uri="{FF2B5EF4-FFF2-40B4-BE49-F238E27FC236}">
                <a16:creationId xmlns:a16="http://schemas.microsoft.com/office/drawing/2014/main" id="{185B12D8-D56C-9912-C734-90262A2FF272}"/>
              </a:ext>
            </a:extLst>
          </p:cNvPr>
          <p:cNvSpPr/>
          <p:nvPr/>
        </p:nvSpPr>
        <p:spPr>
          <a:xfrm rot="16200000">
            <a:off x="1054931" y="903829"/>
            <a:ext cx="593994" cy="1514064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 w="25400" cap="flat" cmpd="sng" algn="ctr">
            <a:noFill/>
            <a:prstDash val="solid"/>
          </a:ln>
          <a:effectLst/>
        </p:spPr>
        <p:txBody>
          <a:bodyPr vert="vert" lIns="68589" tIns="34295" rIns="68589" bIns="34295" rtlCol="0" anchor="ctr"/>
          <a:lstStyle/>
          <a:p>
            <a:pPr marL="0" marR="0" lvl="0" indent="0" algn="ctr" defTabSz="457155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iscoSansTT ExtraLight"/>
                <a:ea typeface="ＭＳ Ｐゴシック" charset="0"/>
                <a:cs typeface="+mn-cs"/>
                <a:sym typeface="Helvetica"/>
              </a:rPr>
              <a:t>Networking Prerequisites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iscoSansTT ExtraLight"/>
              <a:ea typeface="ＭＳ Ｐゴシック" charset="0"/>
              <a:cs typeface="+mn-cs"/>
              <a:sym typeface="Helvetica"/>
            </a:endParaRPr>
          </a:p>
        </p:txBody>
      </p:sp>
      <p:sp>
        <p:nvSpPr>
          <p:cNvPr id="43" name="Rounded Rectangle 33">
            <a:extLst>
              <a:ext uri="{FF2B5EF4-FFF2-40B4-BE49-F238E27FC236}">
                <a16:creationId xmlns:a16="http://schemas.microsoft.com/office/drawing/2014/main" id="{0CAAE83B-1DE6-9260-ECB2-A48D31761A60}"/>
              </a:ext>
            </a:extLst>
          </p:cNvPr>
          <p:cNvSpPr/>
          <p:nvPr/>
        </p:nvSpPr>
        <p:spPr>
          <a:xfrm rot="16200000">
            <a:off x="1054930" y="2009751"/>
            <a:ext cx="593994" cy="1514064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 w="25400" cap="flat" cmpd="sng" algn="ctr">
            <a:noFill/>
            <a:prstDash val="solid"/>
          </a:ln>
          <a:effectLst/>
        </p:spPr>
        <p:txBody>
          <a:bodyPr vert="vert" lIns="68589" tIns="34295" rIns="68589" bIns="34295" rtlCol="0" anchor="ctr"/>
          <a:lstStyle/>
          <a:p>
            <a:pPr marL="0" marR="0" lvl="0" indent="0" algn="ctr" defTabSz="457155" rtl="0" eaLnBrk="0" fontAlgn="base" latinLnBrk="0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iscoSansTT ExtraLight"/>
                <a:ea typeface="ＭＳ Ｐゴシック" charset="0"/>
                <a:cs typeface="+mn-cs"/>
                <a:sym typeface="Helvetica"/>
              </a:rPr>
              <a:t>Networking Prerequisites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iscoSansTT ExtraLight"/>
              <a:ea typeface="ＭＳ Ｐゴシック" charset="0"/>
              <a:cs typeface="+mn-cs"/>
              <a:sym typeface="Helvetica"/>
            </a:endParaRPr>
          </a:p>
        </p:txBody>
      </p:sp>
      <p:pic>
        <p:nvPicPr>
          <p:cNvPr id="17" name="Picture 16" descr="Logo, company name&#10;&#10;Description automatically generated">
            <a:extLst>
              <a:ext uri="{FF2B5EF4-FFF2-40B4-BE49-F238E27FC236}">
                <a16:creationId xmlns:a16="http://schemas.microsoft.com/office/drawing/2014/main" id="{242109B4-81D7-EE55-8BBA-29E542B1F561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83584" y="2133574"/>
            <a:ext cx="1298898" cy="1298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011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C63C934-28F8-3FB4-16CA-2B8FCEAACE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2936124"/>
            <a:ext cx="10972800" cy="1504200"/>
          </a:xfrm>
        </p:spPr>
        <p:txBody>
          <a:bodyPr/>
          <a:lstStyle/>
          <a:p>
            <a:pPr algn="l"/>
            <a:r>
              <a:rPr lang="en-US" sz="4800" dirty="0"/>
              <a:t>Cisco Certified Support Technician (CCST) IT Support</a:t>
            </a:r>
          </a:p>
        </p:txBody>
      </p:sp>
    </p:spTree>
    <p:extLst>
      <p:ext uri="{BB962C8B-B14F-4D97-AF65-F5344CB8AC3E}">
        <p14:creationId xmlns:p14="http://schemas.microsoft.com/office/powerpoint/2010/main" val="1308553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8CE020CD-4B98-63C2-D596-5FF986B6D04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7170926" y="1838962"/>
            <a:ext cx="6860036" cy="3182112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5DFC631-6AA5-A627-F35D-63588733B7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5928" y="2094683"/>
            <a:ext cx="7947801" cy="4183306"/>
          </a:xfrm>
        </p:spPr>
        <p:txBody>
          <a:bodyPr lIns="91420" tIns="45710" rIns="91420" bIns="45710" anchor="t">
            <a:noAutofit/>
          </a:bodyPr>
          <a:lstStyle/>
          <a:p>
            <a:pPr marL="304165" indent="-227965"/>
            <a:r>
              <a:rPr lang="en-US" sz="2000" dirty="0">
                <a:cs typeface="CiscoSansTT Thin"/>
              </a:rPr>
              <a:t>In June 2024, Cisco and Certiport, a Pearson VUE business, added a </a:t>
            </a:r>
            <a:r>
              <a:rPr lang="en-US" sz="2000" b="1" dirty="0">
                <a:solidFill>
                  <a:schemeClr val="accent5"/>
                </a:solidFill>
                <a:latin typeface="CiscoSansTT"/>
                <a:cs typeface="CiscoSansTT"/>
              </a:rPr>
              <a:t>third</a:t>
            </a:r>
            <a:r>
              <a:rPr lang="en-US" sz="2000" dirty="0">
                <a:cs typeface="CiscoSansTT Thin"/>
              </a:rPr>
              <a:t> CCST certification focused on IT Support. </a:t>
            </a:r>
            <a:endParaRPr lang="en-US" sz="2000" dirty="0"/>
          </a:p>
          <a:p>
            <a:pPr marL="304165" indent="-227965"/>
            <a:r>
              <a:rPr lang="en-US" sz="2000" dirty="0"/>
              <a:t>The CCST IT Support certification provides a validation of work-ready skills and knowledge necessary to help start careers in roles such as IT End User Support, IT Help Desk Support, Computer Support Specialist, and IT Help Desk Analyst. </a:t>
            </a:r>
          </a:p>
          <a:p>
            <a:pPr marL="304165" indent="-227965"/>
            <a:r>
              <a:rPr lang="en-US" sz="2000" dirty="0"/>
              <a:t>Cisco Networking Academy plans to provide learning content for candidates to prepare for the new CCST IT Support certification. Watch for more information to come!</a:t>
            </a:r>
          </a:p>
          <a:p>
            <a:pPr marL="304165" indent="-227965"/>
            <a:endParaRPr lang="en-US" sz="20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18DC46-5F16-6FF8-13A5-CF4D4FE0790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25928" y="345151"/>
            <a:ext cx="8673520" cy="1167486"/>
          </a:xfrm>
        </p:spPr>
        <p:txBody>
          <a:bodyPr/>
          <a:lstStyle/>
          <a:p>
            <a:r>
              <a:rPr lang="en-US" dirty="0"/>
              <a:t>Cisco Certified Support Technician (CCST) </a:t>
            </a:r>
          </a:p>
          <a:p>
            <a:r>
              <a:rPr lang="en-US" dirty="0"/>
              <a:t>IT Support</a:t>
            </a:r>
          </a:p>
        </p:txBody>
      </p:sp>
    </p:spTree>
    <p:extLst>
      <p:ext uri="{BB962C8B-B14F-4D97-AF65-F5344CB8AC3E}">
        <p14:creationId xmlns:p14="http://schemas.microsoft.com/office/powerpoint/2010/main" val="223090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8CE020CD-4B98-63C2-D596-5FF986B6D04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7170926" y="1838962"/>
            <a:ext cx="6860036" cy="3182112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5DFC631-6AA5-A627-F35D-63588733B7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5928" y="1769806"/>
            <a:ext cx="8147959" cy="4508183"/>
          </a:xfrm>
        </p:spPr>
        <p:txBody>
          <a:bodyPr lIns="91420" tIns="45710" rIns="91420" bIns="45710" anchor="t">
            <a:noAutofit/>
          </a:bodyPr>
          <a:lstStyle/>
          <a:p>
            <a:pPr marL="304165" indent="-227965"/>
            <a:r>
              <a:rPr lang="en-US" sz="2000" dirty="0">
                <a:solidFill>
                  <a:schemeClr val="accent5"/>
                </a:solidFill>
                <a:cs typeface="CiscoSansTT Thin"/>
              </a:rPr>
              <a:t>Interpersonal skills </a:t>
            </a:r>
            <a:r>
              <a:rPr lang="en-US" sz="2000" dirty="0">
                <a:cs typeface="CiscoSansTT Thin"/>
              </a:rPr>
              <a:t>such as communication, active listening and expressing technical concepts.</a:t>
            </a:r>
          </a:p>
          <a:p>
            <a:pPr marL="304165" indent="-227965"/>
            <a:r>
              <a:rPr lang="en-US" sz="2000" dirty="0">
                <a:cs typeface="CiscoSansTT Thin"/>
              </a:rPr>
              <a:t>Troubleshooting </a:t>
            </a:r>
            <a:r>
              <a:rPr lang="en-US" sz="2000" dirty="0">
                <a:solidFill>
                  <a:schemeClr val="accent5"/>
                </a:solidFill>
                <a:cs typeface="CiscoSansTT Thin"/>
              </a:rPr>
              <a:t>hardware</a:t>
            </a:r>
            <a:r>
              <a:rPr lang="en-US" sz="2000" dirty="0">
                <a:cs typeface="CiscoSansTT Thin"/>
              </a:rPr>
              <a:t> issues that involve ports and cables as well as connectivity and resource access issues.</a:t>
            </a:r>
          </a:p>
          <a:p>
            <a:pPr marL="304165" indent="-227965"/>
            <a:r>
              <a:rPr lang="en-US" sz="2000" dirty="0"/>
              <a:t>Troubleshooting </a:t>
            </a:r>
            <a:r>
              <a:rPr lang="en-US" sz="2000" dirty="0">
                <a:solidFill>
                  <a:schemeClr val="accent5"/>
                </a:solidFill>
              </a:rPr>
              <a:t>operation systems </a:t>
            </a:r>
            <a:r>
              <a:rPr lang="en-US" sz="2000" dirty="0"/>
              <a:t>and application issues, such as display settings and updates on Windows and MacOS operating systems and mobile devices.</a:t>
            </a:r>
          </a:p>
          <a:p>
            <a:pPr marL="304165" indent="-227965"/>
            <a:r>
              <a:rPr lang="en-US" sz="2000" dirty="0"/>
              <a:t>Dealing with common </a:t>
            </a:r>
            <a:r>
              <a:rPr lang="en-US" sz="2000" dirty="0">
                <a:solidFill>
                  <a:schemeClr val="accent5"/>
                </a:solidFill>
              </a:rPr>
              <a:t>threats</a:t>
            </a:r>
            <a:r>
              <a:rPr lang="en-US" sz="2000" dirty="0"/>
              <a:t> to the end user, such as malware, phishing, and Personally identifiable information (PII) data.</a:t>
            </a:r>
          </a:p>
          <a:p>
            <a:pPr marL="304165" indent="-227965"/>
            <a:r>
              <a:rPr lang="en-US" sz="2000" dirty="0">
                <a:cs typeface="CiscoSansTT Thin"/>
              </a:rPr>
              <a:t>Leveraging a broad set of </a:t>
            </a:r>
            <a:r>
              <a:rPr lang="en-US" sz="2000" dirty="0">
                <a:solidFill>
                  <a:schemeClr val="accent5"/>
                </a:solidFill>
                <a:cs typeface="CiscoSansTT Thin"/>
              </a:rPr>
              <a:t>tools</a:t>
            </a:r>
            <a:r>
              <a:rPr lang="en-US" sz="2000" dirty="0">
                <a:cs typeface="CiscoSansTT Thin"/>
              </a:rPr>
              <a:t>, including Artificial Intelligence (AI).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18DC46-5F16-6FF8-13A5-CF4D4FE0790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25928" y="345151"/>
            <a:ext cx="8673520" cy="1167486"/>
          </a:xfrm>
        </p:spPr>
        <p:txBody>
          <a:bodyPr/>
          <a:lstStyle/>
          <a:p>
            <a:r>
              <a:rPr lang="en-US" dirty="0"/>
              <a:t>Cisco Certified Support Technician (CCST) </a:t>
            </a:r>
          </a:p>
          <a:p>
            <a:r>
              <a:rPr lang="en-US" dirty="0"/>
              <a:t>IT Support – Exam Objectives</a:t>
            </a:r>
          </a:p>
        </p:txBody>
      </p:sp>
    </p:spTree>
    <p:extLst>
      <p:ext uri="{BB962C8B-B14F-4D97-AF65-F5344CB8AC3E}">
        <p14:creationId xmlns:p14="http://schemas.microsoft.com/office/powerpoint/2010/main" val="2164689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99482CA-8D1D-43E1-A278-4B6C539BDA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9699" y="2248037"/>
            <a:ext cx="7362301" cy="2361926"/>
          </a:xfrm>
        </p:spPr>
        <p:txBody>
          <a:bodyPr/>
          <a:lstStyle/>
          <a:p>
            <a:r>
              <a:rPr lang="en-US" sz="4800" dirty="0"/>
              <a:t>How to become a Certiport Authorized Testing Center</a:t>
            </a:r>
          </a:p>
        </p:txBody>
      </p:sp>
    </p:spTree>
    <p:extLst>
      <p:ext uri="{BB962C8B-B14F-4D97-AF65-F5344CB8AC3E}">
        <p14:creationId xmlns:p14="http://schemas.microsoft.com/office/powerpoint/2010/main" val="19701228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573FCBC-2098-4DD9-93D5-1180DED6B9B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75049" y="0"/>
            <a:ext cx="229807" cy="6162675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DC8A9C05-18D2-4C81-B641-DE428403D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962" y="577657"/>
            <a:ext cx="3734173" cy="895732"/>
          </a:xfrm>
        </p:spPr>
        <p:txBody>
          <a:bodyPr/>
          <a:lstStyle/>
          <a:p>
            <a:r>
              <a:rPr lang="en-US" sz="7200" dirty="0"/>
              <a:t>Certiport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FA9308E2-2F46-413D-ABC8-42880A8F05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0371" y="1473389"/>
            <a:ext cx="5535570" cy="432154"/>
          </a:xfrm>
        </p:spPr>
        <p:txBody>
          <a:bodyPr/>
          <a:lstStyle/>
          <a:p>
            <a:r>
              <a:rPr lang="en-US" dirty="0"/>
              <a:t>A Pearson Vue Business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9CB0371-804C-4016-B69D-35715A48A040}"/>
              </a:ext>
            </a:extLst>
          </p:cNvPr>
          <p:cNvSpPr/>
          <p:nvPr/>
        </p:nvSpPr>
        <p:spPr>
          <a:xfrm>
            <a:off x="318888" y="2126958"/>
            <a:ext cx="5440321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93C57"/>
                </a:solidFill>
                <a:effectLst/>
                <a:uLnTx/>
                <a:uFillTx/>
                <a:latin typeface="Barlow" pitchFamily="2" charset="77"/>
                <a:ea typeface="+mn-ea"/>
                <a:cs typeface="+mn-cs"/>
              </a:rPr>
              <a:t>Founded in 1997, and later acquired by Pearson VUE in 2012, Certiport delivers more than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93C57"/>
                </a:solidFill>
                <a:effectLst/>
                <a:uLnTx/>
                <a:uFillTx/>
                <a:latin typeface="Barlow" pitchFamily="2" charset="77"/>
                <a:ea typeface="+mn-ea"/>
                <a:cs typeface="+mn-cs"/>
              </a:rPr>
              <a:t>3 million global exams annually through a network of 15,000+ Certiport Authorized Testing Centers (CATCs).</a:t>
            </a:r>
          </a:p>
        </p:txBody>
      </p:sp>
      <p:pic>
        <p:nvPicPr>
          <p:cNvPr id="3" name="Picture 2" descr="Logo&#10;&#10;Description automatically generated with medium confidence">
            <a:extLst>
              <a:ext uri="{FF2B5EF4-FFF2-40B4-BE49-F238E27FC236}">
                <a16:creationId xmlns:a16="http://schemas.microsoft.com/office/drawing/2014/main" id="{DCE02B41-1B29-4146-9212-1511F1D3AE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72936" y="2126958"/>
            <a:ext cx="5713952" cy="2856976"/>
          </a:xfrm>
          <a:prstGeom prst="rect">
            <a:avLst/>
          </a:prstGeom>
        </p:spPr>
      </p:pic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B694A47-247B-4A50-8856-8F8506E779F7}"/>
              </a:ext>
            </a:extLst>
          </p:cNvPr>
          <p:cNvSpPr txBox="1">
            <a:spLocks/>
          </p:cNvSpPr>
          <p:nvPr/>
        </p:nvSpPr>
        <p:spPr>
          <a:xfrm>
            <a:off x="6651428" y="1692252"/>
            <a:ext cx="4938854" cy="43470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ctr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Arial" panose="020B0604020202020204" pitchFamily="34" charset="0"/>
              <a:buNone/>
              <a:tabLst/>
              <a:defRPr lang="en-US" sz="1800" b="0" i="0" u="none" strike="noStrike" kern="1200" cap="all" spc="0" baseline="0">
                <a:solidFill>
                  <a:srgbClr val="293C57"/>
                </a:solidFill>
                <a:uFillTx/>
                <a:latin typeface="Barlow Medium" panose="00000600000000000000" pitchFamily="2" charset="0"/>
              </a:defRPr>
            </a:lvl1pPr>
            <a:lvl2pPr marL="800100" marR="0" lvl="1" indent="-3429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tabLst/>
              <a:def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2pPr>
            <a:lvl3pPr marL="1257300" marR="0" lvl="2" indent="-3429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tabLst/>
              <a:def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3pPr>
            <a:lvl4pPr marL="1657350" marR="0" lvl="3" indent="-28575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4pPr>
            <a:lvl5pPr marL="2114550" marR="0" lvl="4" indent="-28575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all" spc="0" normalizeH="0" baseline="0" noProof="0" dirty="0">
                <a:ln>
                  <a:noFill/>
                </a:ln>
                <a:solidFill>
                  <a:srgbClr val="293C57"/>
                </a:solidFill>
                <a:effectLst/>
                <a:uLnTx/>
                <a:uFillTx/>
                <a:latin typeface="Barlow Medium" panose="00000600000000000000" pitchFamily="2" charset="0"/>
                <a:ea typeface="+mn-ea"/>
                <a:cs typeface="+mn-cs"/>
              </a:rPr>
              <a:t>Principal provider of the following official industry-recognized certifications: </a:t>
            </a:r>
          </a:p>
        </p:txBody>
      </p:sp>
    </p:spTree>
    <p:extLst>
      <p:ext uri="{BB962C8B-B14F-4D97-AF65-F5344CB8AC3E}">
        <p14:creationId xmlns:p14="http://schemas.microsoft.com/office/powerpoint/2010/main" val="2311758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AA7C149-697E-2407-2E7B-86A08CA62C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167" y="61146"/>
            <a:ext cx="5420828" cy="6182180"/>
          </a:xfrm>
          <a:prstGeom prst="rect">
            <a:avLst/>
          </a:prstGeom>
        </p:spPr>
      </p:pic>
      <p:sp>
        <p:nvSpPr>
          <p:cNvPr id="44" name="Title 1">
            <a:extLst>
              <a:ext uri="{FF2B5EF4-FFF2-40B4-BE49-F238E27FC236}">
                <a16:creationId xmlns:a16="http://schemas.microsoft.com/office/drawing/2014/main" id="{1FDFFF55-386D-43A3-B8BC-D4432AE7B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414" y="549124"/>
            <a:ext cx="6060753" cy="1923662"/>
          </a:xfrm>
        </p:spPr>
        <p:txBody>
          <a:bodyPr/>
          <a:lstStyle/>
          <a:p>
            <a:r>
              <a:rPr lang="en-US" sz="5400" dirty="0"/>
              <a:t>Get Started with Cisco</a:t>
            </a:r>
          </a:p>
        </p:txBody>
      </p:sp>
      <p:sp>
        <p:nvSpPr>
          <p:cNvPr id="54" name="Content Placeholder 4">
            <a:extLst>
              <a:ext uri="{FF2B5EF4-FFF2-40B4-BE49-F238E27FC236}">
                <a16:creationId xmlns:a16="http://schemas.microsoft.com/office/drawing/2014/main" id="{B621C3DD-F950-42CC-9E41-0AE69FF98D2E}"/>
              </a:ext>
            </a:extLst>
          </p:cNvPr>
          <p:cNvSpPr txBox="1">
            <a:spLocks/>
          </p:cNvSpPr>
          <p:nvPr/>
        </p:nvSpPr>
        <p:spPr>
          <a:xfrm>
            <a:off x="340414" y="1848321"/>
            <a:ext cx="5420828" cy="192366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>
            <a:lvl1pPr marL="233363" marR="0" lvl="0" indent="-233363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  <a:tabLst/>
              <a:defRPr lang="en-US" sz="1800" b="0" i="0" u="none" strike="noStrike" kern="1200" cap="none" spc="0" baseline="0">
                <a:solidFill>
                  <a:srgbClr val="293C57"/>
                </a:solidFill>
                <a:uFillTx/>
                <a:latin typeface="+mn-lt"/>
              </a:defRPr>
            </a:lvl1pPr>
            <a:lvl2pPr marL="800100" marR="0" lvl="1" indent="-3429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tabLst/>
              <a:def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2pPr>
            <a:lvl3pPr marL="1257300" marR="0" lvl="2" indent="-3429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tabLst/>
              <a:def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3pPr>
            <a:lvl4pPr marL="1657350" marR="0" lvl="3" indent="-28575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4pPr>
            <a:lvl5pPr marL="2114550" marR="0" lvl="4" indent="-28575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marR="0" lvl="1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293C57"/>
              </a:solidFill>
              <a:effectLst/>
              <a:uLnTx/>
              <a:uFillTx/>
              <a:latin typeface="Barlow"/>
              <a:ea typeface="+mn-ea"/>
              <a:cs typeface="+mn-cs"/>
            </a:endParaRPr>
          </a:p>
          <a:p>
            <a:pPr marL="233363" marR="0" lvl="0" indent="-233363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93C57"/>
                </a:solidFill>
                <a:effectLst/>
                <a:uLnTx/>
                <a:uFillTx/>
                <a:latin typeface="Barlow"/>
                <a:ea typeface="+mn-ea"/>
                <a:cs typeface="+mn-cs"/>
              </a:rPr>
              <a:t>Already a CATC?</a:t>
            </a:r>
          </a:p>
          <a:p>
            <a:pPr marL="233363" marR="0" lvl="0" indent="-233363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93C57"/>
                </a:solidFill>
                <a:effectLst/>
                <a:uLnTx/>
                <a:uFillTx/>
                <a:latin typeface="Barlow"/>
                <a:ea typeface="+mn-lt"/>
                <a:cs typeface="+mn-lt"/>
              </a:rPr>
              <a:t>Do you want to get certified?</a:t>
            </a:r>
          </a:p>
          <a:p>
            <a:pPr marL="233363" marR="0" lvl="0" indent="-233363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93C57"/>
                </a:solidFill>
                <a:effectLst/>
                <a:uLnTx/>
                <a:uFillTx/>
                <a:latin typeface="Barlow"/>
                <a:ea typeface="+mn-lt"/>
                <a:cs typeface="+mn-lt"/>
              </a:rPr>
              <a:t>Brand new to Certiport and Cisco?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293C57"/>
              </a:solidFill>
              <a:effectLst/>
              <a:uLnTx/>
              <a:uFillTx/>
              <a:latin typeface="Barlow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293C57"/>
              </a:solidFill>
              <a:effectLst/>
              <a:uLnTx/>
              <a:uFillTx/>
              <a:latin typeface="Barlow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70E667-5D83-9252-7A2D-6DCBBA1BEF5E}"/>
              </a:ext>
            </a:extLst>
          </p:cNvPr>
          <p:cNvSpPr txBox="1"/>
          <p:nvPr/>
        </p:nvSpPr>
        <p:spPr>
          <a:xfrm>
            <a:off x="720287" y="3892832"/>
            <a:ext cx="4661081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Barlow"/>
                <a:ea typeface="+mn-ea"/>
                <a:cs typeface="+mn-c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www.certiport.pearsonvue.com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Barlow"/>
                <a:ea typeface="+mn-ea"/>
                <a:cs typeface="+mn-c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endParaRPr kumimoji="0" lang="en-US" sz="2000" b="0" i="0" u="sng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Barlow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Barlow"/>
                <a:ea typeface="+mn-ea"/>
                <a:cs typeface="+mn-cs"/>
              </a:rPr>
              <a:t>CATCs/Cisco-get-started </a:t>
            </a:r>
          </a:p>
        </p:txBody>
      </p:sp>
    </p:spTree>
    <p:extLst>
      <p:ext uri="{BB962C8B-B14F-4D97-AF65-F5344CB8AC3E}">
        <p14:creationId xmlns:p14="http://schemas.microsoft.com/office/powerpoint/2010/main" val="29670434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58F5F70-0121-AA4D-A176-0D1E9CE59518}"/>
              </a:ext>
            </a:extLst>
          </p:cNvPr>
          <p:cNvSpPr txBox="1">
            <a:spLocks/>
          </p:cNvSpPr>
          <p:nvPr/>
        </p:nvSpPr>
        <p:spPr>
          <a:xfrm>
            <a:off x="488270" y="447954"/>
            <a:ext cx="12180569" cy="926555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Tx/>
              <a:buFont typeface="Arial" panose="020B0604020202020204" pitchFamily="34" charset="0"/>
              <a:buNone/>
              <a:tabLst/>
              <a:defRPr sz="4800" b="0" i="0" u="none" strike="noStrike" cap="none" spc="0" baseline="0">
                <a:solidFill>
                  <a:srgbClr val="293C57"/>
                </a:solidFill>
                <a:uFillTx/>
                <a:latin typeface="+mj-lt"/>
              </a:defRPr>
            </a:lvl1pPr>
            <a:lvl2pPr marL="800100" marR="0" lvl="1" indent="-342900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</a:defRPr>
            </a:lvl2pPr>
            <a:lvl3pPr marL="1257300" marR="0" lvl="2" indent="-342900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</a:defRPr>
            </a:lvl3pPr>
            <a:lvl4pPr marL="1657350" marR="0" lvl="3" indent="-285750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tabLst/>
              <a:defRPr b="0" i="0" u="none" strike="noStrike" cap="none" spc="0" baseline="0">
                <a:solidFill>
                  <a:srgbClr val="000000"/>
                </a:solidFill>
                <a:uFillTx/>
              </a:defRPr>
            </a:lvl4pPr>
            <a:lvl5pPr marL="2114550" marR="0" lvl="4" indent="-285750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tabLst/>
              <a:defRPr b="0" i="0" u="none" strike="noStrike" cap="none" spc="0" baseline="0">
                <a:solidFill>
                  <a:srgbClr val="000000"/>
                </a:solidFill>
                <a:uFillTx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293C57"/>
                </a:solidFill>
                <a:effectLst/>
                <a:uLnTx/>
                <a:uFillTx/>
                <a:latin typeface="Barlow Condensed"/>
                <a:ea typeface="+mn-ea"/>
                <a:cs typeface="+mn-cs"/>
              </a:rPr>
              <a:t>WHY BECOME A CATC?</a:t>
            </a:r>
          </a:p>
        </p:txBody>
      </p:sp>
      <p:pic>
        <p:nvPicPr>
          <p:cNvPr id="4" name="Picture 3" descr="A picture containing night, dark, lit, light&#10;&#10;Description automatically generated">
            <a:extLst>
              <a:ext uri="{FF2B5EF4-FFF2-40B4-BE49-F238E27FC236}">
                <a16:creationId xmlns:a16="http://schemas.microsoft.com/office/drawing/2014/main" id="{9445A985-EF5E-3A4E-A49F-7A2C0D724E4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8474" y="1259397"/>
            <a:ext cx="7324966" cy="498824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6AFDE76-69A7-F647-8B20-F241A7A95BA1}"/>
              </a:ext>
            </a:extLst>
          </p:cNvPr>
          <p:cNvSpPr/>
          <p:nvPr/>
        </p:nvSpPr>
        <p:spPr>
          <a:xfrm>
            <a:off x="488272" y="1690692"/>
            <a:ext cx="808464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2A4E"/>
                </a:solidFill>
                <a:effectLst/>
                <a:uLnTx/>
                <a:uFillTx/>
                <a:latin typeface="Barlow"/>
                <a:ea typeface="+mn-ea"/>
                <a:cs typeface="+mn-cs"/>
              </a:rPr>
              <a:t>Easily deliver the Cisco Certified Support Technician certification exams and additional Certiport certifications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8401686-36BC-9041-BBA4-9EC1C90BACF7}"/>
              </a:ext>
            </a:extLst>
          </p:cNvPr>
          <p:cNvSpPr/>
          <p:nvPr/>
        </p:nvSpPr>
        <p:spPr>
          <a:xfrm>
            <a:off x="488270" y="2467855"/>
            <a:ext cx="808464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2A4E"/>
                </a:solidFill>
                <a:effectLst/>
                <a:uLnTx/>
                <a:uFillTx/>
                <a:latin typeface="Barlow"/>
                <a:ea typeface="+mn-ea"/>
                <a:cs typeface="+mn-cs"/>
              </a:rPr>
              <a:t>Grow the offerings of your academy through certification delivery and resources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422E123-72DF-0349-8AB2-C5E84266A90B}"/>
              </a:ext>
            </a:extLst>
          </p:cNvPr>
          <p:cNvSpPr/>
          <p:nvPr/>
        </p:nvSpPr>
        <p:spPr>
          <a:xfrm>
            <a:off x="488270" y="3245018"/>
            <a:ext cx="598111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2A4E"/>
                </a:solidFill>
                <a:effectLst/>
                <a:uLnTx/>
                <a:uFillTx/>
                <a:latin typeface="Barlow"/>
                <a:ea typeface="+mn-ea"/>
                <a:cs typeface="+mn-cs"/>
              </a:rPr>
              <a:t>Provide test candidates with a pathway to certification and career success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FE9A2CB-3891-48A9-ABB5-46B947CB0549}"/>
              </a:ext>
            </a:extLst>
          </p:cNvPr>
          <p:cNvSpPr/>
          <p:nvPr/>
        </p:nvSpPr>
        <p:spPr>
          <a:xfrm>
            <a:off x="488270" y="3981649"/>
            <a:ext cx="598111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2A4E"/>
                </a:solidFill>
                <a:effectLst/>
                <a:uLnTx/>
                <a:uFillTx/>
                <a:latin typeface="Barlow"/>
                <a:ea typeface="+mn-ea"/>
                <a:cs typeface="+mn-cs"/>
              </a:rPr>
              <a:t>Access to additional professional development materials and an exclusive CERTIFIED community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ED43CB4-04E4-439D-A602-0C1A0FE7380F}"/>
              </a:ext>
            </a:extLst>
          </p:cNvPr>
          <p:cNvSpPr/>
          <p:nvPr/>
        </p:nvSpPr>
        <p:spPr>
          <a:xfrm>
            <a:off x="488270" y="4883811"/>
            <a:ext cx="598111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2A4E"/>
                </a:solidFill>
                <a:effectLst/>
                <a:uLnTx/>
                <a:uFillTx/>
                <a:latin typeface="Barlow"/>
                <a:ea typeface="+mn-ea"/>
                <a:cs typeface="+mn-cs"/>
              </a:rPr>
              <a:t>And more </a:t>
            </a:r>
          </a:p>
        </p:txBody>
      </p:sp>
    </p:spTree>
    <p:extLst>
      <p:ext uri="{BB962C8B-B14F-4D97-AF65-F5344CB8AC3E}">
        <p14:creationId xmlns:p14="http://schemas.microsoft.com/office/powerpoint/2010/main" val="28300303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4" descr="A person wearing a suit and tie&#10;&#10;Description automatically generated">
            <a:extLst>
              <a:ext uri="{FF2B5EF4-FFF2-40B4-BE49-F238E27FC236}">
                <a16:creationId xmlns:a16="http://schemas.microsoft.com/office/drawing/2014/main" id="{CD647F48-C261-9F4C-AE19-14FB1E624D8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1430" y="0"/>
            <a:ext cx="6096000" cy="6172200"/>
          </a:xfrm>
          <a:custGeom>
            <a:avLst/>
            <a:gdLst>
              <a:gd name="connsiteX0" fmla="*/ 0 w 6962775"/>
              <a:gd name="connsiteY0" fmla="*/ 0 h 6858000"/>
              <a:gd name="connsiteX1" fmla="*/ 6962775 w 6962775"/>
              <a:gd name="connsiteY1" fmla="*/ 0 h 6858000"/>
              <a:gd name="connsiteX2" fmla="*/ 6962775 w 6962775"/>
              <a:gd name="connsiteY2" fmla="*/ 6858000 h 6858000"/>
              <a:gd name="connsiteX3" fmla="*/ 0 w 69627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62775" h="6858000">
                <a:moveTo>
                  <a:pt x="0" y="0"/>
                </a:moveTo>
                <a:lnTo>
                  <a:pt x="6962775" y="0"/>
                </a:lnTo>
                <a:lnTo>
                  <a:pt x="696277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B94E40-053C-8B4B-B023-3F08CD1DE32E}"/>
              </a:ext>
            </a:extLst>
          </p:cNvPr>
          <p:cNvSpPr txBox="1">
            <a:spLocks/>
          </p:cNvSpPr>
          <p:nvPr/>
        </p:nvSpPr>
        <p:spPr>
          <a:xfrm>
            <a:off x="6692780" y="1275909"/>
            <a:ext cx="5126923" cy="4805509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81717"/>
                </a:solidFill>
                <a:effectLst/>
                <a:uLnTx/>
                <a:uFillTx/>
                <a:latin typeface="Barlow Light"/>
                <a:ea typeface="+mn-ea"/>
                <a:cs typeface="+mn-cs"/>
              </a:rPr>
              <a:t> 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81717"/>
                </a:solidFill>
                <a:effectLst/>
                <a:uLnTx/>
                <a:uFillTx/>
                <a:latin typeface="Barlow"/>
                <a:ea typeface="+mn-ea"/>
                <a:cs typeface="+mn-cs"/>
              </a:rPr>
              <a:t>Verify that your organization meets Certiport’s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81717"/>
                </a:solidFill>
                <a:effectLst/>
                <a:uLnTx/>
                <a:uFillTx/>
                <a:latin typeface="Barlow"/>
                <a:ea typeface="+mn-ea"/>
                <a:cs typeface="+mn-cs"/>
                <a:hlinkClick r:id="rId4"/>
              </a:rPr>
              <a:t>policies and requirements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181717"/>
              </a:solidFill>
              <a:effectLst/>
              <a:uLnTx/>
              <a:uFillTx/>
              <a:latin typeface="Barlow" panose="00000500000000000000" pitchFamily="2" charset="0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81717"/>
                </a:solidFill>
                <a:effectLst/>
                <a:uLnTx/>
                <a:uFillTx/>
                <a:latin typeface="Barlow"/>
                <a:ea typeface="+mn-ea"/>
                <a:cs typeface="+mn-cs"/>
              </a:rPr>
              <a:t> Create a new user account at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81717"/>
                </a:solidFill>
                <a:effectLst/>
                <a:uLnTx/>
                <a:uFillTx/>
                <a:latin typeface="Barlow"/>
                <a:ea typeface="+mn-ea"/>
                <a:cs typeface="+mn-cs"/>
                <a:hlinkClick r:id="rId5"/>
              </a:rPr>
              <a:t>Certiport.com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81717"/>
                </a:solidFill>
                <a:effectLst/>
                <a:uLnTx/>
                <a:uFillTx/>
                <a:latin typeface="Barlow"/>
                <a:ea typeface="+mn-ea"/>
                <a:cs typeface="+mn-cs"/>
              </a:rPr>
              <a:t> 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81717"/>
                </a:solidFill>
                <a:effectLst/>
                <a:uLnTx/>
                <a:uFillTx/>
                <a:latin typeface="Barlow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81717"/>
                </a:solidFill>
                <a:effectLst/>
                <a:uLnTx/>
                <a:uFillTx/>
                <a:latin typeface="Barlow"/>
                <a:ea typeface="+mn-ea"/>
                <a:cs typeface="+mn-cs"/>
              </a:rPr>
              <a:t>(needed to register as a new testing center)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81717"/>
                </a:solidFill>
                <a:effectLst/>
                <a:uLnTx/>
                <a:uFillTx/>
                <a:latin typeface="Barlow"/>
                <a:ea typeface="+mn-ea"/>
                <a:cs typeface="+mn-cs"/>
              </a:rPr>
              <a:t> 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81717"/>
                </a:solidFill>
                <a:effectLst/>
                <a:uLnTx/>
                <a:uFillTx/>
                <a:latin typeface="Barlow"/>
                <a:ea typeface="+mn-ea"/>
                <a:cs typeface="+mn-cs"/>
                <a:hlinkClick r:id="rId6"/>
              </a:rPr>
              <a:t>Register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81717"/>
                </a:solidFill>
                <a:effectLst/>
                <a:uLnTx/>
                <a:uFillTx/>
                <a:latin typeface="Barlow"/>
                <a:ea typeface="+mn-ea"/>
                <a:cs typeface="+mn-cs"/>
              </a:rPr>
              <a:t> to become a CATC through your   user account using the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81717"/>
                </a:solidFill>
                <a:effectLst/>
                <a:uLnTx/>
                <a:uFillTx/>
                <a:latin typeface="Barlow"/>
                <a:ea typeface="+mn-ea"/>
                <a:cs typeface="+mn-cs"/>
                <a:hlinkClick r:id="rId7"/>
              </a:rPr>
              <a:t>“Register a CATC” form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181717"/>
              </a:solidFill>
              <a:effectLst/>
              <a:uLnTx/>
              <a:uFillTx/>
              <a:latin typeface="Barlow" panose="00000500000000000000" pitchFamily="2" charset="0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81717"/>
                </a:solidFill>
                <a:effectLst/>
                <a:uLnTx/>
                <a:uFillTx/>
                <a:latin typeface="Barlow" panose="00000500000000000000" pitchFamily="2" charset="0"/>
                <a:ea typeface="+mn-ea"/>
                <a:cs typeface="+mn-cs"/>
              </a:rPr>
              <a:t> Once submitted, a representative will reach out to you with the status of registration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181717"/>
              </a:solidFill>
              <a:effectLst/>
              <a:uLnTx/>
              <a:uFillTx/>
              <a:latin typeface="Barlow Light" pitchFamily="2" charset="77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81717"/>
                </a:solidFill>
                <a:effectLst/>
                <a:uLnTx/>
                <a:uFillTx/>
                <a:latin typeface="Barlow Light" pitchFamily="2" charset="77"/>
                <a:ea typeface="+mn-ea"/>
                <a:cs typeface="+mn-cs"/>
              </a:rPr>
              <a:t>View the full instructions and policies/requirements on the webpage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81717"/>
                </a:solidFill>
                <a:effectLst/>
                <a:uLnTx/>
                <a:uFillTx/>
                <a:latin typeface="Barlow Light" pitchFamily="2" charset="77"/>
                <a:ea typeface="+mn-ea"/>
                <a:cs typeface="+mn-cs"/>
                <a:hlinkClick r:id="rId8"/>
              </a:rPr>
              <a:t>here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81717"/>
                </a:solidFill>
                <a:effectLst/>
                <a:uLnTx/>
                <a:uFillTx/>
                <a:latin typeface="Barlow Light" pitchFamily="2" charset="77"/>
                <a:ea typeface="+mn-ea"/>
                <a:cs typeface="+mn-cs"/>
              </a:rPr>
              <a:t>. </a:t>
            </a:r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B4C6CAFE-F5B5-D043-BEE9-F830FFC439F9}"/>
              </a:ext>
            </a:extLst>
          </p:cNvPr>
          <p:cNvSpPr txBox="1">
            <a:spLocks/>
          </p:cNvSpPr>
          <p:nvPr/>
        </p:nvSpPr>
        <p:spPr>
          <a:xfrm>
            <a:off x="6431528" y="349354"/>
            <a:ext cx="5388175" cy="889384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Tx/>
              <a:buFont typeface="Arial" panose="020B0604020202020204" pitchFamily="34" charset="0"/>
              <a:buNone/>
              <a:tabLst/>
              <a:defRPr sz="4800" b="0" i="0" u="none" strike="noStrike" cap="none" spc="0" baseline="0">
                <a:solidFill>
                  <a:srgbClr val="293C57"/>
                </a:solidFill>
                <a:uFillTx/>
                <a:latin typeface="+mj-lt"/>
              </a:defRPr>
            </a:lvl1pPr>
            <a:lvl2pPr marL="800100" marR="0" lvl="1" indent="-342900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</a:defRPr>
            </a:lvl2pPr>
            <a:lvl3pPr marL="1257300" marR="0" lvl="2" indent="-342900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</a:defRPr>
            </a:lvl3pPr>
            <a:lvl4pPr marL="1657350" marR="0" lvl="3" indent="-285750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tabLst/>
              <a:defRPr b="0" i="0" u="none" strike="noStrike" cap="none" spc="0" baseline="0">
                <a:solidFill>
                  <a:srgbClr val="000000"/>
                </a:solidFill>
                <a:uFillTx/>
              </a:defRPr>
            </a:lvl4pPr>
            <a:lvl5pPr marL="2114550" marR="0" lvl="4" indent="-285750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tabLst/>
              <a:defRPr b="0" i="0" u="none" strike="noStrike" cap="none" spc="0" baseline="0">
                <a:solidFill>
                  <a:srgbClr val="000000"/>
                </a:solidFill>
                <a:uFillTx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293C57"/>
                </a:solidFill>
                <a:effectLst/>
                <a:uLnTx/>
                <a:uFillTx/>
                <a:latin typeface="Barlow Condensed (Headings)"/>
                <a:ea typeface="+mn-ea"/>
                <a:cs typeface="+mn-cs"/>
              </a:rPr>
              <a:t>How to become a CATC? 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srgbClr val="293C57"/>
              </a:solidFill>
              <a:effectLst/>
              <a:uLnTx/>
              <a:uFillTx/>
              <a:latin typeface="Barlow Condensed (Headings)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287537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4FF35A13-6393-2189-7B70-47C469EDBA2C}"/>
              </a:ext>
            </a:extLst>
          </p:cNvPr>
          <p:cNvSpPr txBox="1">
            <a:spLocks/>
          </p:cNvSpPr>
          <p:nvPr/>
        </p:nvSpPr>
        <p:spPr>
          <a:xfrm>
            <a:off x="230380" y="454112"/>
            <a:ext cx="8685020" cy="93345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Tx/>
              <a:buFont typeface="Arial" panose="020B0604020202020204" pitchFamily="34" charset="0"/>
              <a:buNone/>
              <a:tabLst/>
              <a:defRPr sz="4800" b="0" i="0" u="none" strike="noStrike" cap="none" spc="0" baseline="0">
                <a:solidFill>
                  <a:srgbClr val="293C57"/>
                </a:solidFill>
                <a:uFillTx/>
                <a:latin typeface="+mj-lt"/>
              </a:defRPr>
            </a:lvl1pPr>
            <a:lvl2pPr marL="800100" marR="0" lvl="1" indent="-342900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</a:defRPr>
            </a:lvl2pPr>
            <a:lvl3pPr marL="1257300" marR="0" lvl="2" indent="-342900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</a:defRPr>
            </a:lvl3pPr>
            <a:lvl4pPr marL="1657350" marR="0" lvl="3" indent="-285750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tabLst/>
              <a:defRPr b="0" i="0" u="none" strike="noStrike" cap="none" spc="0" baseline="0">
                <a:solidFill>
                  <a:srgbClr val="000000"/>
                </a:solidFill>
                <a:uFillTx/>
              </a:defRPr>
            </a:lvl4pPr>
            <a:lvl5pPr marL="2114550" marR="0" lvl="4" indent="-285750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tabLst/>
              <a:defRPr b="0" i="0" u="none" strike="noStrike" cap="none" spc="0" baseline="0">
                <a:solidFill>
                  <a:srgbClr val="000000"/>
                </a:solidFill>
                <a:uFillTx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293C57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Technical Requirements*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E971A6-42EB-2705-A8F2-FFB55746F346}"/>
              </a:ext>
            </a:extLst>
          </p:cNvPr>
          <p:cNvSpPr txBox="1"/>
          <p:nvPr/>
        </p:nvSpPr>
        <p:spPr>
          <a:xfrm>
            <a:off x="369277" y="1387562"/>
            <a:ext cx="8685020" cy="452431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8171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Minimum Operating System: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8171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Windows 8.1 or Mac OS X Big Sur 11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18171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8171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Minimum Processor Speed: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8171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1.3 GHz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18171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8171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Minimum RAM: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8171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 GB for Live-in-the-Application exams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8171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8171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                  2 GB for all other exams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181717"/>
              </a:solidFill>
              <a:effectLst/>
              <a:uLnTx/>
              <a:uFillTx/>
              <a:latin typeface="Calibri" panose="020F0502020204030204"/>
              <a:ea typeface="+mn-ea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18171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8171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Minimum Resolution: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8171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1024 x 768 (Standard 4:3)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18171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8171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Minimum Internet Connection Speed: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8171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256 Kbps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18171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18171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hlinkClick r:id="rId3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8171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3"/>
              </a:rPr>
              <a:t>Complete technical requirements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18171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613CFC-B568-A8C0-EDDF-DE58BB535B9F}"/>
              </a:ext>
            </a:extLst>
          </p:cNvPr>
          <p:cNvSpPr txBox="1"/>
          <p:nvPr/>
        </p:nvSpPr>
        <p:spPr>
          <a:xfrm>
            <a:off x="7420708" y="4988547"/>
            <a:ext cx="440201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8171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*Please note that some requirements may vary depending on the certification exams you deliver.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srgbClr val="18171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34435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4FF35A13-6393-2189-7B70-47C469EDBA2C}"/>
              </a:ext>
            </a:extLst>
          </p:cNvPr>
          <p:cNvSpPr txBox="1">
            <a:spLocks/>
          </p:cNvSpPr>
          <p:nvPr/>
        </p:nvSpPr>
        <p:spPr>
          <a:xfrm>
            <a:off x="230380" y="454112"/>
            <a:ext cx="8685020" cy="93345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Tx/>
              <a:buFont typeface="Arial" panose="020B0604020202020204" pitchFamily="34" charset="0"/>
              <a:buNone/>
              <a:tabLst/>
              <a:defRPr sz="4800" b="0" i="0" u="none" strike="noStrike" cap="none" spc="0" baseline="0">
                <a:solidFill>
                  <a:srgbClr val="293C57"/>
                </a:solidFill>
                <a:uFillTx/>
                <a:latin typeface="+mj-lt"/>
              </a:defRPr>
            </a:lvl1pPr>
            <a:lvl2pPr marL="800100" marR="0" lvl="1" indent="-342900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</a:defRPr>
            </a:lvl2pPr>
            <a:lvl3pPr marL="1257300" marR="0" lvl="2" indent="-342900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</a:defRPr>
            </a:lvl3pPr>
            <a:lvl4pPr marL="1657350" marR="0" lvl="3" indent="-285750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tabLst/>
              <a:defRPr b="0" i="0" u="none" strike="noStrike" cap="none" spc="0" baseline="0">
                <a:solidFill>
                  <a:srgbClr val="000000"/>
                </a:solidFill>
                <a:uFillTx/>
              </a:defRPr>
            </a:lvl4pPr>
            <a:lvl5pPr marL="2114550" marR="0" lvl="4" indent="-285750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tabLst/>
              <a:defRPr b="0" i="0" u="none" strike="noStrike" cap="none" spc="0" baseline="0">
                <a:solidFill>
                  <a:srgbClr val="000000"/>
                </a:solidFill>
                <a:uFillTx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293C57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Exam Policies for Administrator*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E971A6-42EB-2705-A8F2-FFB55746F346}"/>
              </a:ext>
            </a:extLst>
          </p:cNvPr>
          <p:cNvSpPr txBox="1"/>
          <p:nvPr/>
        </p:nvSpPr>
        <p:spPr>
          <a:xfrm>
            <a:off x="369276" y="1387562"/>
            <a:ext cx="1128932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8171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Proctoring: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8171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Proctoring must be arranged to deliver exams and proctors are responsible to ensure a candidate’s information matches their ID.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8171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18171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8171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Identity: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8171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 CATC is responsible to confirm a candidate's identity.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8171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18171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8171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Devices: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8171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Recording and electronic devices are not allowed in testing area, including writing utensils, bags or packs.  These should be stored outside the testing environment.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8171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18171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8171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Breaks: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8171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 Candidate may take a break during testing if requested, however, the testing clock cannot be stopped during this time.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18171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hlinkClick r:id="rId3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8171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4"/>
              </a:rPr>
              <a:t>Complete administration exam policies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18171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613CFC-B568-A8C0-EDDF-DE58BB535B9F}"/>
              </a:ext>
            </a:extLst>
          </p:cNvPr>
          <p:cNvSpPr txBox="1"/>
          <p:nvPr/>
        </p:nvSpPr>
        <p:spPr>
          <a:xfrm>
            <a:off x="7716715" y="4962606"/>
            <a:ext cx="440201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8171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*Please note that some policies may vary depending on the certification exams you deliver.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srgbClr val="18171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17586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4FF35A13-6393-2189-7B70-47C469EDBA2C}"/>
              </a:ext>
            </a:extLst>
          </p:cNvPr>
          <p:cNvSpPr txBox="1">
            <a:spLocks/>
          </p:cNvSpPr>
          <p:nvPr/>
        </p:nvSpPr>
        <p:spPr>
          <a:xfrm>
            <a:off x="230380" y="454112"/>
            <a:ext cx="8685020" cy="93345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Tx/>
              <a:buFont typeface="Arial" panose="020B0604020202020204" pitchFamily="34" charset="0"/>
              <a:buNone/>
              <a:tabLst/>
              <a:defRPr sz="4800" b="0" i="0" u="none" strike="noStrike" cap="none" spc="0" baseline="0">
                <a:solidFill>
                  <a:srgbClr val="293C57"/>
                </a:solidFill>
                <a:uFillTx/>
                <a:latin typeface="+mj-lt"/>
              </a:defRPr>
            </a:lvl1pPr>
            <a:lvl2pPr marL="800100" marR="0" lvl="1" indent="-342900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</a:defRPr>
            </a:lvl2pPr>
            <a:lvl3pPr marL="1257300" marR="0" lvl="2" indent="-342900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</a:defRPr>
            </a:lvl3pPr>
            <a:lvl4pPr marL="1657350" marR="0" lvl="3" indent="-285750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tabLst/>
              <a:defRPr b="0" i="0" u="none" strike="noStrike" cap="none" spc="0" baseline="0">
                <a:solidFill>
                  <a:srgbClr val="000000"/>
                </a:solidFill>
                <a:uFillTx/>
              </a:defRPr>
            </a:lvl4pPr>
            <a:lvl5pPr marL="2114550" marR="0" lvl="4" indent="-285750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tabLst/>
              <a:defRPr b="0" i="0" u="none" strike="noStrike" cap="none" spc="0" baseline="0">
                <a:solidFill>
                  <a:srgbClr val="000000"/>
                </a:solidFill>
                <a:uFillTx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293C57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Exam Policies for Candidates*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E971A6-42EB-2705-A8F2-FFB55746F346}"/>
              </a:ext>
            </a:extLst>
          </p:cNvPr>
          <p:cNvSpPr txBox="1"/>
          <p:nvPr/>
        </p:nvSpPr>
        <p:spPr>
          <a:xfrm>
            <a:off x="369276" y="1387562"/>
            <a:ext cx="1128932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8171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Identity: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8171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Candidates must present approved identification.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8171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18171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8171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Devices: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8171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Recording and electronic devices are not allowed in testing area, including writing utensils, bags or packs.  These should be stored outside the testing environment.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8171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18171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8171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Communication: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8171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 Candidate may speak to other candidates or administrators during the exam, except to request an authorized break.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18171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8171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NDA: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8171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 candidates must agree to the terms of an NDA and may not remove exam content from the testing area.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18171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18171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hlinkClick r:id="rId3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8171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4"/>
              </a:rPr>
              <a:t>Complete candidate exam policies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18171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613CFC-B568-A8C0-EDDF-DE58BB535B9F}"/>
              </a:ext>
            </a:extLst>
          </p:cNvPr>
          <p:cNvSpPr txBox="1"/>
          <p:nvPr/>
        </p:nvSpPr>
        <p:spPr>
          <a:xfrm>
            <a:off x="7716715" y="4962606"/>
            <a:ext cx="440201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8171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*Please note that some policies may vary depending on the certification exams you deliver.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srgbClr val="18171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21671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4FF35A13-6393-2189-7B70-47C469EDBA2C}"/>
              </a:ext>
            </a:extLst>
          </p:cNvPr>
          <p:cNvSpPr txBox="1">
            <a:spLocks/>
          </p:cNvSpPr>
          <p:nvPr/>
        </p:nvSpPr>
        <p:spPr>
          <a:xfrm>
            <a:off x="230380" y="454112"/>
            <a:ext cx="8685020" cy="93345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Tx/>
              <a:buFont typeface="Arial" panose="020B0604020202020204" pitchFamily="34" charset="0"/>
              <a:buNone/>
              <a:tabLst/>
              <a:defRPr sz="4800" b="0" i="0" u="none" strike="noStrike" cap="none" spc="0" baseline="0">
                <a:solidFill>
                  <a:srgbClr val="293C57"/>
                </a:solidFill>
                <a:uFillTx/>
                <a:latin typeface="+mj-lt"/>
              </a:defRPr>
            </a:lvl1pPr>
            <a:lvl2pPr marL="800100" marR="0" lvl="1" indent="-342900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</a:defRPr>
            </a:lvl2pPr>
            <a:lvl3pPr marL="1257300" marR="0" lvl="2" indent="-342900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</a:defRPr>
            </a:lvl3pPr>
            <a:lvl4pPr marL="1657350" marR="0" lvl="3" indent="-285750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tabLst/>
              <a:defRPr b="0" i="0" u="none" strike="noStrike" cap="none" spc="0" baseline="0">
                <a:solidFill>
                  <a:srgbClr val="000000"/>
                </a:solidFill>
                <a:uFillTx/>
              </a:defRPr>
            </a:lvl4pPr>
            <a:lvl5pPr marL="2114550" marR="0" lvl="4" indent="-285750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tabLst/>
              <a:defRPr b="0" i="0" u="none" strike="noStrike" cap="none" spc="0" baseline="0">
                <a:solidFill>
                  <a:srgbClr val="000000"/>
                </a:solidFill>
                <a:uFillTx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293C57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Retake Policies for Candidates*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E971A6-42EB-2705-A8F2-FFB55746F346}"/>
              </a:ext>
            </a:extLst>
          </p:cNvPr>
          <p:cNvSpPr txBox="1"/>
          <p:nvPr/>
        </p:nvSpPr>
        <p:spPr>
          <a:xfrm>
            <a:off x="369276" y="1387562"/>
            <a:ext cx="11289323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8171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Waiting Period: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8171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Cisco Certified Support Technician exams require a 24-hour break before a candidate can retake after failing the first time.  Additional retakes after the second attempt increase to 48 hours.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18171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18171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8171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Retake Vouchers: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8171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Retake vouchers must be used within 60 days of the initial failed exam. If a retake was purchased, the retake voucher is sent by email after a failed exam.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18171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8171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Violations: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8171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Test results found to be in violation of any exam policy will result in the candidate not being awarded the attempted credential, regardless of score.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18171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hlinkClick r:id="rId3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8171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4"/>
              </a:rPr>
              <a:t>Complete exam retake policies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18171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613CFC-B568-A8C0-EDDF-DE58BB535B9F}"/>
              </a:ext>
            </a:extLst>
          </p:cNvPr>
          <p:cNvSpPr txBox="1"/>
          <p:nvPr/>
        </p:nvSpPr>
        <p:spPr>
          <a:xfrm>
            <a:off x="7722577" y="5034714"/>
            <a:ext cx="410014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8171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*Please note that some retake policies may vary depending on the certification exam.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srgbClr val="18171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42410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4FF35A13-6393-2189-7B70-47C469EDBA2C}"/>
              </a:ext>
            </a:extLst>
          </p:cNvPr>
          <p:cNvSpPr txBox="1">
            <a:spLocks/>
          </p:cNvSpPr>
          <p:nvPr/>
        </p:nvSpPr>
        <p:spPr>
          <a:xfrm>
            <a:off x="230380" y="454112"/>
            <a:ext cx="8685020" cy="93345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Tx/>
              <a:buFont typeface="Arial" panose="020B0604020202020204" pitchFamily="34" charset="0"/>
              <a:buNone/>
              <a:tabLst/>
              <a:defRPr sz="4800" b="0" i="0" u="none" strike="noStrike" cap="none" spc="0" baseline="0">
                <a:solidFill>
                  <a:srgbClr val="293C57"/>
                </a:solidFill>
                <a:uFillTx/>
                <a:latin typeface="+mj-lt"/>
              </a:defRPr>
            </a:lvl1pPr>
            <a:lvl2pPr marL="800100" marR="0" lvl="1" indent="-342900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</a:defRPr>
            </a:lvl2pPr>
            <a:lvl3pPr marL="1257300" marR="0" lvl="2" indent="-342900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</a:defRPr>
            </a:lvl3pPr>
            <a:lvl4pPr marL="1657350" marR="0" lvl="3" indent="-285750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tabLst/>
              <a:defRPr b="0" i="0" u="none" strike="noStrike" cap="none" spc="0" baseline="0">
                <a:solidFill>
                  <a:srgbClr val="000000"/>
                </a:solidFill>
                <a:uFillTx/>
              </a:defRPr>
            </a:lvl4pPr>
            <a:lvl5pPr marL="2114550" marR="0" lvl="4" indent="-285750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tabLst/>
              <a:defRPr b="0" i="0" u="none" strike="noStrike" cap="none" spc="0" baseline="0">
                <a:solidFill>
                  <a:srgbClr val="000000"/>
                </a:solidFill>
                <a:uFillTx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293C57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Accommodations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E971A6-42EB-2705-A8F2-FFB55746F346}"/>
              </a:ext>
            </a:extLst>
          </p:cNvPr>
          <p:cNvSpPr txBox="1"/>
          <p:nvPr/>
        </p:nvSpPr>
        <p:spPr>
          <a:xfrm>
            <a:off x="369276" y="1387562"/>
            <a:ext cx="1128932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8171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Accommodations can be requested online using the Reasonable Adjustments Request System (RARS).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18171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8171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RARS guides are available to help inform teachers, proctors, parents, and test candidates.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18171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8171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Please allow up to 10 business days for accommodation requests to be reviewed.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18171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8171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Accommodations for minors will need to have a parent or guardian complete a consent form.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18171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hlinkClick r:id="rId3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8171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4"/>
              </a:rPr>
              <a:t>Complete accommodation information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18171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63724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picture containing bird&#10;&#10;Description automatically generated">
            <a:extLst>
              <a:ext uri="{FF2B5EF4-FFF2-40B4-BE49-F238E27FC236}">
                <a16:creationId xmlns:a16="http://schemas.microsoft.com/office/drawing/2014/main" id="{8F4C7D4F-BAC1-3045-91B9-4D32986A244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58555" y="2530829"/>
            <a:ext cx="441928" cy="369282"/>
          </a:xfrm>
          <a:prstGeom prst="rect">
            <a:avLst/>
          </a:prstGeom>
        </p:spPr>
      </p:pic>
      <p:sp>
        <p:nvSpPr>
          <p:cNvPr id="29" name="Text Placeholder 1">
            <a:extLst>
              <a:ext uri="{FF2B5EF4-FFF2-40B4-BE49-F238E27FC236}">
                <a16:creationId xmlns:a16="http://schemas.microsoft.com/office/drawing/2014/main" id="{C017356C-A57E-F44C-B949-B7FB1CB71181}"/>
              </a:ext>
            </a:extLst>
          </p:cNvPr>
          <p:cNvSpPr txBox="1">
            <a:spLocks/>
          </p:cNvSpPr>
          <p:nvPr/>
        </p:nvSpPr>
        <p:spPr>
          <a:xfrm>
            <a:off x="230380" y="454112"/>
            <a:ext cx="8685020" cy="93345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Tx/>
              <a:buFont typeface="Arial" panose="020B0604020202020204" pitchFamily="34" charset="0"/>
              <a:buNone/>
              <a:tabLst/>
              <a:defRPr sz="4800" b="0" i="0" u="none" strike="noStrike" cap="none" spc="0" baseline="0">
                <a:solidFill>
                  <a:srgbClr val="293C57"/>
                </a:solidFill>
                <a:uFillTx/>
                <a:latin typeface="+mj-lt"/>
              </a:defRPr>
            </a:lvl1pPr>
            <a:lvl2pPr marL="800100" marR="0" lvl="1" indent="-342900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</a:defRPr>
            </a:lvl2pPr>
            <a:lvl3pPr marL="1257300" marR="0" lvl="2" indent="-342900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</a:defRPr>
            </a:lvl3pPr>
            <a:lvl4pPr marL="1657350" marR="0" lvl="3" indent="-285750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tabLst/>
              <a:defRPr b="0" i="0" u="none" strike="noStrike" cap="none" spc="0" baseline="0">
                <a:solidFill>
                  <a:srgbClr val="000000"/>
                </a:solidFill>
                <a:uFillTx/>
              </a:defRPr>
            </a:lvl4pPr>
            <a:lvl5pPr marL="2114550" marR="0" lvl="4" indent="-285750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tabLst/>
              <a:defRPr b="0" i="0" u="none" strike="noStrike" cap="none" spc="0" baseline="0">
                <a:solidFill>
                  <a:srgbClr val="000000"/>
                </a:solidFill>
                <a:uFillTx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293C57"/>
                </a:solidFill>
                <a:effectLst/>
                <a:uLnTx/>
                <a:uFillTx/>
                <a:latin typeface="Barlow Condensed"/>
                <a:ea typeface="+mn-ea"/>
                <a:cs typeface="+mn-cs"/>
              </a:rPr>
              <a:t>NEXT STEPS</a:t>
            </a:r>
          </a:p>
        </p:txBody>
      </p: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4932E909-9E53-A240-B713-4FAA7A171973}"/>
              </a:ext>
            </a:extLst>
          </p:cNvPr>
          <p:cNvSpPr txBox="1">
            <a:spLocks/>
          </p:cNvSpPr>
          <p:nvPr/>
        </p:nvSpPr>
        <p:spPr>
          <a:xfrm>
            <a:off x="653679" y="3195435"/>
            <a:ext cx="2794860" cy="1417118"/>
          </a:xfrm>
          <a:prstGeom prst="rect">
            <a:avLst/>
          </a:prstGeom>
        </p:spPr>
        <p:txBody>
          <a:bodyPr/>
          <a:lstStyle>
            <a:lvl1pPr marL="233363" marR="0" lvl="0" indent="-233363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  <a:tabLst/>
              <a:defRPr lang="en-US" sz="1800" b="0" i="0" u="none" strike="noStrike" kern="1200" cap="none" spc="0" baseline="0">
                <a:solidFill>
                  <a:srgbClr val="293C57"/>
                </a:solidFill>
                <a:uFillTx/>
                <a:latin typeface="+mn-lt"/>
              </a:defRPr>
            </a:lvl1pPr>
            <a:lvl2pPr marL="800100" marR="0" lvl="1" indent="-3429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tabLst/>
              <a:def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2pPr>
            <a:lvl3pPr marL="1257300" marR="0" lvl="2" indent="-3429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tabLst/>
              <a:def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3pPr>
            <a:lvl4pPr marL="1657350" marR="0" lvl="3" indent="-28575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4pPr>
            <a:lvl5pPr marL="2114550" marR="0" lvl="4" indent="-28575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93C57"/>
                </a:solidFill>
                <a:effectLst/>
                <a:uLnTx/>
                <a:uFillTx/>
                <a:latin typeface="Barlow" pitchFamily="2" charset="77"/>
                <a:ea typeface="+mn-ea"/>
                <a:cs typeface="+mn-cs"/>
              </a:rPr>
              <a:t>You can purchase directly from a Certiport sales consultant or purchase inventory through your “organization administrator” account. </a:t>
            </a:r>
          </a:p>
        </p:txBody>
      </p:sp>
      <p:pic>
        <p:nvPicPr>
          <p:cNvPr id="38" name="Picture 37" descr="A picture containing bird&#10;&#10;Description automatically generated">
            <a:extLst>
              <a:ext uri="{FF2B5EF4-FFF2-40B4-BE49-F238E27FC236}">
                <a16:creationId xmlns:a16="http://schemas.microsoft.com/office/drawing/2014/main" id="{7B7825EE-9670-A844-B011-A4FADE21A8B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08818" y="2538527"/>
            <a:ext cx="441928" cy="369282"/>
          </a:xfrm>
          <a:prstGeom prst="rect">
            <a:avLst/>
          </a:prstGeom>
        </p:spPr>
      </p:pic>
      <p:sp>
        <p:nvSpPr>
          <p:cNvPr id="42" name="Text Placeholder 3">
            <a:extLst>
              <a:ext uri="{FF2B5EF4-FFF2-40B4-BE49-F238E27FC236}">
                <a16:creationId xmlns:a16="http://schemas.microsoft.com/office/drawing/2014/main" id="{B54BF404-E244-E24D-B99C-9C4DAE59D1D6}"/>
              </a:ext>
            </a:extLst>
          </p:cNvPr>
          <p:cNvSpPr txBox="1">
            <a:spLocks/>
          </p:cNvSpPr>
          <p:nvPr/>
        </p:nvSpPr>
        <p:spPr>
          <a:xfrm>
            <a:off x="255094" y="1245039"/>
            <a:ext cx="11296044" cy="715894"/>
          </a:xfrm>
          <a:prstGeom prst="rect">
            <a:avLst/>
          </a:prstGeom>
        </p:spPr>
        <p:txBody>
          <a:bodyPr/>
          <a:lstStyle>
            <a:lvl1pPr marL="233363" marR="0" lvl="0" indent="-233363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  <a:tabLst/>
              <a:defRPr lang="en-US" sz="1800" b="0" i="0" u="none" strike="noStrike" kern="1200" cap="none" spc="0" baseline="0">
                <a:solidFill>
                  <a:srgbClr val="293C57"/>
                </a:solidFill>
                <a:uFillTx/>
                <a:latin typeface="+mn-lt"/>
              </a:defRPr>
            </a:lvl1pPr>
            <a:lvl2pPr marL="800100" marR="0" lvl="1" indent="-3429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tabLst/>
              <a:def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2pPr>
            <a:lvl3pPr marL="1257300" marR="0" lvl="2" indent="-3429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tabLst/>
              <a:def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3pPr>
            <a:lvl4pPr marL="1657350" marR="0" lvl="3" indent="-28575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4pPr>
            <a:lvl5pPr marL="2114550" marR="0" lvl="4" indent="-28575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93C57"/>
                </a:solidFill>
                <a:effectLst/>
                <a:uLnTx/>
                <a:uFillTx/>
                <a:latin typeface="Barlow" pitchFamily="2" charset="77"/>
                <a:ea typeface="+mn-ea"/>
                <a:cs typeface="+mn-cs"/>
              </a:rPr>
              <a:t>After becoming an active CATC, you will be assigned the role of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93C57"/>
                </a:solidFill>
                <a:effectLst/>
                <a:uLnTx/>
                <a:uFillTx/>
                <a:latin typeface="Barlow" pitchFamily="2" charset="77"/>
                <a:ea typeface="+mn-ea"/>
                <a:cs typeface="+mn-cs"/>
              </a:rPr>
              <a:t>Organization Administrator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93C57"/>
                </a:solidFill>
                <a:effectLst/>
                <a:uLnTx/>
                <a:uFillTx/>
                <a:latin typeface="Barlow" pitchFamily="2" charset="77"/>
                <a:ea typeface="+mn-ea"/>
                <a:cs typeface="+mn-cs"/>
              </a:rPr>
              <a:t>and can start the process of administering and delivering exams. </a:t>
            </a:r>
          </a:p>
        </p:txBody>
      </p:sp>
      <p:sp>
        <p:nvSpPr>
          <p:cNvPr id="43" name="Text Placeholder 3">
            <a:extLst>
              <a:ext uri="{FF2B5EF4-FFF2-40B4-BE49-F238E27FC236}">
                <a16:creationId xmlns:a16="http://schemas.microsoft.com/office/drawing/2014/main" id="{83A48123-A682-BD49-A193-FBF3D81C691A}"/>
              </a:ext>
            </a:extLst>
          </p:cNvPr>
          <p:cNvSpPr txBox="1">
            <a:spLocks/>
          </p:cNvSpPr>
          <p:nvPr/>
        </p:nvSpPr>
        <p:spPr>
          <a:xfrm>
            <a:off x="4183324" y="3195435"/>
            <a:ext cx="3319265" cy="1725463"/>
          </a:xfrm>
          <a:prstGeom prst="rect">
            <a:avLst/>
          </a:prstGeom>
        </p:spPr>
        <p:txBody>
          <a:bodyPr/>
          <a:lstStyle>
            <a:lvl1pPr marL="233363" marR="0" lvl="0" indent="-233363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  <a:tabLst/>
              <a:defRPr lang="en-US" sz="1800" b="0" i="0" u="none" strike="noStrike" kern="1200" cap="none" spc="0" baseline="0">
                <a:solidFill>
                  <a:srgbClr val="293C57"/>
                </a:solidFill>
                <a:uFillTx/>
                <a:latin typeface="+mn-lt"/>
              </a:defRPr>
            </a:lvl1pPr>
            <a:lvl2pPr marL="800100" marR="0" lvl="1" indent="-3429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tabLst/>
              <a:def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2pPr>
            <a:lvl3pPr marL="1257300" marR="0" lvl="2" indent="-3429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tabLst/>
              <a:def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3pPr>
            <a:lvl4pPr marL="1657350" marR="0" lvl="3" indent="-28575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4pPr>
            <a:lvl5pPr marL="2114550" marR="0" lvl="4" indent="-28575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93C57"/>
                </a:solidFill>
                <a:effectLst/>
                <a:uLnTx/>
                <a:uFillTx/>
                <a:latin typeface="Barlow" pitchFamily="2" charset="77"/>
                <a:ea typeface="+mn-ea"/>
                <a:cs typeface="+mn-cs"/>
              </a:rPr>
              <a:t>Review all resources, training sessions, and user guides on how to manage your CATC account and how to administer an exam. </a:t>
            </a:r>
          </a:p>
        </p:txBody>
      </p:sp>
      <p:sp>
        <p:nvSpPr>
          <p:cNvPr id="44" name="Text Placeholder 3">
            <a:extLst>
              <a:ext uri="{FF2B5EF4-FFF2-40B4-BE49-F238E27FC236}">
                <a16:creationId xmlns:a16="http://schemas.microsoft.com/office/drawing/2014/main" id="{48E4FF48-7F0C-764E-A967-51F1F69287EB}"/>
              </a:ext>
            </a:extLst>
          </p:cNvPr>
          <p:cNvSpPr txBox="1">
            <a:spLocks/>
          </p:cNvSpPr>
          <p:nvPr/>
        </p:nvSpPr>
        <p:spPr>
          <a:xfrm>
            <a:off x="8237374" y="3195435"/>
            <a:ext cx="3042818" cy="1725463"/>
          </a:xfrm>
          <a:prstGeom prst="rect">
            <a:avLst/>
          </a:prstGeom>
        </p:spPr>
        <p:txBody>
          <a:bodyPr/>
          <a:lstStyle>
            <a:lvl1pPr marL="233363" marR="0" lvl="0" indent="-233363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  <a:tabLst/>
              <a:defRPr lang="en-US" sz="1800" b="0" i="0" u="none" strike="noStrike" kern="1200" cap="none" spc="0" baseline="0">
                <a:solidFill>
                  <a:srgbClr val="293C57"/>
                </a:solidFill>
                <a:uFillTx/>
                <a:latin typeface="+mn-lt"/>
              </a:defRPr>
            </a:lvl1pPr>
            <a:lvl2pPr marL="800100" marR="0" lvl="1" indent="-3429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tabLst/>
              <a:def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2pPr>
            <a:lvl3pPr marL="1257300" marR="0" lvl="2" indent="-3429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tabLst/>
              <a:def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3pPr>
            <a:lvl4pPr marL="1657350" marR="0" lvl="3" indent="-28575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4pPr>
            <a:lvl5pPr marL="2114550" marR="0" lvl="4" indent="-28575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93C57"/>
                </a:solidFill>
                <a:effectLst/>
                <a:uLnTx/>
                <a:uFillTx/>
                <a:latin typeface="Barlow"/>
                <a:ea typeface="+mn-ea"/>
                <a:cs typeface="+mn-cs"/>
              </a:rPr>
              <a:t>Download and install our exam delivery software, Compass. 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293C57"/>
                </a:solidFill>
                <a:effectLst/>
                <a:uLnTx/>
                <a:uFillTx/>
                <a:latin typeface="Barlow"/>
                <a:ea typeface="+mn-ea"/>
                <a:cs typeface="+mn-cs"/>
              </a:rPr>
              <a:t>Delivery systems vary by certification program and supported operating systems. </a:t>
            </a:r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srgbClr val="293C57"/>
              </a:solidFill>
              <a:effectLst/>
              <a:uLnTx/>
              <a:uFillTx/>
              <a:latin typeface="Barlow" pitchFamily="2" charset="77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AFE712-317D-47DC-A3B8-E737AAA8789E}"/>
              </a:ext>
            </a:extLst>
          </p:cNvPr>
          <p:cNvSpPr txBox="1"/>
          <p:nvPr/>
        </p:nvSpPr>
        <p:spPr>
          <a:xfrm>
            <a:off x="4183324" y="2461558"/>
            <a:ext cx="304281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arlow Condensed"/>
                <a:ea typeface="+mn-ea"/>
                <a:cs typeface="+mn-cs"/>
              </a:rPr>
              <a:t>REVIEW TRAINING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04D8A5B-84DF-4BAC-8999-35EA6D77E877}"/>
              </a:ext>
            </a:extLst>
          </p:cNvPr>
          <p:cNvSpPr txBox="1"/>
          <p:nvPr/>
        </p:nvSpPr>
        <p:spPr>
          <a:xfrm>
            <a:off x="653679" y="2430787"/>
            <a:ext cx="304281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arlow Condensed"/>
                <a:ea typeface="+mn-ea"/>
                <a:cs typeface="+mn-cs"/>
              </a:rPr>
              <a:t>PURCHASE EXAMS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E7C3616-E9C6-44CD-8F49-86D729F7AA06}"/>
              </a:ext>
            </a:extLst>
          </p:cNvPr>
          <p:cNvSpPr txBox="1"/>
          <p:nvPr/>
        </p:nvSpPr>
        <p:spPr>
          <a:xfrm>
            <a:off x="8158783" y="2453860"/>
            <a:ext cx="381347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arlow Condensed"/>
                <a:ea typeface="+mn-ea"/>
                <a:cs typeface="+mn-cs"/>
              </a:rPr>
              <a:t>INSTALL EXAM SOFTWARE</a:t>
            </a:r>
          </a:p>
        </p:txBody>
      </p:sp>
    </p:spTree>
    <p:extLst>
      <p:ext uri="{BB962C8B-B14F-4D97-AF65-F5344CB8AC3E}">
        <p14:creationId xmlns:p14="http://schemas.microsoft.com/office/powerpoint/2010/main" val="36974244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973AAE8-F078-A04B-A5CE-5B0DA6497E0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211932" y="0"/>
            <a:ext cx="3875809" cy="62998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77E5365-15C8-9A45-808C-3F0E083A9E2B}"/>
              </a:ext>
            </a:extLst>
          </p:cNvPr>
          <p:cNvSpPr/>
          <p:nvPr/>
        </p:nvSpPr>
        <p:spPr>
          <a:xfrm>
            <a:off x="616229" y="2708680"/>
            <a:ext cx="7959600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arlow"/>
                <a:ea typeface="+mn-ea"/>
                <a:cs typeface="+mn-cs"/>
              </a:rPr>
              <a:t>View the full step-by-step process of becoming a CATC and delivering Certiport exams at: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7DA5"/>
              </a:solidFill>
              <a:effectLst/>
              <a:uLnTx/>
              <a:uFillTx/>
              <a:latin typeface="Barlow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DA5"/>
                </a:solidFill>
                <a:effectLst/>
                <a:uLnTx/>
                <a:uFillTx/>
                <a:latin typeface="Barlow"/>
                <a:ea typeface="+mn-ea"/>
                <a:cs typeface="+mn-cs"/>
                <a:hlinkClick r:id="rId4"/>
              </a:rPr>
              <a:t>certiport.pearsonvue.com/CATCs/Cisco-get-started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7DA5"/>
              </a:solidFill>
              <a:effectLst/>
              <a:uLnTx/>
              <a:uFillTx/>
              <a:latin typeface="Barlow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987337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5144842"/>
      </p:ext>
    </p:extLst>
  </p:cSld>
  <p:clrMapOvr>
    <a:masterClrMapping/>
  </p:clrMapOvr>
</p:sld>
</file>

<file path=ppt/theme/theme1.xml><?xml version="1.0" encoding="utf-8"?>
<a:theme xmlns:a="http://schemas.openxmlformats.org/drawingml/2006/main" name="Dark theme 2022 Widescreen">
  <a:themeElements>
    <a:clrScheme name="Cisco Color Palette">
      <a:dk1>
        <a:srgbClr val="0D274D"/>
      </a:dk1>
      <a:lt1>
        <a:srgbClr val="FFFFFF"/>
      </a:lt1>
      <a:dk2>
        <a:srgbClr val="414244"/>
      </a:dk2>
      <a:lt2>
        <a:srgbClr val="0051AF"/>
      </a:lt2>
      <a:accent1>
        <a:srgbClr val="00BCEB"/>
      </a:accent1>
      <a:accent2>
        <a:srgbClr val="74BF4B"/>
      </a:accent2>
      <a:accent3>
        <a:srgbClr val="0051AF"/>
      </a:accent3>
      <a:accent4>
        <a:srgbClr val="E2E2E2"/>
      </a:accent4>
      <a:accent5>
        <a:srgbClr val="FBAB2C"/>
      </a:accent5>
      <a:accent6>
        <a:srgbClr val="E3241B"/>
      </a:accent6>
      <a:hlink>
        <a:srgbClr val="0050AE"/>
      </a:hlink>
      <a:folHlink>
        <a:srgbClr val="00BCEB"/>
      </a:folHlink>
    </a:clrScheme>
    <a:fontScheme name="Test">
      <a:majorFont>
        <a:latin typeface="CiscoSansTT Extra Light"/>
        <a:ea typeface=""/>
        <a:cs typeface=""/>
      </a:majorFont>
      <a:minorFont>
        <a:latin typeface="CiscoSansT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defRPr dirty="0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Cisco Corporate Template Prototype_Aug_2017" id="{4E692306-BB5E-4389-8512-B70B45577D04}" vid="{BDAD62F5-9CDD-42BF-A677-E02F4F07310C}"/>
    </a:ext>
  </a:extLst>
</a:theme>
</file>

<file path=ppt/theme/theme2.xml><?xml version="1.0" encoding="utf-8"?>
<a:theme xmlns:a="http://schemas.openxmlformats.org/drawingml/2006/main" name="Cisco Corporate DARK Theme 2022">
  <a:themeElements>
    <a:clrScheme name="Cisco Color Palette">
      <a:dk1>
        <a:srgbClr val="0D274D"/>
      </a:dk1>
      <a:lt1>
        <a:srgbClr val="FFFFFF"/>
      </a:lt1>
      <a:dk2>
        <a:srgbClr val="414244"/>
      </a:dk2>
      <a:lt2>
        <a:srgbClr val="0051AF"/>
      </a:lt2>
      <a:accent1>
        <a:srgbClr val="00BCEB"/>
      </a:accent1>
      <a:accent2>
        <a:srgbClr val="74BF4B"/>
      </a:accent2>
      <a:accent3>
        <a:srgbClr val="0051AF"/>
      </a:accent3>
      <a:accent4>
        <a:srgbClr val="E2E2E2"/>
      </a:accent4>
      <a:accent5>
        <a:srgbClr val="FBAB2C"/>
      </a:accent5>
      <a:accent6>
        <a:srgbClr val="E3241B"/>
      </a:accent6>
      <a:hlink>
        <a:srgbClr val="0050AE"/>
      </a:hlink>
      <a:folHlink>
        <a:srgbClr val="00BCEB"/>
      </a:folHlink>
    </a:clrScheme>
    <a:fontScheme name="Test">
      <a:majorFont>
        <a:latin typeface="CiscoSansTT Extra Light"/>
        <a:ea typeface=""/>
        <a:cs typeface=""/>
      </a:majorFont>
      <a:minorFont>
        <a:latin typeface="CiscoSansT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defRPr dirty="0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Cisco Corporate DARK Theme 2022" id="{7895237A-B078-814A-8B0F-1974CB08D6F2}" vid="{CF1C60B8-92EE-A24C-AEB6-E86C595339BE}"/>
    </a:ext>
  </a:extLst>
</a:theme>
</file>

<file path=ppt/theme/theme3.xml><?xml version="1.0" encoding="utf-8"?>
<a:theme xmlns:a="http://schemas.openxmlformats.org/drawingml/2006/main" name="3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3200" dirty="0" smtClean="0">
            <a:solidFill>
              <a:schemeClr val="bg1"/>
            </a:solidFill>
            <a:latin typeface="CiscoSansTT ExtraLight" panose="020B0303020201020303" pitchFamily="34" charset="0"/>
            <a:cs typeface="CiscoSansTT ExtraLight" panose="020B0303020201020303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Cisco2019-JUNE">
  <a:themeElements>
    <a:clrScheme name="Cisco Core Palette_2019_default">
      <a:dk1>
        <a:srgbClr val="282828"/>
      </a:dk1>
      <a:lt1>
        <a:srgbClr val="0D274D"/>
      </a:lt1>
      <a:dk2>
        <a:srgbClr val="1E4471"/>
      </a:dk2>
      <a:lt2>
        <a:srgbClr val="FFFFFF"/>
      </a:lt2>
      <a:accent1>
        <a:srgbClr val="00BCEB"/>
      </a:accent1>
      <a:accent2>
        <a:srgbClr val="6EBE4A"/>
      </a:accent2>
      <a:accent3>
        <a:srgbClr val="1E4471"/>
      </a:accent3>
      <a:accent4>
        <a:srgbClr val="9E9EA2"/>
      </a:accent4>
      <a:accent5>
        <a:srgbClr val="FBAB18"/>
      </a:accent5>
      <a:accent6>
        <a:srgbClr val="E3241B"/>
      </a:accent6>
      <a:hlink>
        <a:srgbClr val="00BCEB"/>
      </a:hlink>
      <a:folHlink>
        <a:srgbClr val="1E4471"/>
      </a:folHlink>
    </a:clrScheme>
    <a:fontScheme name="CiscoSans True Type">
      <a:majorFont>
        <a:latin typeface="CiscoSansTT ExtraLight"/>
        <a:ea typeface=""/>
        <a:cs typeface=""/>
      </a:majorFont>
      <a:minorFont>
        <a:latin typeface="CiscoSansTT Extra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defRPr dirty="0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Cisco2019-JUNE" id="{0437F2C8-CB4F-469F-BF6F-3A1C0737E0B8}" vid="{04F9329C-4758-4970-B3D4-786D7C660532}"/>
    </a:ext>
  </a:extLst>
</a:theme>
</file>

<file path=ppt/theme/theme5.xml><?xml version="1.0" encoding="utf-8"?>
<a:theme xmlns:a="http://schemas.openxmlformats.org/drawingml/2006/main" name="1_Cisco Corporate DARK Theme 2022">
  <a:themeElements>
    <a:clrScheme name="Cisco Color Palette">
      <a:dk1>
        <a:srgbClr val="0D274D"/>
      </a:dk1>
      <a:lt1>
        <a:srgbClr val="FFFFFF"/>
      </a:lt1>
      <a:dk2>
        <a:srgbClr val="414244"/>
      </a:dk2>
      <a:lt2>
        <a:srgbClr val="0051AF"/>
      </a:lt2>
      <a:accent1>
        <a:srgbClr val="00BCEB"/>
      </a:accent1>
      <a:accent2>
        <a:srgbClr val="74BF4B"/>
      </a:accent2>
      <a:accent3>
        <a:srgbClr val="0051AF"/>
      </a:accent3>
      <a:accent4>
        <a:srgbClr val="E2E2E2"/>
      </a:accent4>
      <a:accent5>
        <a:srgbClr val="FBAB2C"/>
      </a:accent5>
      <a:accent6>
        <a:srgbClr val="E3241B"/>
      </a:accent6>
      <a:hlink>
        <a:srgbClr val="0050AE"/>
      </a:hlink>
      <a:folHlink>
        <a:srgbClr val="00BCEB"/>
      </a:folHlink>
    </a:clrScheme>
    <a:fontScheme name="Test">
      <a:majorFont>
        <a:latin typeface="CiscoSansTT Extra Light"/>
        <a:ea typeface=""/>
        <a:cs typeface=""/>
      </a:majorFont>
      <a:minorFont>
        <a:latin typeface="CiscoSansT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defRPr dirty="0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Cisco Corporate DARK Theme 2022" id="{7895237A-B078-814A-8B0F-1974CB08D6F2}" vid="{CF1C60B8-92EE-A24C-AEB6-E86C595339BE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ertiport TEMP">
      <a:majorFont>
        <a:latin typeface="Barlow Condensed"/>
        <a:ea typeface=""/>
        <a:cs typeface=""/>
      </a:majorFont>
      <a:minorFont>
        <a:latin typeface="Barlo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_Office Theme">
  <a:themeElements>
    <a:clrScheme name="Maps">
      <a:dk1>
        <a:srgbClr val="181717"/>
      </a:dk1>
      <a:lt1>
        <a:srgbClr val="FFFFFF"/>
      </a:lt1>
      <a:dk2>
        <a:srgbClr val="181717"/>
      </a:dk2>
      <a:lt2>
        <a:srgbClr val="FFFFFF"/>
      </a:lt2>
      <a:accent1>
        <a:srgbClr val="137781"/>
      </a:accent1>
      <a:accent2>
        <a:srgbClr val="009F88"/>
      </a:accent2>
      <a:accent3>
        <a:srgbClr val="00BF84"/>
      </a:accent3>
      <a:accent4>
        <a:srgbClr val="00D177"/>
      </a:accent4>
      <a:accent5>
        <a:srgbClr val="00D55B"/>
      </a:accent5>
      <a:accent6>
        <a:srgbClr val="1FB945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2023 Cisco Template Master">
  <a:themeElements>
    <a:clrScheme name="Custom 1">
      <a:dk1>
        <a:srgbClr val="0D274D"/>
      </a:dk1>
      <a:lt1>
        <a:srgbClr val="414244"/>
      </a:lt1>
      <a:dk2>
        <a:srgbClr val="FFFFFF"/>
      </a:dk2>
      <a:lt2>
        <a:srgbClr val="0051AF"/>
      </a:lt2>
      <a:accent1>
        <a:srgbClr val="00BCEB"/>
      </a:accent1>
      <a:accent2>
        <a:srgbClr val="74BF4B"/>
      </a:accent2>
      <a:accent3>
        <a:srgbClr val="0051AF"/>
      </a:accent3>
      <a:accent4>
        <a:srgbClr val="E2E2E2"/>
      </a:accent4>
      <a:accent5>
        <a:srgbClr val="FBAB2C"/>
      </a:accent5>
      <a:accent6>
        <a:srgbClr val="E3241B"/>
      </a:accent6>
      <a:hlink>
        <a:srgbClr val="0050AE"/>
      </a:hlink>
      <a:folHlink>
        <a:srgbClr val="00BCEB"/>
      </a:folHlink>
    </a:clrScheme>
    <a:fontScheme name="Custom 13">
      <a:majorFont>
        <a:latin typeface="CiscoSansTT ExtraLight"/>
        <a:ea typeface=""/>
        <a:cs typeface=""/>
      </a:majorFont>
      <a:minorFont>
        <a:latin typeface="CiscoSansT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lIns="45720" rIns="45720"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dirty="0" smtClean="0">
            <a:solidFill>
              <a:schemeClr val="bg2"/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2023 Cisco_PowerPoint_Template_Light_12-6-22 AE v5.potx" id="{02CFFE99-3FA0-4030-B4AB-C66403B6984A}" vid="{54E01BF6-73E5-488F-B288-8B939CB3D3E7}"/>
    </a:ext>
  </a:extLst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63c561b-9ed7-4eff-a44a-420ee4b9be56">
      <Terms xmlns="http://schemas.microsoft.com/office/infopath/2007/PartnerControls"/>
    </lcf76f155ced4ddcb4097134ff3c332f>
    <TaxCatchAll xmlns="4596d6c2-6208-40c1-97d7-a7a8de7b2e7e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372FA7496D6DA479E8285E92D89F7A2" ma:contentTypeVersion="16" ma:contentTypeDescription="Create a new document." ma:contentTypeScope="" ma:versionID="5e1d3d399db7b5ad2e9944010a069963">
  <xsd:schema xmlns:xsd="http://www.w3.org/2001/XMLSchema" xmlns:xs="http://www.w3.org/2001/XMLSchema" xmlns:p="http://schemas.microsoft.com/office/2006/metadata/properties" xmlns:ns2="4596d6c2-6208-40c1-97d7-a7a8de7b2e7e" xmlns:ns3="663c561b-9ed7-4eff-a44a-420ee4b9be56" targetNamespace="http://schemas.microsoft.com/office/2006/metadata/properties" ma:root="true" ma:fieldsID="0f0f5f7a48a6da95fb824dbe257a31f1" ns2:_="" ns3:_="">
    <xsd:import namespace="4596d6c2-6208-40c1-97d7-a7a8de7b2e7e"/>
    <xsd:import namespace="663c561b-9ed7-4eff-a44a-420ee4b9be56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96d6c2-6208-40c1-97d7-a7a8de7b2e7e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4744fc2b-25fb-49a1-97aa-3319922cdb6c}" ma:internalName="TaxCatchAll" ma:showField="CatchAllData" ma:web="4596d6c2-6208-40c1-97d7-a7a8de7b2e7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3c561b-9ed7-4eff-a44a-420ee4b9be5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710261dd-85c0-4e16-8580-30375acfae1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761668F-9E6B-4E0A-9B09-A20E544A7A7C}">
  <ds:schemaRefs>
    <ds:schemaRef ds:uri="http://schemas.microsoft.com/office/2006/metadata/properties"/>
    <ds:schemaRef ds:uri="http://schemas.microsoft.com/office/2006/documentManagement/types"/>
    <ds:schemaRef ds:uri="http://purl.org/dc/dcmitype/"/>
    <ds:schemaRef ds:uri="2ce2bf98-0e87-4f06-be81-2d24790ec922"/>
    <ds:schemaRef ds:uri="http://schemas.microsoft.com/office/infopath/2007/PartnerControls"/>
    <ds:schemaRef ds:uri="http://purl.org/dc/elements/1.1/"/>
    <ds:schemaRef ds:uri="http://www.w3.org/XML/1998/namespace"/>
    <ds:schemaRef ds:uri="a52a64d5-da12-431b-9222-1a2249ab6f1f"/>
    <ds:schemaRef ds:uri="http://schemas.openxmlformats.org/package/2006/metadata/core-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A2ABD263-6E25-4A32-ABCE-F04B6073C001}"/>
</file>

<file path=customXml/itemProps3.xml><?xml version="1.0" encoding="utf-8"?>
<ds:datastoreItem xmlns:ds="http://schemas.openxmlformats.org/officeDocument/2006/customXml" ds:itemID="{7C4F57CD-D004-42DC-9782-B9CBE4785BA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279</TotalTime>
  <Words>3623</Words>
  <Application>Microsoft Office PowerPoint</Application>
  <PresentationFormat>Widescreen</PresentationFormat>
  <Paragraphs>433</Paragraphs>
  <Slides>36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20</vt:i4>
      </vt:variant>
      <vt:variant>
        <vt:lpstr>Theme</vt:lpstr>
      </vt:variant>
      <vt:variant>
        <vt:i4>8</vt:i4>
      </vt:variant>
      <vt:variant>
        <vt:lpstr>Slide Titles</vt:lpstr>
      </vt:variant>
      <vt:variant>
        <vt:i4>36</vt:i4>
      </vt:variant>
    </vt:vector>
  </HeadingPairs>
  <TitlesOfParts>
    <vt:vector size="64" baseType="lpstr">
      <vt:lpstr>Arial</vt:lpstr>
      <vt:lpstr>Barlow</vt:lpstr>
      <vt:lpstr>Barlow Condensed</vt:lpstr>
      <vt:lpstr>Barlow Condensed (Headings)</vt:lpstr>
      <vt:lpstr>Barlow Light</vt:lpstr>
      <vt:lpstr>Barlow Medium</vt:lpstr>
      <vt:lpstr>Calibri</vt:lpstr>
      <vt:lpstr>Calibri Light</vt:lpstr>
      <vt:lpstr>CiscoSansTT</vt:lpstr>
      <vt:lpstr>CiscoSansTT Extra Light</vt:lpstr>
      <vt:lpstr>CiscoSansTT ExtraLight</vt:lpstr>
      <vt:lpstr>CiscoSansTT Heavy</vt:lpstr>
      <vt:lpstr>CiscoSansTT Light</vt:lpstr>
      <vt:lpstr>CiscoSansTT Medium</vt:lpstr>
      <vt:lpstr>CiscoSansTT Thin</vt:lpstr>
      <vt:lpstr>MS PGothic</vt:lpstr>
      <vt:lpstr>Open Sans</vt:lpstr>
      <vt:lpstr>Open Sans Light</vt:lpstr>
      <vt:lpstr>Times New Roman</vt:lpstr>
      <vt:lpstr>Wingdings</vt:lpstr>
      <vt:lpstr>Dark theme 2022 Widescreen</vt:lpstr>
      <vt:lpstr>Cisco Corporate DARK Theme 2022</vt:lpstr>
      <vt:lpstr>3_Tema de Office</vt:lpstr>
      <vt:lpstr>Cisco2019-JUNE</vt:lpstr>
      <vt:lpstr>1_Cisco Corporate DARK Theme 2022</vt:lpstr>
      <vt:lpstr>Office Theme</vt:lpstr>
      <vt:lpstr>1_Office Theme</vt:lpstr>
      <vt:lpstr>2023 Cisco Template Master</vt:lpstr>
      <vt:lpstr>Cisco Certified Support Technician (CCST)</vt:lpstr>
      <vt:lpstr>PowerPoint Presentation</vt:lpstr>
      <vt:lpstr>Benefits of  Cisco Certification</vt:lpstr>
      <vt:lpstr>PowerPoint Presentation</vt:lpstr>
      <vt:lpstr>Cisco Certified Support Technician (CCST) Certifications</vt:lpstr>
      <vt:lpstr>CCST certifications and related job roles  </vt:lpstr>
      <vt:lpstr>CCST certifications provide a step to CCNA and CyberOps Associate certifications </vt:lpstr>
      <vt:lpstr>PowerPoint Presentation</vt:lpstr>
      <vt:lpstr>PowerPoint Presentation</vt:lpstr>
      <vt:lpstr>PowerPoint Presentation</vt:lpstr>
      <vt:lpstr>Cisco Certified Support Technician  (CCST) Networking</vt:lpstr>
      <vt:lpstr>PowerPoint Presentation</vt:lpstr>
      <vt:lpstr>PowerPoint Presentation</vt:lpstr>
      <vt:lpstr>PowerPoint Presentation</vt:lpstr>
      <vt:lpstr>Cisco Certified Support Technician (CCST) Cybersecurity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Cisco Certified Support Technician (CCST) IT Support</vt:lpstr>
      <vt:lpstr>PowerPoint Presentation</vt:lpstr>
      <vt:lpstr>PowerPoint Presentation</vt:lpstr>
      <vt:lpstr>How to become a Certiport Authorized Testing Center</vt:lpstr>
      <vt:lpstr>Certiport</vt:lpstr>
      <vt:lpstr>Get Started with Cisco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Jozef Janitor (jjanitor)</dc:creator>
  <cp:lastModifiedBy>Echo Rantanen (erantane)</cp:lastModifiedBy>
  <cp:revision>11</cp:revision>
  <dcterms:created xsi:type="dcterms:W3CDTF">2023-05-31T18:56:49Z</dcterms:created>
  <dcterms:modified xsi:type="dcterms:W3CDTF">2024-08-01T21:50:41Z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0x010100E372FA7496D6DA479E8285E92D89F7A2</vt:lpwstr>
  </property>
  <property fmtid="{D5CDD505-2E9C-101B-9397-08002B2CF9AE}" pid="3" name="MediaServiceImageTags">
    <vt:lpwstr/>
  </property>
  <property fmtid="{D5CDD505-2E9C-101B-9397-08002B2CF9AE}" pid="4" name="MSIP_Label_a189e4fd-a2fa-47bf-9b21-17f706ee2968_Enabled">
    <vt:lpwstr>true</vt:lpwstr>
  </property>
  <property fmtid="{D5CDD505-2E9C-101B-9397-08002B2CF9AE}" pid="5" name="MSIP_Label_a189e4fd-a2fa-47bf-9b21-17f706ee2968_SetDate">
    <vt:lpwstr>2024-06-13T18:15:17Z</vt:lpwstr>
  </property>
  <property fmtid="{D5CDD505-2E9C-101B-9397-08002B2CF9AE}" pid="6" name="MSIP_Label_a189e4fd-a2fa-47bf-9b21-17f706ee2968_Method">
    <vt:lpwstr>Privileged</vt:lpwstr>
  </property>
  <property fmtid="{D5CDD505-2E9C-101B-9397-08002B2CF9AE}" pid="7" name="MSIP_Label_a189e4fd-a2fa-47bf-9b21-17f706ee2968_Name">
    <vt:lpwstr>Cisco Public Label</vt:lpwstr>
  </property>
  <property fmtid="{D5CDD505-2E9C-101B-9397-08002B2CF9AE}" pid="8" name="MSIP_Label_a189e4fd-a2fa-47bf-9b21-17f706ee2968_SiteId">
    <vt:lpwstr>5ae1af62-9505-4097-a69a-c1553ef7840e</vt:lpwstr>
  </property>
  <property fmtid="{D5CDD505-2E9C-101B-9397-08002B2CF9AE}" pid="9" name="MSIP_Label_a189e4fd-a2fa-47bf-9b21-17f706ee2968_ActionId">
    <vt:lpwstr>39f87c58-93ff-4770-aa81-65d5c689bb00</vt:lpwstr>
  </property>
  <property fmtid="{D5CDD505-2E9C-101B-9397-08002B2CF9AE}" pid="10" name="MSIP_Label_a189e4fd-a2fa-47bf-9b21-17f706ee2968_ContentBits">
    <vt:lpwstr>2</vt:lpwstr>
  </property>
  <property fmtid="{D5CDD505-2E9C-101B-9397-08002B2CF9AE}" pid="11" name="ClassificationContentMarkingFooterLocations">
    <vt:lpwstr>Dark theme 2022 Widescreen:3\Cisco Corporate DARK Theme 2022:3\3_Tema de Office:5\Cisco2019-JUNE:3\1_Cisco Corporate DARK Theme 2022:3\Office Theme:5\1_Office Theme:5\2023 Cisco Template Master:4</vt:lpwstr>
  </property>
  <property fmtid="{D5CDD505-2E9C-101B-9397-08002B2CF9AE}" pid="12" name="ClassificationContentMarkingFooterText">
    <vt:lpwstr>-</vt:lpwstr>
  </property>
</Properties>
</file>