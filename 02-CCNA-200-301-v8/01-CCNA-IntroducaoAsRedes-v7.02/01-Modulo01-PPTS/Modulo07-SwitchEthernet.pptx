
<file path=[Content_Types].xml><?xml version="1.0" encoding="utf-8"?>
<Types xmlns="http://schemas.openxmlformats.org/package/2006/content-types">
  <Default Extension="jpeg" ContentType="image/jpeg"/>
  <Default Extension="JPG" ContentType="image/.jp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commentAuthors.xml" ContentType="application/vnd.openxmlformats-officedocument.presentationml.commentAuthor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648" r:id="rId1"/>
  </p:sldMasterIdLst>
  <p:notesMasterIdLst>
    <p:notesMasterId r:id="rId4"/>
  </p:notesMasterIdLst>
  <p:sldIdLst>
    <p:sldId id="513" r:id="rId3"/>
    <p:sldId id="876" r:id="rId5"/>
    <p:sldId id="759" r:id="rId6"/>
    <p:sldId id="1054" r:id="rId7"/>
    <p:sldId id="1107" r:id="rId8"/>
    <p:sldId id="1108" r:id="rId9"/>
    <p:sldId id="1128" r:id="rId10"/>
    <p:sldId id="1109" r:id="rId11"/>
    <p:sldId id="1123" r:id="rId12"/>
    <p:sldId id="1056" r:id="rId13"/>
    <p:sldId id="1097" r:id="rId14"/>
    <p:sldId id="1110" r:id="rId15"/>
    <p:sldId id="1111" r:id="rId16"/>
    <p:sldId id="1112" r:id="rId17"/>
    <p:sldId id="1113" r:id="rId18"/>
    <p:sldId id="1114" r:id="rId19"/>
    <p:sldId id="1124" r:id="rId20"/>
    <p:sldId id="1103" r:id="rId21"/>
    <p:sldId id="1115" r:id="rId22"/>
    <p:sldId id="1116" r:id="rId23"/>
    <p:sldId id="1130" r:id="rId24"/>
    <p:sldId id="1117" r:id="rId25"/>
    <p:sldId id="1126" r:id="rId26"/>
    <p:sldId id="1127" r:id="rId27"/>
    <p:sldId id="1125" r:id="rId28"/>
    <p:sldId id="1104" r:id="rId29"/>
    <p:sldId id="1118" r:id="rId30"/>
    <p:sldId id="1119" r:id="rId31"/>
    <p:sldId id="1120" r:id="rId32"/>
    <p:sldId id="1121" r:id="rId33"/>
    <p:sldId id="1129" r:id="rId34"/>
    <p:sldId id="1122" r:id="rId35"/>
    <p:sldId id="957" r:id="rId36"/>
    <p:sldId id="958" r:id="rId37"/>
    <p:sldId id="1131" r:id="rId38"/>
    <p:sldId id="874" r:id="rId39"/>
    <p:sldId id="291" r:id="rId40"/>
  </p:sldIdLst>
  <p:sldSz cx="9144000" cy="5143500" type="screen16x9"/>
  <p:notesSz cx="6858000" cy="9144000"/>
  <p:custDataLst>
    <p:tags r:id="rId45"/>
  </p:custDataLst>
  <p:defaultTextStyle>
    <a:defPPr>
      <a:defRPr lang="en-US"/>
    </a:defPPr>
    <a:lvl1pPr algn="l" defTabSz="457200" rtl="0" fontAlgn="base">
      <a:spcBef>
        <a:spcPct val="0"/>
      </a:spcBef>
      <a:spcAft>
        <a:spcPct val="0"/>
      </a:spcAft>
      <a:defRPr kern="1200">
        <a:solidFill>
          <a:schemeClr val="tx1"/>
        </a:solidFill>
        <a:latin typeface="Arial" panose="020B0604020202020204" pitchFamily="34" charset="0"/>
        <a:ea typeface="MS PGothic" pitchFamily="34" charset="-128"/>
        <a:cs typeface="+mn-cs"/>
      </a:defRPr>
    </a:lvl1pPr>
    <a:lvl2pPr marL="457200" algn="l" defTabSz="457200" rtl="0" fontAlgn="base">
      <a:spcBef>
        <a:spcPct val="0"/>
      </a:spcBef>
      <a:spcAft>
        <a:spcPct val="0"/>
      </a:spcAft>
      <a:defRPr kern="1200">
        <a:solidFill>
          <a:schemeClr val="tx1"/>
        </a:solidFill>
        <a:latin typeface="Arial" panose="020B0604020202020204" pitchFamily="34" charset="0"/>
        <a:ea typeface="MS PGothic" pitchFamily="34" charset="-128"/>
        <a:cs typeface="+mn-cs"/>
      </a:defRPr>
    </a:lvl2pPr>
    <a:lvl3pPr marL="914400" algn="l" defTabSz="457200" rtl="0" fontAlgn="base">
      <a:spcBef>
        <a:spcPct val="0"/>
      </a:spcBef>
      <a:spcAft>
        <a:spcPct val="0"/>
      </a:spcAft>
      <a:defRPr kern="1200">
        <a:solidFill>
          <a:schemeClr val="tx1"/>
        </a:solidFill>
        <a:latin typeface="Arial" panose="020B0604020202020204" pitchFamily="34" charset="0"/>
        <a:ea typeface="MS PGothic" pitchFamily="34" charset="-128"/>
        <a:cs typeface="+mn-cs"/>
      </a:defRPr>
    </a:lvl3pPr>
    <a:lvl4pPr marL="1371600" algn="l" defTabSz="457200" rtl="0" fontAlgn="base">
      <a:spcBef>
        <a:spcPct val="0"/>
      </a:spcBef>
      <a:spcAft>
        <a:spcPct val="0"/>
      </a:spcAft>
      <a:defRPr kern="1200">
        <a:solidFill>
          <a:schemeClr val="tx1"/>
        </a:solidFill>
        <a:latin typeface="Arial" panose="020B0604020202020204" pitchFamily="34" charset="0"/>
        <a:ea typeface="MS PGothic" pitchFamily="34" charset="-128"/>
        <a:cs typeface="+mn-cs"/>
      </a:defRPr>
    </a:lvl4pPr>
    <a:lvl5pPr marL="1828800" algn="l" defTabSz="457200" rtl="0" fontAlgn="base">
      <a:spcBef>
        <a:spcPct val="0"/>
      </a:spcBef>
      <a:spcAft>
        <a:spcPct val="0"/>
      </a:spcAft>
      <a:defRPr kern="1200">
        <a:solidFill>
          <a:schemeClr val="tx1"/>
        </a:solidFill>
        <a:latin typeface="Arial" panose="020B0604020202020204" pitchFamily="34" charset="0"/>
        <a:ea typeface="MS PGothic" pitchFamily="34" charset="-128"/>
        <a:cs typeface="+mn-cs"/>
      </a:defRPr>
    </a:lvl5pPr>
    <a:lvl6pPr marL="2286000" algn="l" defTabSz="914400" rtl="0" eaLnBrk="1" latinLnBrk="0" hangingPunct="1">
      <a:defRPr kern="1200">
        <a:solidFill>
          <a:schemeClr val="tx1"/>
        </a:solidFill>
        <a:latin typeface="Arial" panose="020B0604020202020204" pitchFamily="34" charset="0"/>
        <a:ea typeface="MS PGothic" pitchFamily="34" charset="-128"/>
        <a:cs typeface="+mn-cs"/>
      </a:defRPr>
    </a:lvl6pPr>
    <a:lvl7pPr marL="2743200" algn="l" defTabSz="914400" rtl="0" eaLnBrk="1" latinLnBrk="0" hangingPunct="1">
      <a:defRPr kern="1200">
        <a:solidFill>
          <a:schemeClr val="tx1"/>
        </a:solidFill>
        <a:latin typeface="Arial" panose="020B0604020202020204" pitchFamily="34" charset="0"/>
        <a:ea typeface="MS PGothic" pitchFamily="34" charset="-128"/>
        <a:cs typeface="+mn-cs"/>
      </a:defRPr>
    </a:lvl7pPr>
    <a:lvl8pPr marL="3200400" algn="l" defTabSz="914400" rtl="0" eaLnBrk="1" latinLnBrk="0" hangingPunct="1">
      <a:defRPr kern="1200">
        <a:solidFill>
          <a:schemeClr val="tx1"/>
        </a:solidFill>
        <a:latin typeface="Arial" panose="020B0604020202020204" pitchFamily="34" charset="0"/>
        <a:ea typeface="MS PGothic" pitchFamily="34" charset="-128"/>
        <a:cs typeface="+mn-cs"/>
      </a:defRPr>
    </a:lvl8pPr>
    <a:lvl9pPr marL="3657600" algn="l" defTabSz="914400" rtl="0" eaLnBrk="1" latinLnBrk="0" hangingPunct="1">
      <a:defRPr kern="1200">
        <a:solidFill>
          <a:schemeClr val="tx1"/>
        </a:solidFill>
        <a:latin typeface="Arial" panose="020B0604020202020204" pitchFamily="34" charset="0"/>
        <a:ea typeface="MS PGothic" pitchFamily="34" charset="-128"/>
        <a:cs typeface="+mn-cs"/>
      </a:defRPr>
    </a:lvl9pPr>
  </p:defaultTextStyle>
</p:presentation>
</file>

<file path=ppt/commentAuthors.xml><?xml version="1.0" encoding="utf-8"?>
<p:cmAuthorLst xmlns:a="http://schemas.openxmlformats.org/drawingml/2006/main" xmlns:r="http://schemas.openxmlformats.org/officeDocument/2006/relationships" xmlns:p="http://schemas.openxmlformats.org/presentationml/2006/main">
  <p:cmAuthor id="0" name="Barbara Reif" initials="BR" lastIdx="3" clrIdx="0"/>
  <p:cmAuthor id="1" name="Jane Gibbons -X (jagibbon - DEL ORO CONSULTING INC at Cisco)" initials="JG-(-DOCIaC" lastIdx="28" clrIdx="1"/>
  <p:cmAuthor id="2" name="Bob Vachon" initials="BV" lastIdx="24" clrIdx="2"/>
  <p:cmAuthor id="3" name="Sue Livingston -X (suliving - UNICON INC at Cisco)" initials="SL-(-UIaC" lastIdx="15" clrIdx="3"/>
  <p:cmAuthor id="4" name="jagibbon" initials="jmg" lastIdx="8" clrIdx="4"/>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0000"/>
    <a:srgbClr val="0000CC"/>
    <a:srgbClr val="000099"/>
    <a:srgbClr val="CC99FF"/>
    <a:srgbClr val="CCCCF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a:tblStyle styleId="{125E5076-3810-47DD-B79F-674D7AD40C01}" styleName="深色样式 1 - 强调 1">
    <a:wholeTbl>
      <a:tcTxStyle>
        <a:fontRef idx="minor">
          <a:scrgbClr r="0" g="0" b="0"/>
        </a:fontRef>
        <a:schemeClr val="lt1"/>
      </a:tcTxStyle>
      <a:tcStyle>
        <a:tcBdr>
          <a:left>
            <a:ln>
              <a:noFill/>
            </a:ln>
          </a:left>
          <a:right>
            <a:ln>
              <a:noFill/>
            </a:ln>
          </a:right>
          <a:top>
            <a:ln>
              <a:noFill/>
            </a:ln>
          </a:top>
          <a:bottom>
            <a:ln>
              <a:noFill/>
            </a:ln>
          </a:bottom>
          <a:insideH>
            <a:ln>
              <a:noFill/>
            </a:ln>
          </a:insideH>
          <a:insideV>
            <a:ln>
              <a:noFill/>
            </a:ln>
          </a:insideV>
        </a:tcBdr>
        <a:fill>
          <a:solidFill>
            <a:schemeClr val="accent1"/>
          </a:solidFill>
        </a:fill>
      </a:tcStyle>
    </a:wholeTbl>
    <a:band1H>
      <a:tcStyle>
        <a:tcBdr/>
        <a:fill>
          <a:solidFill>
            <a:schemeClr val="accent1">
              <a:shade val="60000"/>
            </a:schemeClr>
          </a:solidFill>
        </a:fill>
      </a:tcStyle>
    </a:band1H>
    <a:band1V>
      <a:tcStyle>
        <a:tcBdr/>
        <a:fill>
          <a:solidFill>
            <a:schemeClr val="accent1">
              <a:shade val="60000"/>
            </a:schemeClr>
          </a:solidFill>
        </a:fill>
      </a:tcStyle>
    </a:band1V>
    <a:lastCol>
      <a:tcTxStyle b="on"/>
      <a:tcStyle>
        <a:tcBdr>
          <a:left>
            <a:ln w="25400" cmpd="sng">
              <a:solidFill>
                <a:schemeClr val="lt1"/>
              </a:solidFill>
            </a:ln>
          </a:left>
        </a:tcBdr>
        <a:fill>
          <a:solidFill>
            <a:schemeClr val="accent1">
              <a:shade val="60000"/>
            </a:schemeClr>
          </a:solidFill>
        </a:fill>
      </a:tcStyle>
    </a:lastCol>
    <a:firstCol>
      <a:tcTxStyle b="on"/>
      <a:tcStyle>
        <a:tcBdr>
          <a:right>
            <a:ln w="25400" cmpd="sng">
              <a:solidFill>
                <a:schemeClr val="lt1"/>
              </a:solidFill>
            </a:ln>
          </a:right>
        </a:tcBdr>
        <a:fill>
          <a:solidFill>
            <a:schemeClr val="accent1">
              <a:shade val="60000"/>
            </a:schemeClr>
          </a:solidFill>
        </a:fill>
      </a:tcStyle>
    </a:firstCol>
    <a:lastRow>
      <a:tcTxStyle b="on"/>
      <a:tcStyle>
        <a:tcBdr>
          <a:top>
            <a:ln w="25400" cmpd="sng">
              <a:solidFill>
                <a:schemeClr val="lt1"/>
              </a:solidFill>
            </a:ln>
          </a:top>
        </a:tcBdr>
        <a:fill>
          <a:solidFill>
            <a:schemeClr val="accent1">
              <a:shade val="40000"/>
            </a:schemeClr>
          </a:solidFill>
        </a:fill>
      </a:tcStyle>
    </a:lastRow>
    <a:seCell>
      <a:tcStyle>
        <a:tcBdr>
          <a:left>
            <a:ln>
              <a:noFill/>
            </a:ln>
          </a:left>
        </a:tcBdr>
      </a:tcStyle>
    </a:seCell>
    <a:swCell>
      <a:tcStyle>
        <a:tcBdr>
          <a:right>
            <a:ln>
              <a:noFill/>
            </a:ln>
          </a:right>
        </a:tcBdr>
      </a:tcStyle>
    </a:swCell>
    <a:firstRow>
      <a:tcTxStyle b="on"/>
      <a:tcStyle>
        <a:tcBdr>
          <a:bottom>
            <a:ln w="25400" cmpd="sng">
              <a:solidFill>
                <a:schemeClr val="lt1"/>
              </a:solidFill>
            </a:ln>
          </a:bottom>
        </a:tcBdr>
        <a:fill>
          <a:solidFill>
            <a:schemeClr val="dk1"/>
          </a:solidFill>
        </a:fill>
      </a:tcStyle>
    </a:firstRow>
    <a:neCell>
      <a:tcStyle>
        <a:tcBdr>
          <a:left>
            <a:ln>
              <a:noFill/>
            </a:ln>
          </a:left>
        </a:tcBdr>
      </a:tcStyle>
    </a:neCell>
    <a:nwCell>
      <a:tcStyle>
        <a:tcBdr>
          <a:right>
            <a:ln>
              <a:noFill/>
            </a:ln>
          </a:right>
        </a:tcBdr>
      </a:tcStyle>
    </a:nwCell>
  </a:tblStyle>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34681" autoAdjust="0"/>
    <p:restoredTop sz="75109" autoAdjust="0"/>
  </p:normalViewPr>
  <p:slideViewPr>
    <p:cSldViewPr snapToGrid="0" showGuides="1">
      <p:cViewPr varScale="1">
        <p:scale>
          <a:sx n="67" d="100"/>
          <a:sy n="67" d="100"/>
        </p:scale>
        <p:origin x="556" y="40"/>
      </p:cViewPr>
      <p:guideLst>
        <p:guide orient="horz" pos="1620"/>
        <p:guide pos="336"/>
      </p:guideLst>
    </p:cSldViewPr>
  </p:slideViewPr>
  <p:outlineViewPr>
    <p:cViewPr>
      <p:scale>
        <a:sx n="33" d="100"/>
        <a:sy n="33" d="100"/>
      </p:scale>
      <p:origin x="0" y="-226704"/>
    </p:cViewPr>
  </p:outlineViewPr>
  <p:notesTextViewPr>
    <p:cViewPr>
      <p:scale>
        <a:sx n="1" d="1"/>
        <a:sy n="1" d="1"/>
      </p:scale>
      <p:origin x="0" y="0"/>
    </p:cViewPr>
  </p:notesTextViewPr>
  <p:sorterViewPr>
    <p:cViewPr>
      <p:scale>
        <a:sx n="111" d="100"/>
        <a:sy n="111" d="100"/>
      </p:scale>
      <p:origin x="0" y="-5120"/>
    </p:cViewPr>
  </p:sorterViewPr>
  <p:gridSpacing cx="76200" cy="76200"/>
</p:viewPr>
</file>

<file path=ppt/_rels/presentation.xml.rels><?xml version="1.0" encoding="UTF-8" standalone="yes"?>
<Relationships xmlns="http://schemas.openxmlformats.org/package/2006/relationships"><Relationship Id="rId9" Type="http://schemas.openxmlformats.org/officeDocument/2006/relationships/slide" Target="slides/slide6.xml"/><Relationship Id="rId8" Type="http://schemas.openxmlformats.org/officeDocument/2006/relationships/slide" Target="slides/slide5.xml"/><Relationship Id="rId7" Type="http://schemas.openxmlformats.org/officeDocument/2006/relationships/slide" Target="slides/slide4.xml"/><Relationship Id="rId6" Type="http://schemas.openxmlformats.org/officeDocument/2006/relationships/slide" Target="slides/slide3.xml"/><Relationship Id="rId5" Type="http://schemas.openxmlformats.org/officeDocument/2006/relationships/slide" Target="slides/slide2.xml"/><Relationship Id="rId45" Type="http://schemas.openxmlformats.org/officeDocument/2006/relationships/tags" Target="tags/tag12.xml"/><Relationship Id="rId44" Type="http://schemas.openxmlformats.org/officeDocument/2006/relationships/commentAuthors" Target="commentAuthors.xml"/><Relationship Id="rId43" Type="http://schemas.openxmlformats.org/officeDocument/2006/relationships/tableStyles" Target="tableStyles.xml"/><Relationship Id="rId42" Type="http://schemas.openxmlformats.org/officeDocument/2006/relationships/viewProps" Target="viewProps.xml"/><Relationship Id="rId41" Type="http://schemas.openxmlformats.org/officeDocument/2006/relationships/presProps" Target="presProps.xml"/><Relationship Id="rId40" Type="http://schemas.openxmlformats.org/officeDocument/2006/relationships/slide" Target="slides/slide37.xml"/><Relationship Id="rId4" Type="http://schemas.openxmlformats.org/officeDocument/2006/relationships/notesMaster" Target="notesMasters/notesMaster1.xml"/><Relationship Id="rId39" Type="http://schemas.openxmlformats.org/officeDocument/2006/relationships/slide" Target="slides/slide36.xml"/><Relationship Id="rId38" Type="http://schemas.openxmlformats.org/officeDocument/2006/relationships/slide" Target="slides/slide35.xml"/><Relationship Id="rId37" Type="http://schemas.openxmlformats.org/officeDocument/2006/relationships/slide" Target="slides/slide34.xml"/><Relationship Id="rId36" Type="http://schemas.openxmlformats.org/officeDocument/2006/relationships/slide" Target="slides/slide33.xml"/><Relationship Id="rId35" Type="http://schemas.openxmlformats.org/officeDocument/2006/relationships/slide" Target="slides/slide32.xml"/><Relationship Id="rId34" Type="http://schemas.openxmlformats.org/officeDocument/2006/relationships/slide" Target="slides/slide31.xml"/><Relationship Id="rId33" Type="http://schemas.openxmlformats.org/officeDocument/2006/relationships/slide" Target="slides/slide30.xml"/><Relationship Id="rId32" Type="http://schemas.openxmlformats.org/officeDocument/2006/relationships/slide" Target="slides/slide29.xml"/><Relationship Id="rId31" Type="http://schemas.openxmlformats.org/officeDocument/2006/relationships/slide" Target="slides/slide28.xml"/><Relationship Id="rId30" Type="http://schemas.openxmlformats.org/officeDocument/2006/relationships/slide" Target="slides/slide27.xml"/><Relationship Id="rId3" Type="http://schemas.openxmlformats.org/officeDocument/2006/relationships/slide" Target="slides/slide1.xml"/><Relationship Id="rId29" Type="http://schemas.openxmlformats.org/officeDocument/2006/relationships/slide" Target="slides/slide26.xml"/><Relationship Id="rId28" Type="http://schemas.openxmlformats.org/officeDocument/2006/relationships/slide" Target="slides/slide25.xml"/><Relationship Id="rId27" Type="http://schemas.openxmlformats.org/officeDocument/2006/relationships/slide" Target="slides/slide24.xml"/><Relationship Id="rId26" Type="http://schemas.openxmlformats.org/officeDocument/2006/relationships/slide" Target="slides/slide23.xml"/><Relationship Id="rId25" Type="http://schemas.openxmlformats.org/officeDocument/2006/relationships/slide" Target="slides/slide22.xml"/><Relationship Id="rId24" Type="http://schemas.openxmlformats.org/officeDocument/2006/relationships/slide" Target="slides/slide21.xml"/><Relationship Id="rId23" Type="http://schemas.openxmlformats.org/officeDocument/2006/relationships/slide" Target="slides/slide20.xml"/><Relationship Id="rId22" Type="http://schemas.openxmlformats.org/officeDocument/2006/relationships/slide" Target="slides/slide19.xml"/><Relationship Id="rId21" Type="http://schemas.openxmlformats.org/officeDocument/2006/relationships/slide" Target="slides/slide18.xml"/><Relationship Id="rId20" Type="http://schemas.openxmlformats.org/officeDocument/2006/relationships/slide" Target="slides/slide17.xml"/><Relationship Id="rId2" Type="http://schemas.openxmlformats.org/officeDocument/2006/relationships/theme" Target="theme/theme1.xml"/><Relationship Id="rId19" Type="http://schemas.openxmlformats.org/officeDocument/2006/relationships/slide" Target="slides/slide16.xml"/><Relationship Id="rId18" Type="http://schemas.openxmlformats.org/officeDocument/2006/relationships/slide" Target="slides/slide15.xml"/><Relationship Id="rId17" Type="http://schemas.openxmlformats.org/officeDocument/2006/relationships/slide" Target="slides/slide14.xml"/><Relationship Id="rId16" Type="http://schemas.openxmlformats.org/officeDocument/2006/relationships/slide" Target="slides/slide13.xml"/><Relationship Id="rId15" Type="http://schemas.openxmlformats.org/officeDocument/2006/relationships/slide" Target="slides/slide12.xml"/><Relationship Id="rId14" Type="http://schemas.openxmlformats.org/officeDocument/2006/relationships/slide" Target="slides/slide11.xml"/><Relationship Id="rId13" Type="http://schemas.openxmlformats.org/officeDocument/2006/relationships/slide" Target="slides/slide10.xml"/><Relationship Id="rId12" Type="http://schemas.openxmlformats.org/officeDocument/2006/relationships/slide" Target="slides/slide9.xml"/><Relationship Id="rId11" Type="http://schemas.openxmlformats.org/officeDocument/2006/relationships/slide" Target="slides/slide8.xml"/><Relationship Id="rId10" Type="http://schemas.openxmlformats.org/officeDocument/2006/relationships/slide" Target="slides/slide7.xml"/><Relationship Id="rId1" Type="http://schemas.openxmlformats.org/officeDocument/2006/relationships/slideMaster" Target="slideMasters/slide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dirty="0"/>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136337D9-3022-3D41-8D8A-BDF2F3B0DD8E}" type="datetimeFigureOut">
              <a:rPr lang="en-US" smtClean="0"/>
            </a:fld>
            <a:endParaRPr lang="en-US" dirty="0"/>
          </a:p>
        </p:txBody>
      </p:sp>
      <p:sp>
        <p:nvSpPr>
          <p:cNvPr id="4" name="Slide Image Placeholder 3"/>
          <p:cNvSpPr>
            <a:spLocks noGrp="1" noRot="1" noChangeAspect="1"/>
          </p:cNvSpPr>
          <p:nvPr>
            <p:ph type="sldImg" idx="2"/>
          </p:nvPr>
        </p:nvSpPr>
        <p:spPr>
          <a:xfrm>
            <a:off x="381000" y="685800"/>
            <a:ext cx="6096000" cy="3429000"/>
          </a:xfrm>
          <a:prstGeom prst="rect">
            <a:avLst/>
          </a:prstGeom>
          <a:noFill/>
          <a:ln w="12700">
            <a:solidFill>
              <a:prstClr val="black"/>
            </a:solidFill>
          </a:ln>
        </p:spPr>
        <p:txBody>
          <a:bodyPr vert="horz" lIns="91440" tIns="45720" rIns="91440" bIns="45720" rtlCol="0" anchor="ctr"/>
          <a:lstStyle/>
          <a:p>
            <a:endParaRPr lang="en-US" dirty="0"/>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dirty="0"/>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5641018C-6CAF-B84E-B92C-ECB119457FBA}" type="slidenum">
              <a:rPr lang="en-US" smtClean="0"/>
            </a:fld>
            <a:endParaRPr lang="en-US" dirty="0"/>
          </a:p>
        </p:txBody>
      </p:sp>
    </p:spTree>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8.xml"/></Relationships>
</file>

<file path=ppt/notesSlides/_rels/notesSlide2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9.xml"/></Relationships>
</file>

<file path=ppt/notesSlides/_rels/notesSlide3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0.xml"/></Relationships>
</file>

<file path=ppt/notesSlides/_rels/notesSlide3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1.xml"/></Relationships>
</file>

<file path=ppt/notesSlides/_rels/notesSlide3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2.xml"/></Relationships>
</file>

<file path=ppt/notesSlides/_rels/notesSlide3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3.xml"/></Relationships>
</file>

<file path=ppt/notesSlides/_rels/notesSlide3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4.xml"/></Relationships>
</file>

<file path=ppt/notesSlides/_rels/notesSlide3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5.xml"/></Relationships>
</file>

<file path=ppt/notesSlides/_rels/notesSlide3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6.xml"/></Relationships>
</file>

<file path=ppt/notesSlides/_rels/notesSlide3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7.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rtl="0"/>
            <a:r>
              <a:rPr lang="pt-BR"/>
              <a:t>Programa da Cisco Networking Academy</a:t>
            </a:r>
            <a:endParaRPr lang="pt-BR"/>
          </a:p>
          <a:p>
            <a:pPr rtl="0"/>
            <a:r>
              <a:rPr lang="pt-BR"/>
              <a:t>Introdução às redes v7.0 (ITN)</a:t>
            </a:r>
            <a:endParaRPr lang="pt-BR"/>
          </a:p>
          <a:p>
            <a:pPr rtl="0"/>
            <a:r>
              <a:rPr lang="pt-BR"/>
              <a:t>Módulo 2: Configuração Básica do Switch e do Dispositivo Final</a:t>
            </a:r>
            <a:endParaRPr lang="pt-BR"/>
          </a:p>
          <a:p>
            <a:endParaRPr lang="en-US" dirty="0"/>
          </a:p>
        </p:txBody>
      </p:sp>
      <p:sp>
        <p:nvSpPr>
          <p:cNvPr id="4" name="Slide Number Placeholder 3"/>
          <p:cNvSpPr>
            <a:spLocks noGrp="1"/>
          </p:cNvSpPr>
          <p:nvPr>
            <p:ph type="sldNum" sz="quarter" idx="10"/>
          </p:nvPr>
        </p:nvSpPr>
        <p:spPr/>
        <p:txBody>
          <a:bodyPr/>
          <a:lstStyle/>
          <a:p>
            <a:pPr rtl="0"/>
            <a:fld id="{5641018C-6CAF-B84E-B92C-ECB119457FBA}" type="slidenum">
              <a:rPr/>
            </a:fld>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rtl="0"/>
            <a:r>
              <a:rPr lang="pt-BR"/>
              <a:t>Programa da Cisco Networking Academy</a:t>
            </a:r>
            <a:endParaRPr lang="pt-BR"/>
          </a:p>
          <a:p>
            <a:pPr rtl="0"/>
            <a:r>
              <a:rPr lang="pt-BR"/>
              <a:t>Introdução às redes v7.0 (ITN)</a:t>
            </a:r>
            <a:endParaRPr lang="pt-BR"/>
          </a:p>
          <a:p>
            <a:pPr rtl="0"/>
            <a:r>
              <a:rPr lang="pt-BR"/>
              <a:t>Módulo 7: Comutação Ethernet</a:t>
            </a:r>
            <a:endParaRPr lang="pt-BR"/>
          </a:p>
          <a:p>
            <a:endParaRPr lang="en-US" dirty="0"/>
          </a:p>
        </p:txBody>
      </p:sp>
      <p:sp>
        <p:nvSpPr>
          <p:cNvPr id="4" name="Slide Number Placeholder 3"/>
          <p:cNvSpPr>
            <a:spLocks noGrp="1"/>
          </p:cNvSpPr>
          <p:nvPr>
            <p:ph type="sldNum" sz="quarter" idx="10"/>
          </p:nvPr>
        </p:nvSpPr>
        <p:spPr/>
        <p:txBody>
          <a:bodyPr/>
          <a:lstStyle/>
          <a:p>
            <a:pPr rtl="0"/>
            <a:fld id="{5641018C-6CAF-B84E-B92C-ECB119457FBA}" type="slidenum">
              <a:rPr/>
            </a:fld>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457200" rtl="0" eaLnBrk="1" fontAlgn="auto" latinLnBrk="0" hangingPunct="1">
              <a:lnSpc>
                <a:spcPct val="100000"/>
              </a:lnSpc>
              <a:spcBef>
                <a:spcPts val="0"/>
              </a:spcBef>
              <a:spcAft>
                <a:spcPts val="0"/>
              </a:spcAft>
              <a:buClrTx/>
              <a:buSzTx/>
              <a:buFontTx/>
              <a:buNone/>
              <a:defRPr/>
            </a:pPr>
            <a:r>
              <a:rPr lang="pt-BR"/>
              <a:t>7 - Comutação Ethernet</a:t>
            </a:r>
            <a:endParaRPr lang="pt-BR"/>
          </a:p>
          <a:p>
            <a:pPr marL="0" marR="0" lvl="0" indent="0" algn="l" defTabSz="457200" rtl="0" eaLnBrk="1" fontAlgn="auto" latinLnBrk="0" hangingPunct="1">
              <a:lnSpc>
                <a:spcPct val="100000"/>
              </a:lnSpc>
              <a:spcBef>
                <a:spcPts val="0"/>
              </a:spcBef>
              <a:spcAft>
                <a:spcPts val="0"/>
              </a:spcAft>
              <a:buClrTx/>
              <a:buSzTx/>
              <a:buFontTx/>
              <a:buNone/>
              <a:defRPr/>
            </a:pPr>
            <a:r>
              <a:rPr lang="pt-BR"/>
              <a:t>7.1 quadros Ethernet</a:t>
            </a:r>
            <a:endParaRPr lang="pt-BR"/>
          </a:p>
          <a:p>
            <a:endParaRPr lang="en-US" dirty="0"/>
          </a:p>
        </p:txBody>
      </p:sp>
      <p:sp>
        <p:nvSpPr>
          <p:cNvPr id="4" name="Slide Number Placeholder 3"/>
          <p:cNvSpPr>
            <a:spLocks noGrp="1"/>
          </p:cNvSpPr>
          <p:nvPr>
            <p:ph type="sldNum" sz="quarter" idx="10"/>
          </p:nvPr>
        </p:nvSpPr>
        <p:spPr/>
        <p:txBody>
          <a:bodyPr/>
          <a:lstStyle/>
          <a:p>
            <a:pPr rtl="0"/>
            <a:fld id="{5641018C-6CAF-B84E-B92C-ECB119457FBA}" type="slidenum">
              <a:rPr/>
            </a:fld>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rtl="0"/>
            <a:r>
              <a:rPr lang="pt-BR"/>
              <a:t>7 - Comutação Ethernet</a:t>
            </a:r>
            <a:endParaRPr lang="pt-BR"/>
          </a:p>
          <a:p>
            <a:pPr rtl="0"/>
            <a:r>
              <a:rPr lang="pt-BR"/>
              <a:t>7.1 - Quadros Ethernet</a:t>
            </a:r>
            <a:endParaRPr lang="pt-BR"/>
          </a:p>
          <a:p>
            <a:pPr rtl="0"/>
            <a:r>
              <a:rPr lang="pt-BR"/>
              <a:t>7.1.1 – Encapsulamento Ethernet</a:t>
            </a:r>
            <a:endParaRPr lang="pt-BR"/>
          </a:p>
        </p:txBody>
      </p:sp>
      <p:sp>
        <p:nvSpPr>
          <p:cNvPr id="4" name="Slide Number Placeholder 3"/>
          <p:cNvSpPr>
            <a:spLocks noGrp="1"/>
          </p:cNvSpPr>
          <p:nvPr>
            <p:ph type="sldNum" sz="quarter" idx="5"/>
          </p:nvPr>
        </p:nvSpPr>
        <p:spPr/>
        <p:txBody>
          <a:bodyPr/>
          <a:lstStyle/>
          <a:p>
            <a:pPr rtl="0"/>
            <a:fld id="{5641018C-6CAF-B84E-B92C-ECB119457FBA}" type="slidenum">
              <a:rPr/>
            </a:fld>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rtl="0"/>
            <a:r>
              <a:rPr lang="pt-BR"/>
              <a:t>7 - Comutação Ethernet</a:t>
            </a:r>
            <a:endParaRPr lang="pt-BR"/>
          </a:p>
          <a:p>
            <a:pPr rtl="0"/>
            <a:r>
              <a:rPr lang="pt-BR"/>
              <a:t>7.1 - Quadros Ethernet</a:t>
            </a:r>
            <a:endParaRPr lang="pt-BR"/>
          </a:p>
          <a:p>
            <a:pPr rtl="0"/>
            <a:r>
              <a:rPr lang="pt-BR"/>
              <a:t>7.1.2 - Subcamadas de link de dados</a:t>
            </a:r>
            <a:endParaRPr lang="pt-BR"/>
          </a:p>
        </p:txBody>
      </p:sp>
      <p:sp>
        <p:nvSpPr>
          <p:cNvPr id="4" name="Slide Number Placeholder 3"/>
          <p:cNvSpPr>
            <a:spLocks noGrp="1"/>
          </p:cNvSpPr>
          <p:nvPr>
            <p:ph type="sldNum" sz="quarter" idx="5"/>
          </p:nvPr>
        </p:nvSpPr>
        <p:spPr/>
        <p:txBody>
          <a:bodyPr/>
          <a:lstStyle/>
          <a:p>
            <a:pPr rtl="0"/>
            <a:fld id="{5641018C-6CAF-B84E-B92C-ECB119457FBA}" type="slidenum">
              <a:rPr/>
            </a:fld>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rtl="0"/>
            <a:r>
              <a:rPr lang="pt-BR"/>
              <a:t>7 - Comutação Ethernet</a:t>
            </a:r>
            <a:endParaRPr lang="pt-BR"/>
          </a:p>
          <a:p>
            <a:pPr rtl="0"/>
            <a:r>
              <a:rPr lang="pt-BR"/>
              <a:t>7.1 - Quadros Ethernet</a:t>
            </a:r>
            <a:endParaRPr lang="pt-BR"/>
          </a:p>
          <a:p>
            <a:pPr rtl="0"/>
            <a:r>
              <a:rPr lang="pt-BR"/>
              <a:t>7.1.3 - Subcamada MAC</a:t>
            </a:r>
            <a:endParaRPr lang="pt-BR"/>
          </a:p>
        </p:txBody>
      </p:sp>
      <p:sp>
        <p:nvSpPr>
          <p:cNvPr id="4" name="Slide Number Placeholder 3"/>
          <p:cNvSpPr>
            <a:spLocks noGrp="1"/>
          </p:cNvSpPr>
          <p:nvPr>
            <p:ph type="sldNum" sz="quarter" idx="5"/>
          </p:nvPr>
        </p:nvSpPr>
        <p:spPr/>
        <p:txBody>
          <a:bodyPr/>
          <a:lstStyle/>
          <a:p>
            <a:pPr rtl="0"/>
            <a:fld id="{5641018C-6CAF-B84E-B92C-ECB119457FBA}" type="slidenum">
              <a:rPr/>
            </a:fld>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rtl="0"/>
            <a:r>
              <a:rPr lang="pt-BR"/>
              <a:t>7 - Comutação Ethernet</a:t>
            </a:r>
            <a:endParaRPr lang="pt-BR"/>
          </a:p>
          <a:p>
            <a:pPr rtl="0"/>
            <a:r>
              <a:rPr lang="pt-BR"/>
              <a:t>7.1 - Quadros Ethernet</a:t>
            </a:r>
            <a:endParaRPr lang="pt-BR"/>
          </a:p>
          <a:p>
            <a:pPr rtl="0"/>
            <a:r>
              <a:rPr lang="pt-BR"/>
              <a:t>7.1.3 - Subcamada MAC</a:t>
            </a:r>
            <a:endParaRPr lang="pt-BR"/>
          </a:p>
        </p:txBody>
      </p:sp>
      <p:sp>
        <p:nvSpPr>
          <p:cNvPr id="4" name="Slide Number Placeholder 3"/>
          <p:cNvSpPr>
            <a:spLocks noGrp="1"/>
          </p:cNvSpPr>
          <p:nvPr>
            <p:ph type="sldNum" sz="quarter" idx="5"/>
          </p:nvPr>
        </p:nvSpPr>
        <p:spPr/>
        <p:txBody>
          <a:bodyPr/>
          <a:lstStyle/>
          <a:p>
            <a:pPr rtl="0"/>
            <a:fld id="{5641018C-6CAF-B84E-B92C-ECB119457FBA}" type="slidenum">
              <a:rPr/>
            </a:fld>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rtl="0"/>
            <a:r>
              <a:rPr lang="pt-BR"/>
              <a:t>7 - Comutação Ethernet</a:t>
            </a:r>
            <a:endParaRPr lang="pt-BR"/>
          </a:p>
          <a:p>
            <a:pPr rtl="0"/>
            <a:r>
              <a:rPr lang="pt-BR"/>
              <a:t>7.1 - Quadros Ethernet</a:t>
            </a:r>
            <a:endParaRPr lang="pt-BR"/>
          </a:p>
          <a:p>
            <a:pPr rtl="0"/>
            <a:r>
              <a:rPr lang="pt-BR"/>
              <a:t>7.1.4 – Campos do quadro Ethernet</a:t>
            </a:r>
            <a:endParaRPr lang="pt-BR"/>
          </a:p>
          <a:p>
            <a:pPr rtl="0"/>
            <a:r>
              <a:rPr lang="pt-BR"/>
              <a:t>7.1.5 — Verifique o seu entendimento — Comutação Ethernet</a:t>
            </a:r>
            <a:endParaRPr lang="pt-BR"/>
          </a:p>
        </p:txBody>
      </p:sp>
      <p:sp>
        <p:nvSpPr>
          <p:cNvPr id="4" name="Slide Number Placeholder 3"/>
          <p:cNvSpPr>
            <a:spLocks noGrp="1"/>
          </p:cNvSpPr>
          <p:nvPr>
            <p:ph type="sldNum" sz="quarter" idx="5"/>
          </p:nvPr>
        </p:nvSpPr>
        <p:spPr/>
        <p:txBody>
          <a:bodyPr/>
          <a:lstStyle/>
          <a:p>
            <a:pPr rtl="0"/>
            <a:fld id="{5641018C-6CAF-B84E-B92C-ECB119457FBA}" type="slidenum">
              <a:rPr/>
            </a:fld>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rtl="0"/>
            <a:r>
              <a:rPr lang="pt-BR"/>
              <a:t>7 - Comutação Ethernet</a:t>
            </a:r>
            <a:endParaRPr lang="pt-BR"/>
          </a:p>
          <a:p>
            <a:pPr rtl="0"/>
            <a:r>
              <a:rPr lang="pt-BR"/>
              <a:t>7.1 - Quadros Ethernet</a:t>
            </a:r>
            <a:endParaRPr lang="pt-BR"/>
          </a:p>
          <a:p>
            <a:pPr rtl="0"/>
            <a:r>
              <a:rPr lang="pt-BR"/>
              <a:t>7.1.6 - Laboratório - Use o Wireshark para examinar os quadros Ethernet</a:t>
            </a:r>
            <a:endParaRPr lang="pt-BR"/>
          </a:p>
        </p:txBody>
      </p:sp>
      <p:sp>
        <p:nvSpPr>
          <p:cNvPr id="4" name="Slide Number Placeholder 3"/>
          <p:cNvSpPr>
            <a:spLocks noGrp="1"/>
          </p:cNvSpPr>
          <p:nvPr>
            <p:ph type="sldNum" sz="quarter" idx="5"/>
          </p:nvPr>
        </p:nvSpPr>
        <p:spPr/>
        <p:txBody>
          <a:bodyPr/>
          <a:lstStyle/>
          <a:p>
            <a:pPr rtl="0"/>
            <a:fld id="{5641018C-6CAF-B84E-B92C-ECB119457FBA}" type="slidenum">
              <a:rPr/>
            </a:fld>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457200" rtl="0" eaLnBrk="1" fontAlgn="auto" latinLnBrk="0" hangingPunct="1">
              <a:lnSpc>
                <a:spcPct val="100000"/>
              </a:lnSpc>
              <a:spcBef>
                <a:spcPts val="0"/>
              </a:spcBef>
              <a:spcAft>
                <a:spcPts val="0"/>
              </a:spcAft>
              <a:buClrTx/>
              <a:buSzTx/>
              <a:buFontTx/>
              <a:buNone/>
              <a:defRPr/>
            </a:pPr>
            <a:r>
              <a:rPr lang="pt-BR"/>
              <a:t>7 - Comutação Ethernet</a:t>
            </a:r>
            <a:endParaRPr lang="pt-BR"/>
          </a:p>
          <a:p>
            <a:pPr marL="0" marR="0" lvl="0" indent="0" algn="l" defTabSz="457200" rtl="0" eaLnBrk="1" fontAlgn="auto" latinLnBrk="0" hangingPunct="1">
              <a:lnSpc>
                <a:spcPct val="100000"/>
              </a:lnSpc>
              <a:spcBef>
                <a:spcPts val="0"/>
              </a:spcBef>
              <a:spcAft>
                <a:spcPts val="0"/>
              </a:spcAft>
              <a:buClrTx/>
              <a:buSzTx/>
              <a:buFontTx/>
              <a:buNone/>
              <a:defRPr/>
            </a:pPr>
            <a:r>
              <a:rPr lang="pt-BR"/>
              <a:t>7.2 - Endereço MAC Ethernet</a:t>
            </a:r>
            <a:endParaRPr lang="pt-BR"/>
          </a:p>
          <a:p>
            <a:endParaRPr lang="en-US" dirty="0"/>
          </a:p>
        </p:txBody>
      </p:sp>
      <p:sp>
        <p:nvSpPr>
          <p:cNvPr id="4" name="Slide Number Placeholder 3"/>
          <p:cNvSpPr>
            <a:spLocks noGrp="1"/>
          </p:cNvSpPr>
          <p:nvPr>
            <p:ph type="sldNum" sz="quarter" idx="10"/>
          </p:nvPr>
        </p:nvSpPr>
        <p:spPr/>
        <p:txBody>
          <a:bodyPr/>
          <a:lstStyle/>
          <a:p>
            <a:pPr rtl="0"/>
            <a:fld id="{5641018C-6CAF-B84E-B92C-ECB119457FBA}" type="slidenum">
              <a:rPr/>
            </a:fld>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rtl="0"/>
            <a:r>
              <a:rPr lang="pt-BR"/>
              <a:t>7 - Comutação Ethernet</a:t>
            </a:r>
            <a:endParaRPr lang="pt-BR"/>
          </a:p>
          <a:p>
            <a:pPr rtl="0"/>
            <a:r>
              <a:rPr lang="pt-BR"/>
              <a:t>7.2 - Endereço MAC Ethernet</a:t>
            </a:r>
            <a:endParaRPr lang="pt-BR"/>
          </a:p>
          <a:p>
            <a:pPr rtl="0"/>
            <a:r>
              <a:rPr lang="pt-BR"/>
              <a:t>7.2.1 - Endereço MAC e hexadecimal</a:t>
            </a:r>
            <a:endParaRPr lang="pt-BR"/>
          </a:p>
        </p:txBody>
      </p:sp>
      <p:sp>
        <p:nvSpPr>
          <p:cNvPr id="4" name="Slide Number Placeholder 3"/>
          <p:cNvSpPr>
            <a:spLocks noGrp="1"/>
          </p:cNvSpPr>
          <p:nvPr>
            <p:ph type="sldNum" sz="quarter" idx="5"/>
          </p:nvPr>
        </p:nvSpPr>
        <p:spPr/>
        <p:txBody>
          <a:bodyPr/>
          <a:lstStyle/>
          <a:p>
            <a:pPr rtl="0"/>
            <a:fld id="{5641018C-6CAF-B84E-B92C-ECB119457FBA}" type="slidenum">
              <a:rPr/>
            </a:fld>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rtl="0"/>
            <a:r>
              <a:rPr lang="pt-BR"/>
              <a:t>7 - Comutação Ethernet</a:t>
            </a:r>
            <a:endParaRPr lang="pt-BR"/>
          </a:p>
          <a:p>
            <a:pPr rtl="0"/>
            <a:r>
              <a:rPr lang="pt-BR"/>
              <a:t>7.2 - Endereço MAC Ethernet</a:t>
            </a:r>
            <a:endParaRPr lang="pt-BR"/>
          </a:p>
          <a:p>
            <a:pPr rtl="0"/>
            <a:r>
              <a:rPr lang="pt-BR"/>
              <a:t>7.2.2 - Endereço MAC Ethernet</a:t>
            </a:r>
            <a:endParaRPr lang="pt-BR"/>
          </a:p>
        </p:txBody>
      </p:sp>
      <p:sp>
        <p:nvSpPr>
          <p:cNvPr id="4" name="Slide Number Placeholder 3"/>
          <p:cNvSpPr>
            <a:spLocks noGrp="1"/>
          </p:cNvSpPr>
          <p:nvPr>
            <p:ph type="sldNum" sz="quarter" idx="5"/>
          </p:nvPr>
        </p:nvSpPr>
        <p:spPr/>
        <p:txBody>
          <a:bodyPr/>
          <a:lstStyle/>
          <a:p>
            <a:pPr rtl="0"/>
            <a:fld id="{5641018C-6CAF-B84E-B92C-ECB119457FBA}" type="slidenum">
              <a:rPr/>
            </a:fld>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rtl="0"/>
            <a:r>
              <a:rPr lang="pt-BR"/>
              <a:t>7 - Comutação Ethernet</a:t>
            </a:r>
            <a:endParaRPr lang="pt-BR"/>
          </a:p>
          <a:p>
            <a:pPr rtl="0"/>
            <a:r>
              <a:rPr lang="pt-BR"/>
              <a:t>7.2 - Endereço MAC Ethernet</a:t>
            </a:r>
            <a:endParaRPr lang="pt-BR"/>
          </a:p>
          <a:p>
            <a:pPr rtl="0"/>
            <a:r>
              <a:rPr lang="pt-BR"/>
              <a:t>7.2.3 – Processamento de quadros</a:t>
            </a:r>
            <a:endParaRPr lang="pt-BR"/>
          </a:p>
        </p:txBody>
      </p:sp>
      <p:sp>
        <p:nvSpPr>
          <p:cNvPr id="4" name="Slide Number Placeholder 3"/>
          <p:cNvSpPr>
            <a:spLocks noGrp="1"/>
          </p:cNvSpPr>
          <p:nvPr>
            <p:ph type="sldNum" sz="quarter" idx="5"/>
          </p:nvPr>
        </p:nvSpPr>
        <p:spPr/>
        <p:txBody>
          <a:bodyPr/>
          <a:lstStyle/>
          <a:p>
            <a:pPr rtl="0"/>
            <a:fld id="{5641018C-6CAF-B84E-B92C-ECB119457FBA}" type="slidenum">
              <a:rPr/>
            </a:fld>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rtl="0"/>
            <a:r>
              <a:rPr lang="pt-BR"/>
              <a:t>7 - Comutação Ethernet</a:t>
            </a:r>
            <a:endParaRPr lang="pt-BR"/>
          </a:p>
          <a:p>
            <a:pPr rtl="0"/>
            <a:r>
              <a:rPr lang="pt-BR"/>
              <a:t>7.2 - Endereço MAC Ethernet</a:t>
            </a:r>
            <a:endParaRPr lang="pt-BR"/>
          </a:p>
          <a:p>
            <a:pPr rtl="0"/>
            <a:r>
              <a:rPr lang="pt-BR"/>
              <a:t>7.2.4 – Endereço MAC unicast</a:t>
            </a:r>
            <a:endParaRPr lang="pt-BR"/>
          </a:p>
        </p:txBody>
      </p:sp>
      <p:sp>
        <p:nvSpPr>
          <p:cNvPr id="4" name="Slide Number Placeholder 3"/>
          <p:cNvSpPr>
            <a:spLocks noGrp="1"/>
          </p:cNvSpPr>
          <p:nvPr>
            <p:ph type="sldNum" sz="quarter" idx="5"/>
          </p:nvPr>
        </p:nvSpPr>
        <p:spPr/>
        <p:txBody>
          <a:bodyPr/>
          <a:lstStyle/>
          <a:p>
            <a:pPr rtl="0"/>
            <a:fld id="{5641018C-6CAF-B84E-B92C-ECB119457FBA}" type="slidenum">
              <a:rPr/>
            </a:fld>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rtl="0"/>
            <a:r>
              <a:rPr lang="pt-BR"/>
              <a:t>7 - Comutação Ethernet</a:t>
            </a:r>
            <a:endParaRPr lang="pt-BR"/>
          </a:p>
          <a:p>
            <a:pPr rtl="0"/>
            <a:r>
              <a:rPr lang="pt-BR"/>
              <a:t>7.2 - Endereço MAC Ethernet</a:t>
            </a:r>
            <a:endParaRPr lang="pt-BR"/>
          </a:p>
          <a:p>
            <a:pPr rtl="0"/>
            <a:r>
              <a:rPr lang="pt-BR"/>
              <a:t>7.2.5 - Endereço MAC de broadcast</a:t>
            </a:r>
            <a:endParaRPr lang="pt-BR"/>
          </a:p>
        </p:txBody>
      </p:sp>
      <p:sp>
        <p:nvSpPr>
          <p:cNvPr id="4" name="Slide Number Placeholder 3"/>
          <p:cNvSpPr>
            <a:spLocks noGrp="1"/>
          </p:cNvSpPr>
          <p:nvPr>
            <p:ph type="sldNum" sz="quarter" idx="5"/>
          </p:nvPr>
        </p:nvSpPr>
        <p:spPr/>
        <p:txBody>
          <a:bodyPr/>
          <a:lstStyle/>
          <a:p>
            <a:pPr rtl="0"/>
            <a:fld id="{5641018C-6CAF-B84E-B92C-ECB119457FBA}" type="slidenum">
              <a:rPr/>
            </a:fld>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rtl="0"/>
            <a:r>
              <a:rPr lang="pt-BR"/>
              <a:t>7 - Comutação Ethernet</a:t>
            </a:r>
            <a:endParaRPr lang="pt-BR"/>
          </a:p>
          <a:p>
            <a:pPr rtl="0"/>
            <a:r>
              <a:rPr lang="pt-BR"/>
              <a:t>7.2 - Endereço MAC Ethernet</a:t>
            </a:r>
            <a:endParaRPr lang="pt-BR"/>
          </a:p>
          <a:p>
            <a:pPr rtl="0"/>
            <a:r>
              <a:rPr lang="pt-BR"/>
              <a:t>7.2.6 - Endereço MAC Multicast</a:t>
            </a:r>
            <a:endParaRPr lang="pt-BR"/>
          </a:p>
        </p:txBody>
      </p:sp>
      <p:sp>
        <p:nvSpPr>
          <p:cNvPr id="4" name="Slide Number Placeholder 3"/>
          <p:cNvSpPr>
            <a:spLocks noGrp="1"/>
          </p:cNvSpPr>
          <p:nvPr>
            <p:ph type="sldNum" sz="quarter" idx="5"/>
          </p:nvPr>
        </p:nvSpPr>
        <p:spPr/>
        <p:txBody>
          <a:bodyPr/>
          <a:lstStyle/>
          <a:p>
            <a:pPr rtl="0"/>
            <a:fld id="{5641018C-6CAF-B84E-B92C-ECB119457FBA}" type="slidenum">
              <a:rPr/>
            </a:fld>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rtl="0"/>
            <a:r>
              <a:rPr lang="pt-BR"/>
              <a:t>7 - Comutação Ethernet</a:t>
            </a:r>
            <a:endParaRPr lang="pt-BR"/>
          </a:p>
          <a:p>
            <a:pPr rtl="0"/>
            <a:r>
              <a:rPr lang="pt-BR"/>
              <a:t>7.2 - Endereço MAC Ethernet</a:t>
            </a:r>
            <a:endParaRPr lang="pt-BR"/>
          </a:p>
          <a:p>
            <a:pPr rtl="0"/>
            <a:r>
              <a:rPr lang="pt-BR"/>
              <a:t>7.2.7 - Laboratório - Exibir endereços MAC do dispositivo de rede</a:t>
            </a:r>
            <a:endParaRPr lang="pt-BR"/>
          </a:p>
        </p:txBody>
      </p:sp>
      <p:sp>
        <p:nvSpPr>
          <p:cNvPr id="4" name="Slide Number Placeholder 3"/>
          <p:cNvSpPr>
            <a:spLocks noGrp="1"/>
          </p:cNvSpPr>
          <p:nvPr>
            <p:ph type="sldNum" sz="quarter" idx="5"/>
          </p:nvPr>
        </p:nvSpPr>
        <p:spPr/>
        <p:txBody>
          <a:bodyPr/>
          <a:lstStyle/>
          <a:p>
            <a:pPr rtl="0"/>
            <a:fld id="{5641018C-6CAF-B84E-B92C-ECB119457FBA}" type="slidenum">
              <a:rPr/>
            </a:fld>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457200" rtl="0" eaLnBrk="1" fontAlgn="auto" latinLnBrk="0" hangingPunct="1">
              <a:lnSpc>
                <a:spcPct val="100000"/>
              </a:lnSpc>
              <a:spcBef>
                <a:spcPts val="0"/>
              </a:spcBef>
              <a:spcAft>
                <a:spcPts val="0"/>
              </a:spcAft>
              <a:buClrTx/>
              <a:buSzTx/>
              <a:buFontTx/>
              <a:buNone/>
              <a:defRPr/>
            </a:pPr>
            <a:r>
              <a:rPr lang="pt-BR"/>
              <a:t>7 - Comutação Ethernet</a:t>
            </a:r>
            <a:endParaRPr lang="pt-BR"/>
          </a:p>
          <a:p>
            <a:pPr marL="0" marR="0" lvl="0" indent="0" algn="l" defTabSz="457200" rtl="0" eaLnBrk="1" fontAlgn="auto" latinLnBrk="0" hangingPunct="1">
              <a:lnSpc>
                <a:spcPct val="100000"/>
              </a:lnSpc>
              <a:spcBef>
                <a:spcPts val="0"/>
              </a:spcBef>
              <a:spcAft>
                <a:spcPts val="0"/>
              </a:spcAft>
              <a:buClrTx/>
              <a:buSzTx/>
              <a:buFontTx/>
              <a:buNone/>
              <a:defRPr/>
            </a:pPr>
            <a:r>
              <a:rPr lang="pt-BR"/>
              <a:t>7.3 - A tabela de endereços MAC</a:t>
            </a:r>
            <a:endParaRPr lang="pt-BR"/>
          </a:p>
          <a:p>
            <a:endParaRPr lang="en-US" dirty="0"/>
          </a:p>
        </p:txBody>
      </p:sp>
      <p:sp>
        <p:nvSpPr>
          <p:cNvPr id="4" name="Slide Number Placeholder 3"/>
          <p:cNvSpPr>
            <a:spLocks noGrp="1"/>
          </p:cNvSpPr>
          <p:nvPr>
            <p:ph type="sldNum" sz="quarter" idx="10"/>
          </p:nvPr>
        </p:nvSpPr>
        <p:spPr/>
        <p:txBody>
          <a:bodyPr/>
          <a:lstStyle/>
          <a:p>
            <a:pPr rtl="0"/>
            <a:fld id="{5641018C-6CAF-B84E-B92C-ECB119457FBA}" type="slidenum">
              <a:rPr/>
            </a:fld>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rtl="0"/>
            <a:r>
              <a:rPr lang="pt-BR"/>
              <a:t>7 - Comutação Ethernet</a:t>
            </a:r>
            <a:endParaRPr lang="pt-BR"/>
          </a:p>
          <a:p>
            <a:pPr rtl="0"/>
            <a:r>
              <a:rPr lang="pt-BR"/>
              <a:t>7.3 - A tabela de endereços MAC</a:t>
            </a:r>
            <a:endParaRPr lang="pt-BR"/>
          </a:p>
          <a:p>
            <a:pPr rtl="0"/>
            <a:r>
              <a:rPr lang="pt-BR"/>
              <a:t>7.3.1 - Fundamentos da chave</a:t>
            </a:r>
            <a:endParaRPr lang="pt-BR"/>
          </a:p>
        </p:txBody>
      </p:sp>
      <p:sp>
        <p:nvSpPr>
          <p:cNvPr id="4" name="Slide Number Placeholder 3"/>
          <p:cNvSpPr>
            <a:spLocks noGrp="1"/>
          </p:cNvSpPr>
          <p:nvPr>
            <p:ph type="sldNum" sz="quarter" idx="5"/>
          </p:nvPr>
        </p:nvSpPr>
        <p:spPr/>
        <p:txBody>
          <a:bodyPr/>
          <a:lstStyle/>
          <a:p>
            <a:pPr rtl="0"/>
            <a:fld id="{5641018C-6CAF-B84E-B92C-ECB119457FBA}" type="slidenum">
              <a:rPr/>
            </a:fld>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rtl="0"/>
            <a:r>
              <a:rPr lang="pt-BR"/>
              <a:t>7 - Comutação Ethernet</a:t>
            </a:r>
            <a:endParaRPr lang="pt-BR"/>
          </a:p>
          <a:p>
            <a:pPr rtl="0"/>
            <a:r>
              <a:rPr lang="pt-BR"/>
              <a:t>7.3 - A Tabela de Endereços MAC</a:t>
            </a:r>
            <a:endParaRPr lang="pt-BR"/>
          </a:p>
          <a:p>
            <a:pPr rtl="0"/>
            <a:r>
              <a:rPr lang="pt-BR"/>
              <a:t>7.3.2 - Aprendizagem e Encaminhamento de Mudança</a:t>
            </a:r>
            <a:endParaRPr lang="pt-BR"/>
          </a:p>
        </p:txBody>
      </p:sp>
      <p:sp>
        <p:nvSpPr>
          <p:cNvPr id="4" name="Slide Number Placeholder 3"/>
          <p:cNvSpPr>
            <a:spLocks noGrp="1"/>
          </p:cNvSpPr>
          <p:nvPr>
            <p:ph type="sldNum" sz="quarter" idx="5"/>
          </p:nvPr>
        </p:nvSpPr>
        <p:spPr/>
        <p:txBody>
          <a:bodyPr/>
          <a:lstStyle/>
          <a:p>
            <a:pPr rtl="0"/>
            <a:fld id="{5641018C-6CAF-B84E-B92C-ECB119457FBA}" type="slidenum">
              <a:rPr/>
            </a:fld>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rtl="0"/>
            <a:r>
              <a:rPr lang="pt-BR"/>
              <a:t>7 - Comutação Ethernet</a:t>
            </a:r>
            <a:endParaRPr lang="pt-BR"/>
          </a:p>
          <a:p>
            <a:pPr rtl="0"/>
            <a:r>
              <a:rPr lang="pt-BR"/>
              <a:t>7.3 - A tabela de endereços MAC</a:t>
            </a:r>
            <a:endParaRPr lang="pt-BR"/>
          </a:p>
          <a:p>
            <a:pPr rtl="0"/>
            <a:r>
              <a:rPr lang="pt-BR"/>
              <a:t>7.3.2 - Aprendizagem e Encaminhamento de Mudança</a:t>
            </a:r>
            <a:endParaRPr lang="pt-BR"/>
          </a:p>
        </p:txBody>
      </p:sp>
      <p:sp>
        <p:nvSpPr>
          <p:cNvPr id="4" name="Slide Number Placeholder 3"/>
          <p:cNvSpPr>
            <a:spLocks noGrp="1"/>
          </p:cNvSpPr>
          <p:nvPr>
            <p:ph type="sldNum" sz="quarter" idx="5"/>
          </p:nvPr>
        </p:nvSpPr>
        <p:spPr/>
        <p:txBody>
          <a:bodyPr/>
          <a:lstStyle/>
          <a:p>
            <a:pPr rtl="0"/>
            <a:fld id="{5641018C-6CAF-B84E-B92C-ECB119457FBA}" type="slidenum">
              <a:rPr/>
            </a:fld>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rtl="0"/>
            <a:r>
              <a:rPr lang="pt-BR"/>
              <a:t>7 - Comutação Ethernet</a:t>
            </a:r>
            <a:endParaRPr lang="pt-BR"/>
          </a:p>
          <a:p>
            <a:pPr rtl="0"/>
            <a:r>
              <a:rPr lang="pt-BR"/>
              <a:t>7.3 - A tabela de endereços MAC</a:t>
            </a:r>
            <a:endParaRPr lang="pt-BR"/>
          </a:p>
          <a:p>
            <a:pPr rtl="0"/>
            <a:r>
              <a:rPr lang="pt-BR"/>
              <a:t>7.3.3 - Molduras de filtragem</a:t>
            </a:r>
            <a:endParaRPr lang="pt-BR"/>
          </a:p>
          <a:p>
            <a:endParaRPr lang="en-US" dirty="0"/>
          </a:p>
        </p:txBody>
      </p:sp>
      <p:sp>
        <p:nvSpPr>
          <p:cNvPr id="4" name="Slide Number Placeholder 3"/>
          <p:cNvSpPr>
            <a:spLocks noGrp="1"/>
          </p:cNvSpPr>
          <p:nvPr>
            <p:ph type="sldNum" sz="quarter" idx="5"/>
          </p:nvPr>
        </p:nvSpPr>
        <p:spPr/>
        <p:txBody>
          <a:bodyPr/>
          <a:lstStyle/>
          <a:p>
            <a:pPr rtl="0"/>
            <a:fld id="{5641018C-6CAF-B84E-B92C-ECB119457FBA}" type="slidenum">
              <a:rPr/>
            </a:fld>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rtl="0"/>
            <a:r>
              <a:rPr lang="pt-BR"/>
              <a:t>7 - Comutação Ethernet</a:t>
            </a:r>
            <a:endParaRPr lang="pt-BR"/>
          </a:p>
          <a:p>
            <a:pPr rtl="0"/>
            <a:r>
              <a:rPr lang="pt-BR"/>
              <a:t>7.3 - A tabela de endereços MAC</a:t>
            </a:r>
            <a:endParaRPr lang="pt-BR"/>
          </a:p>
          <a:p>
            <a:pPr rtl="0"/>
            <a:r>
              <a:rPr lang="pt-BR"/>
              <a:t>7.3.4 - Vídeo - tabelas de endereços MAC em switches conectados</a:t>
            </a:r>
            <a:endParaRPr lang="pt-BR"/>
          </a:p>
        </p:txBody>
      </p:sp>
      <p:sp>
        <p:nvSpPr>
          <p:cNvPr id="4" name="Slide Number Placeholder 3"/>
          <p:cNvSpPr>
            <a:spLocks noGrp="1"/>
          </p:cNvSpPr>
          <p:nvPr>
            <p:ph type="sldNum" sz="quarter" idx="5"/>
          </p:nvPr>
        </p:nvSpPr>
        <p:spPr/>
        <p:txBody>
          <a:bodyPr/>
          <a:lstStyle/>
          <a:p>
            <a:pPr rtl="0"/>
            <a:fld id="{5641018C-6CAF-B84E-B92C-ECB119457FBA}" type="slidenum">
              <a:rPr/>
            </a:fld>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rtl="0"/>
            <a:r>
              <a:rPr lang="pt-BR"/>
              <a:t>7 - Comutação Ethernet</a:t>
            </a:r>
            <a:endParaRPr lang="pt-BR"/>
          </a:p>
          <a:p>
            <a:pPr rtl="0"/>
            <a:r>
              <a:rPr lang="pt-BR"/>
              <a:t>7.3 - A tabela de endereços MAC</a:t>
            </a:r>
            <a:endParaRPr lang="pt-BR"/>
          </a:p>
          <a:p>
            <a:pPr rtl="0"/>
            <a:r>
              <a:rPr lang="pt-BR"/>
              <a:t>7.3.5 - Vídeo - Enviando o quadro para o gateway padrão</a:t>
            </a:r>
            <a:endParaRPr lang="pt-BR"/>
          </a:p>
          <a:p>
            <a:pPr rtl="0"/>
            <a:r>
              <a:rPr lang="pt-BR"/>
              <a:t>7.3.6 - Atividade - Troque!</a:t>
            </a:r>
            <a:endParaRPr lang="pt-BR"/>
          </a:p>
        </p:txBody>
      </p:sp>
      <p:sp>
        <p:nvSpPr>
          <p:cNvPr id="4" name="Slide Number Placeholder 3"/>
          <p:cNvSpPr>
            <a:spLocks noGrp="1"/>
          </p:cNvSpPr>
          <p:nvPr>
            <p:ph type="sldNum" sz="quarter" idx="5"/>
          </p:nvPr>
        </p:nvSpPr>
        <p:spPr/>
        <p:txBody>
          <a:bodyPr/>
          <a:lstStyle/>
          <a:p>
            <a:pPr rtl="0"/>
            <a:fld id="{5641018C-6CAF-B84E-B92C-ECB119457FBA}" type="slidenum">
              <a:rPr/>
            </a:fld>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rtl="0"/>
            <a:r>
              <a:rPr lang="pt-BR"/>
              <a:t>7 - Comutação Ethernet</a:t>
            </a:r>
            <a:endParaRPr lang="pt-BR"/>
          </a:p>
          <a:p>
            <a:pPr rtl="0"/>
            <a:r>
              <a:rPr lang="pt-BR"/>
              <a:t>7.3 - A tabela de endereços MAC</a:t>
            </a:r>
            <a:endParaRPr lang="pt-BR"/>
          </a:p>
          <a:p>
            <a:pPr rtl="0"/>
            <a:r>
              <a:rPr lang="pt-BR"/>
              <a:t>7.3.7 - Laboratório - Exibir a tabela de endereços MAC do switch</a:t>
            </a:r>
            <a:endParaRPr lang="pt-BR"/>
          </a:p>
        </p:txBody>
      </p:sp>
      <p:sp>
        <p:nvSpPr>
          <p:cNvPr id="4" name="Slide Number Placeholder 3"/>
          <p:cNvSpPr>
            <a:spLocks noGrp="1"/>
          </p:cNvSpPr>
          <p:nvPr>
            <p:ph type="sldNum" sz="quarter" idx="5"/>
          </p:nvPr>
        </p:nvSpPr>
        <p:spPr/>
        <p:txBody>
          <a:bodyPr/>
          <a:lstStyle/>
          <a:p>
            <a:pPr rtl="0"/>
            <a:fld id="{5641018C-6CAF-B84E-B92C-ECB119457FBA}" type="slidenum">
              <a:rPr/>
            </a:fld>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457200" rtl="0" eaLnBrk="1" fontAlgn="auto" latinLnBrk="0" hangingPunct="1">
              <a:lnSpc>
                <a:spcPct val="100000"/>
              </a:lnSpc>
              <a:spcBef>
                <a:spcPts val="0"/>
              </a:spcBef>
              <a:spcAft>
                <a:spcPts val="0"/>
              </a:spcAft>
              <a:buClrTx/>
              <a:buSzTx/>
              <a:buFontTx/>
              <a:buNone/>
              <a:defRPr/>
            </a:pPr>
            <a:r>
              <a:rPr lang="pt-BR"/>
              <a:t>7 - Comutação Ethernet</a:t>
            </a:r>
            <a:endParaRPr lang="pt-BR"/>
          </a:p>
          <a:p>
            <a:pPr marL="0" marR="0" lvl="0" indent="0" algn="l" defTabSz="457200" rtl="0" eaLnBrk="1" fontAlgn="auto" latinLnBrk="0" hangingPunct="1">
              <a:lnSpc>
                <a:spcPct val="100000"/>
              </a:lnSpc>
              <a:spcBef>
                <a:spcPts val="0"/>
              </a:spcBef>
              <a:spcAft>
                <a:spcPts val="0"/>
              </a:spcAft>
              <a:buClrTx/>
              <a:buSzTx/>
              <a:buFontTx/>
              <a:buNone/>
              <a:defRPr/>
            </a:pPr>
            <a:r>
              <a:rPr lang="pt-BR"/>
              <a:t>7.4 - Velocidades de comutação e métodos de encaminhamento</a:t>
            </a:r>
            <a:endParaRPr lang="pt-BR"/>
          </a:p>
          <a:p>
            <a:endParaRPr lang="en-US" dirty="0"/>
          </a:p>
        </p:txBody>
      </p:sp>
      <p:sp>
        <p:nvSpPr>
          <p:cNvPr id="4" name="Slide Number Placeholder 3"/>
          <p:cNvSpPr>
            <a:spLocks noGrp="1"/>
          </p:cNvSpPr>
          <p:nvPr>
            <p:ph type="sldNum" sz="quarter" idx="10"/>
          </p:nvPr>
        </p:nvSpPr>
        <p:spPr/>
        <p:txBody>
          <a:bodyPr/>
          <a:lstStyle/>
          <a:p>
            <a:pPr rtl="0"/>
            <a:fld id="{5641018C-6CAF-B84E-B92C-ECB119457FBA}" type="slidenum">
              <a:rPr/>
            </a:fld>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rtl="0"/>
            <a:r>
              <a:rPr lang="pt-BR"/>
              <a:t>7 - Comutação Ethernet</a:t>
            </a:r>
            <a:endParaRPr lang="pt-BR"/>
          </a:p>
          <a:p>
            <a:pPr rtl="0"/>
            <a:r>
              <a:rPr lang="pt-BR"/>
              <a:t>7.4 - Velocidades de comutação e métodos de encaminhamento</a:t>
            </a:r>
            <a:endParaRPr lang="pt-BR"/>
          </a:p>
          <a:p>
            <a:pPr rtl="0"/>
            <a:r>
              <a:rPr lang="pt-BR"/>
              <a:t>7.4.1 Métodos de encaminhamento de quadros nos switches da Cisco</a:t>
            </a:r>
            <a:endParaRPr lang="pt-BR"/>
          </a:p>
        </p:txBody>
      </p:sp>
      <p:sp>
        <p:nvSpPr>
          <p:cNvPr id="4" name="Slide Number Placeholder 3"/>
          <p:cNvSpPr>
            <a:spLocks noGrp="1"/>
          </p:cNvSpPr>
          <p:nvPr>
            <p:ph type="sldNum" sz="quarter" idx="5"/>
          </p:nvPr>
        </p:nvSpPr>
        <p:spPr/>
        <p:txBody>
          <a:bodyPr/>
          <a:lstStyle/>
          <a:p>
            <a:pPr rtl="0"/>
            <a:fld id="{5641018C-6CAF-B84E-B92C-ECB119457FBA}" type="slidenum">
              <a:rPr/>
            </a:fld>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rtl="0"/>
            <a:r>
              <a:rPr lang="pt-BR"/>
              <a:t>7 - Comutação Ethernet</a:t>
            </a:r>
            <a:endParaRPr lang="pt-BR"/>
          </a:p>
          <a:p>
            <a:pPr rtl="0"/>
            <a:r>
              <a:rPr lang="pt-BR"/>
              <a:t>7.4 - Velocidades de comutação e métodos de encaminhamento</a:t>
            </a:r>
            <a:endParaRPr lang="pt-BR"/>
          </a:p>
          <a:p>
            <a:pPr rtl="0"/>
            <a:r>
              <a:rPr lang="pt-BR"/>
              <a:t>7.4.2 – Switching Cut-Through</a:t>
            </a:r>
            <a:endParaRPr lang="pt-BR"/>
          </a:p>
        </p:txBody>
      </p:sp>
      <p:sp>
        <p:nvSpPr>
          <p:cNvPr id="4" name="Slide Number Placeholder 3"/>
          <p:cNvSpPr>
            <a:spLocks noGrp="1"/>
          </p:cNvSpPr>
          <p:nvPr>
            <p:ph type="sldNum" sz="quarter" idx="5"/>
          </p:nvPr>
        </p:nvSpPr>
        <p:spPr/>
        <p:txBody>
          <a:bodyPr/>
          <a:lstStyle/>
          <a:p>
            <a:pPr rtl="0"/>
            <a:fld id="{5641018C-6CAF-B84E-B92C-ECB119457FBA}" type="slidenum">
              <a:rPr/>
            </a:fld>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rtl="0"/>
            <a:r>
              <a:rPr lang="pt-BR"/>
              <a:t>7 - Comutação Ethernet</a:t>
            </a:r>
            <a:endParaRPr lang="pt-BR"/>
          </a:p>
          <a:p>
            <a:pPr rtl="0"/>
            <a:r>
              <a:rPr lang="pt-BR"/>
              <a:t>7.4 - Velocidades de comutação e métodos de encaminhamento</a:t>
            </a:r>
            <a:endParaRPr lang="pt-BR"/>
          </a:p>
          <a:p>
            <a:pPr rtl="0"/>
            <a:r>
              <a:rPr lang="pt-BR"/>
              <a:t>7.4.3 – Buffers de memória nos switches</a:t>
            </a:r>
            <a:endParaRPr lang="pt-BR"/>
          </a:p>
        </p:txBody>
      </p:sp>
      <p:sp>
        <p:nvSpPr>
          <p:cNvPr id="4" name="Slide Number Placeholder 3"/>
          <p:cNvSpPr>
            <a:spLocks noGrp="1"/>
          </p:cNvSpPr>
          <p:nvPr>
            <p:ph type="sldNum" sz="quarter" idx="5"/>
          </p:nvPr>
        </p:nvSpPr>
        <p:spPr/>
        <p:txBody>
          <a:bodyPr/>
          <a:lstStyle/>
          <a:p>
            <a:pPr rtl="0"/>
            <a:fld id="{5641018C-6CAF-B84E-B92C-ECB119457FBA}" type="slidenum">
              <a:rPr/>
            </a:fld>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rtl="0"/>
            <a:r>
              <a:rPr lang="pt-BR"/>
              <a:t>7 - Comutação Ethernet</a:t>
            </a:r>
            <a:endParaRPr lang="pt-BR"/>
          </a:p>
          <a:p>
            <a:pPr rtl="0"/>
            <a:r>
              <a:rPr lang="pt-BR"/>
              <a:t>7.4 - Velocidades de comutação e métodos de encaminhamento</a:t>
            </a:r>
            <a:endParaRPr lang="pt-BR"/>
          </a:p>
          <a:p>
            <a:pPr rtl="0"/>
            <a:r>
              <a:rPr lang="pt-BR"/>
              <a:t>7.4.4 - Configurações de velocidade e duplex</a:t>
            </a:r>
            <a:endParaRPr lang="pt-BR"/>
          </a:p>
        </p:txBody>
      </p:sp>
      <p:sp>
        <p:nvSpPr>
          <p:cNvPr id="4" name="Slide Number Placeholder 3"/>
          <p:cNvSpPr>
            <a:spLocks noGrp="1"/>
          </p:cNvSpPr>
          <p:nvPr>
            <p:ph type="sldNum" sz="quarter" idx="5"/>
          </p:nvPr>
        </p:nvSpPr>
        <p:spPr/>
        <p:txBody>
          <a:bodyPr/>
          <a:lstStyle/>
          <a:p>
            <a:pPr rtl="0"/>
            <a:fld id="{5641018C-6CAF-B84E-B92C-ECB119457FBA}" type="slidenum">
              <a:rPr/>
            </a:fld>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rtl="0"/>
            <a:r>
              <a:rPr lang="pt-BR"/>
              <a:t>7 - Comutação Ethernet</a:t>
            </a:r>
            <a:endParaRPr lang="pt-BR"/>
          </a:p>
          <a:p>
            <a:pPr rtl="0"/>
            <a:r>
              <a:rPr lang="pt-BR"/>
              <a:t>7.4 - Velocidades de comutação e métodos de encaminhamento</a:t>
            </a:r>
            <a:endParaRPr lang="pt-BR"/>
          </a:p>
          <a:p>
            <a:pPr rtl="0"/>
            <a:r>
              <a:rPr lang="pt-BR"/>
              <a:t>7.4.4 – Configurações de velocidade e duplex</a:t>
            </a:r>
            <a:endParaRPr lang="pt-BR"/>
          </a:p>
        </p:txBody>
      </p:sp>
      <p:sp>
        <p:nvSpPr>
          <p:cNvPr id="4" name="Slide Number Placeholder 3"/>
          <p:cNvSpPr>
            <a:spLocks noGrp="1"/>
          </p:cNvSpPr>
          <p:nvPr>
            <p:ph type="sldNum" sz="quarter" idx="5"/>
          </p:nvPr>
        </p:nvSpPr>
        <p:spPr/>
        <p:txBody>
          <a:bodyPr/>
          <a:lstStyle/>
          <a:p>
            <a:pPr rtl="0"/>
            <a:fld id="{5641018C-6CAF-B84E-B92C-ECB119457FBA}" type="slidenum">
              <a:rPr/>
            </a:fld>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rtl="0"/>
            <a:r>
              <a:rPr lang="pt-BR"/>
              <a:t>7 - Comutação Ethernet</a:t>
            </a:r>
            <a:endParaRPr lang="pt-BR"/>
          </a:p>
          <a:p>
            <a:pPr rtl="0"/>
            <a:r>
              <a:rPr lang="pt-BR"/>
              <a:t>7.4 - Velocidades de comutação e métodos de encaminhamento</a:t>
            </a:r>
            <a:endParaRPr lang="pt-BR"/>
          </a:p>
          <a:p>
            <a:pPr rtl="0"/>
            <a:r>
              <a:rPr lang="pt-BR"/>
              <a:t>7.4.5 — MDIX automático</a:t>
            </a:r>
            <a:endParaRPr lang="pt-BR"/>
          </a:p>
          <a:p>
            <a:pPr rtl="0"/>
            <a:r>
              <a:rPr lang="pt-BR"/>
              <a:t>7.4.6 — Verifique seu entendimento — Velocidades de comutação e métodos de encaminhamento</a:t>
            </a:r>
            <a:endParaRPr lang="pt-BR"/>
          </a:p>
        </p:txBody>
      </p:sp>
      <p:sp>
        <p:nvSpPr>
          <p:cNvPr id="4" name="Slide Number Placeholder 3"/>
          <p:cNvSpPr>
            <a:spLocks noGrp="1"/>
          </p:cNvSpPr>
          <p:nvPr>
            <p:ph type="sldNum" sz="quarter" idx="5"/>
          </p:nvPr>
        </p:nvSpPr>
        <p:spPr/>
        <p:txBody>
          <a:bodyPr/>
          <a:lstStyle/>
          <a:p>
            <a:pPr rtl="0"/>
            <a:fld id="{5641018C-6CAF-B84E-B92C-ECB119457FBA}" type="slidenum">
              <a:rPr/>
            </a:fld>
            <a:endParaRPr/>
          </a:p>
        </p:txBody>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457200" rtl="0" eaLnBrk="1" fontAlgn="auto" latinLnBrk="0" hangingPunct="1">
              <a:lnSpc>
                <a:spcPct val="100000"/>
              </a:lnSpc>
              <a:spcBef>
                <a:spcPts val="0"/>
              </a:spcBef>
              <a:spcAft>
                <a:spcPts val="0"/>
              </a:spcAft>
              <a:buClrTx/>
              <a:buSzTx/>
              <a:buFontTx/>
              <a:buNone/>
              <a:defRPr/>
            </a:pPr>
            <a:r>
              <a:rPr lang="pt-BR"/>
              <a:t>7 - Comutação Ethernet</a:t>
            </a:r>
            <a:endParaRPr lang="pt-BR"/>
          </a:p>
          <a:p>
            <a:pPr marL="0" marR="0" lvl="0" indent="0" algn="l" defTabSz="457200" rtl="0" eaLnBrk="1" fontAlgn="auto" latinLnBrk="0" hangingPunct="1">
              <a:lnSpc>
                <a:spcPct val="100000"/>
              </a:lnSpc>
              <a:spcBef>
                <a:spcPts val="0"/>
              </a:spcBef>
              <a:spcAft>
                <a:spcPts val="0"/>
              </a:spcAft>
              <a:buClrTx/>
              <a:buSzTx/>
              <a:buFontTx/>
              <a:buNone/>
              <a:defRPr/>
            </a:pPr>
            <a:r>
              <a:rPr lang="pt-BR"/>
              <a:t>7.5 - Módulo Prática e Quiz</a:t>
            </a:r>
            <a:endParaRPr lang="pt-BR"/>
          </a:p>
          <a:p>
            <a:pPr>
              <a:buFontTx/>
              <a:buNone/>
            </a:pPr>
            <a:endParaRPr lang="en-US" dirty="0"/>
          </a:p>
        </p:txBody>
      </p:sp>
      <p:sp>
        <p:nvSpPr>
          <p:cNvPr id="4" name="Slide Number Placeholder 3"/>
          <p:cNvSpPr>
            <a:spLocks noGrp="1"/>
          </p:cNvSpPr>
          <p:nvPr>
            <p:ph type="sldNum" sz="quarter" idx="10"/>
          </p:nvPr>
        </p:nvSpPr>
        <p:spPr/>
        <p:txBody>
          <a:bodyPr/>
          <a:lstStyle/>
          <a:p>
            <a:pPr rtl="0"/>
            <a:fld id="{5641018C-6CAF-B84E-B92C-ECB119457FBA}" type="slidenum">
              <a:rPr/>
            </a:fld>
            <a:endParaRPr/>
          </a:p>
        </p:txBody>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29" name="Rectangle 11"/>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03605">
              <a:defRPr sz="2400">
                <a:solidFill>
                  <a:schemeClr val="tx1"/>
                </a:solidFill>
                <a:latin typeface="Arial" panose="020B0604020202020204" pitchFamily="34" charset="0"/>
                <a:ea typeface="MS PGothic" charset="0"/>
                <a:cs typeface="MS PGothic" charset="0"/>
              </a:defRPr>
            </a:lvl1pPr>
            <a:lvl2pPr marL="742950" indent="-285750" defTabSz="903605">
              <a:defRPr sz="2400">
                <a:solidFill>
                  <a:schemeClr val="tx1"/>
                </a:solidFill>
                <a:latin typeface="Arial" panose="020B0604020202020204" pitchFamily="34" charset="0"/>
                <a:ea typeface="MS PGothic" charset="0"/>
              </a:defRPr>
            </a:lvl2pPr>
            <a:lvl3pPr marL="1143000" indent="-228600" defTabSz="903605">
              <a:defRPr sz="2400">
                <a:solidFill>
                  <a:schemeClr val="tx1"/>
                </a:solidFill>
                <a:latin typeface="Arial" panose="020B0604020202020204" pitchFamily="34" charset="0"/>
                <a:ea typeface="MS PGothic" charset="0"/>
              </a:defRPr>
            </a:lvl3pPr>
            <a:lvl4pPr marL="1600200" indent="-228600" defTabSz="903605">
              <a:defRPr sz="2400">
                <a:solidFill>
                  <a:schemeClr val="tx1"/>
                </a:solidFill>
                <a:latin typeface="Arial" panose="020B0604020202020204" pitchFamily="34" charset="0"/>
                <a:ea typeface="MS PGothic" charset="0"/>
              </a:defRPr>
            </a:lvl4pPr>
            <a:lvl5pPr marL="2057400" indent="-228600" defTabSz="903605">
              <a:defRPr sz="2400">
                <a:solidFill>
                  <a:schemeClr val="tx1"/>
                </a:solidFill>
                <a:latin typeface="Arial" panose="020B0604020202020204" pitchFamily="34" charset="0"/>
                <a:ea typeface="MS PGothic" charset="0"/>
              </a:defRPr>
            </a:lvl5pPr>
            <a:lvl6pPr marL="2514600" indent="-228600" algn="ctr" defTabSz="903605" eaLnBrk="0" fontAlgn="base" hangingPunct="0">
              <a:lnSpc>
                <a:spcPct val="90000"/>
              </a:lnSpc>
              <a:spcBef>
                <a:spcPct val="0"/>
              </a:spcBef>
              <a:spcAft>
                <a:spcPct val="0"/>
              </a:spcAft>
              <a:defRPr sz="2400">
                <a:solidFill>
                  <a:schemeClr val="tx1"/>
                </a:solidFill>
                <a:latin typeface="Arial" panose="020B0604020202020204" pitchFamily="34" charset="0"/>
                <a:ea typeface="MS PGothic" charset="0"/>
              </a:defRPr>
            </a:lvl6pPr>
            <a:lvl7pPr marL="2971800" indent="-228600" algn="ctr" defTabSz="903605" eaLnBrk="0" fontAlgn="base" hangingPunct="0">
              <a:lnSpc>
                <a:spcPct val="90000"/>
              </a:lnSpc>
              <a:spcBef>
                <a:spcPct val="0"/>
              </a:spcBef>
              <a:spcAft>
                <a:spcPct val="0"/>
              </a:spcAft>
              <a:defRPr sz="2400">
                <a:solidFill>
                  <a:schemeClr val="tx1"/>
                </a:solidFill>
                <a:latin typeface="Arial" panose="020B0604020202020204" pitchFamily="34" charset="0"/>
                <a:ea typeface="MS PGothic" charset="0"/>
              </a:defRPr>
            </a:lvl7pPr>
            <a:lvl8pPr marL="3429000" indent="-228600" algn="ctr" defTabSz="903605" eaLnBrk="0" fontAlgn="base" hangingPunct="0">
              <a:lnSpc>
                <a:spcPct val="90000"/>
              </a:lnSpc>
              <a:spcBef>
                <a:spcPct val="0"/>
              </a:spcBef>
              <a:spcAft>
                <a:spcPct val="0"/>
              </a:spcAft>
              <a:defRPr sz="2400">
                <a:solidFill>
                  <a:schemeClr val="tx1"/>
                </a:solidFill>
                <a:latin typeface="Arial" panose="020B0604020202020204" pitchFamily="34" charset="0"/>
                <a:ea typeface="MS PGothic" charset="0"/>
              </a:defRPr>
            </a:lvl8pPr>
            <a:lvl9pPr marL="3886200" indent="-228600" algn="ctr" defTabSz="903605" eaLnBrk="0" fontAlgn="base" hangingPunct="0">
              <a:lnSpc>
                <a:spcPct val="90000"/>
              </a:lnSpc>
              <a:spcBef>
                <a:spcPct val="0"/>
              </a:spcBef>
              <a:spcAft>
                <a:spcPct val="0"/>
              </a:spcAft>
              <a:defRPr sz="2400">
                <a:solidFill>
                  <a:schemeClr val="tx1"/>
                </a:solidFill>
                <a:latin typeface="Arial" panose="020B0604020202020204" pitchFamily="34" charset="0"/>
                <a:ea typeface="MS PGothic" charset="0"/>
              </a:defRPr>
            </a:lvl9pPr>
          </a:lstStyle>
          <a:p>
            <a:pPr rtl="0"/>
            <a:fld id="{3997A419-355F-A04A-96E0-21643AF8E9FF}" type="slidenum">
              <a:rPr sz="800">
                <a:solidFill>
                  <a:prstClr val="black"/>
                </a:solidFill>
              </a:rPr>
            </a:fld>
            <a:endParaRPr sz="800">
              <a:solidFill>
                <a:prstClr val="black"/>
              </a:solidFill>
            </a:endParaRPr>
          </a:p>
        </p:txBody>
      </p:sp>
      <p:sp>
        <p:nvSpPr>
          <p:cNvPr id="22530" name="Rectangle 2"/>
          <p:cNvSpPr>
            <a:spLocks noGrp="1" noRot="1" noChangeAspect="1" noChangeArrowheads="1" noTextEdit="1"/>
          </p:cNvSpPr>
          <p:nvPr>
            <p:ph type="sldImg"/>
          </p:nvPr>
        </p:nvSpPr>
        <p:spPr/>
      </p:sp>
      <p:sp>
        <p:nvSpPr>
          <p:cNvPr id="22531" name="Rectangle 3"/>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rtl="0"/>
            <a:r>
              <a:rPr lang="pt-BR" sz="1200"/>
              <a:t>7 - Comutação Ethernet</a:t>
            </a:r>
            <a:endParaRPr lang="pt-BR" sz="1200"/>
          </a:p>
          <a:p>
            <a:pPr rtl="0"/>
            <a:r>
              <a:rPr lang="pt-BR" sz="1200"/>
              <a:t>7.5 - Módulo Prática e Quiz</a:t>
            </a:r>
            <a:endParaRPr lang="pt-BR" sz="1200"/>
          </a:p>
          <a:p>
            <a:pPr rtl="0"/>
            <a:r>
              <a:rPr lang="pt-BR" sz="1200"/>
              <a:t>7.5.1 - O que aprendi neste módulo?</a:t>
            </a:r>
            <a:endParaRPr lang="pt-BR" sz="1200"/>
          </a:p>
          <a:p>
            <a:pPr rtl="0"/>
            <a:r>
              <a:rPr lang="pt-BR" sz="1200"/>
              <a:t>7.5.2 — Teste de Módulo — Switchig Ethernet</a:t>
            </a:r>
            <a:endParaRPr lang="pt-BR" sz="1200"/>
          </a:p>
        </p:txBody>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29" name="Rectangle 11"/>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03605">
              <a:defRPr sz="2400">
                <a:solidFill>
                  <a:schemeClr val="tx1"/>
                </a:solidFill>
                <a:latin typeface="Arial" panose="020B0604020202020204" pitchFamily="34" charset="0"/>
                <a:ea typeface="MS PGothic" charset="0"/>
                <a:cs typeface="MS PGothic" charset="0"/>
              </a:defRPr>
            </a:lvl1pPr>
            <a:lvl2pPr marL="742950" indent="-285750" defTabSz="903605">
              <a:defRPr sz="2400">
                <a:solidFill>
                  <a:schemeClr val="tx1"/>
                </a:solidFill>
                <a:latin typeface="Arial" panose="020B0604020202020204" pitchFamily="34" charset="0"/>
                <a:ea typeface="MS PGothic" charset="0"/>
              </a:defRPr>
            </a:lvl2pPr>
            <a:lvl3pPr marL="1143000" indent="-228600" defTabSz="903605">
              <a:defRPr sz="2400">
                <a:solidFill>
                  <a:schemeClr val="tx1"/>
                </a:solidFill>
                <a:latin typeface="Arial" panose="020B0604020202020204" pitchFamily="34" charset="0"/>
                <a:ea typeface="MS PGothic" charset="0"/>
              </a:defRPr>
            </a:lvl3pPr>
            <a:lvl4pPr marL="1600200" indent="-228600" defTabSz="903605">
              <a:defRPr sz="2400">
                <a:solidFill>
                  <a:schemeClr val="tx1"/>
                </a:solidFill>
                <a:latin typeface="Arial" panose="020B0604020202020204" pitchFamily="34" charset="0"/>
                <a:ea typeface="MS PGothic" charset="0"/>
              </a:defRPr>
            </a:lvl4pPr>
            <a:lvl5pPr marL="2057400" indent="-228600" defTabSz="903605">
              <a:defRPr sz="2400">
                <a:solidFill>
                  <a:schemeClr val="tx1"/>
                </a:solidFill>
                <a:latin typeface="Arial" panose="020B0604020202020204" pitchFamily="34" charset="0"/>
                <a:ea typeface="MS PGothic" charset="0"/>
              </a:defRPr>
            </a:lvl5pPr>
            <a:lvl6pPr marL="2514600" indent="-228600" algn="ctr" defTabSz="903605" eaLnBrk="0" fontAlgn="base" hangingPunct="0">
              <a:lnSpc>
                <a:spcPct val="90000"/>
              </a:lnSpc>
              <a:spcBef>
                <a:spcPct val="0"/>
              </a:spcBef>
              <a:spcAft>
                <a:spcPct val="0"/>
              </a:spcAft>
              <a:defRPr sz="2400">
                <a:solidFill>
                  <a:schemeClr val="tx1"/>
                </a:solidFill>
                <a:latin typeface="Arial" panose="020B0604020202020204" pitchFamily="34" charset="0"/>
                <a:ea typeface="MS PGothic" charset="0"/>
              </a:defRPr>
            </a:lvl6pPr>
            <a:lvl7pPr marL="2971800" indent="-228600" algn="ctr" defTabSz="903605" eaLnBrk="0" fontAlgn="base" hangingPunct="0">
              <a:lnSpc>
                <a:spcPct val="90000"/>
              </a:lnSpc>
              <a:spcBef>
                <a:spcPct val="0"/>
              </a:spcBef>
              <a:spcAft>
                <a:spcPct val="0"/>
              </a:spcAft>
              <a:defRPr sz="2400">
                <a:solidFill>
                  <a:schemeClr val="tx1"/>
                </a:solidFill>
                <a:latin typeface="Arial" panose="020B0604020202020204" pitchFamily="34" charset="0"/>
                <a:ea typeface="MS PGothic" charset="0"/>
              </a:defRPr>
            </a:lvl7pPr>
            <a:lvl8pPr marL="3429000" indent="-228600" algn="ctr" defTabSz="903605" eaLnBrk="0" fontAlgn="base" hangingPunct="0">
              <a:lnSpc>
                <a:spcPct val="90000"/>
              </a:lnSpc>
              <a:spcBef>
                <a:spcPct val="0"/>
              </a:spcBef>
              <a:spcAft>
                <a:spcPct val="0"/>
              </a:spcAft>
              <a:defRPr sz="2400">
                <a:solidFill>
                  <a:schemeClr val="tx1"/>
                </a:solidFill>
                <a:latin typeface="Arial" panose="020B0604020202020204" pitchFamily="34" charset="0"/>
                <a:ea typeface="MS PGothic" charset="0"/>
              </a:defRPr>
            </a:lvl8pPr>
            <a:lvl9pPr marL="3886200" indent="-228600" algn="ctr" defTabSz="903605" eaLnBrk="0" fontAlgn="base" hangingPunct="0">
              <a:lnSpc>
                <a:spcPct val="90000"/>
              </a:lnSpc>
              <a:spcBef>
                <a:spcPct val="0"/>
              </a:spcBef>
              <a:spcAft>
                <a:spcPct val="0"/>
              </a:spcAft>
              <a:defRPr sz="2400">
                <a:solidFill>
                  <a:schemeClr val="tx1"/>
                </a:solidFill>
                <a:latin typeface="Arial" panose="020B0604020202020204" pitchFamily="34" charset="0"/>
                <a:ea typeface="MS PGothic" charset="0"/>
              </a:defRPr>
            </a:lvl9pPr>
          </a:lstStyle>
          <a:p>
            <a:pPr rtl="0"/>
            <a:fld id="{3997A419-355F-A04A-96E0-21643AF8E9FF}" type="slidenum">
              <a:rPr sz="800">
                <a:solidFill>
                  <a:prstClr val="black"/>
                </a:solidFill>
              </a:rPr>
            </a:fld>
            <a:endParaRPr sz="800">
              <a:solidFill>
                <a:prstClr val="black"/>
              </a:solidFill>
            </a:endParaRPr>
          </a:p>
        </p:txBody>
      </p:sp>
      <p:sp>
        <p:nvSpPr>
          <p:cNvPr id="22530" name="Rectangle 2"/>
          <p:cNvSpPr>
            <a:spLocks noGrp="1" noRot="1" noChangeAspect="1" noChangeArrowheads="1" noTextEdit="1"/>
          </p:cNvSpPr>
          <p:nvPr>
            <p:ph type="sldImg"/>
          </p:nvPr>
        </p:nvSpPr>
        <p:spPr/>
      </p:sp>
      <p:sp>
        <p:nvSpPr>
          <p:cNvPr id="22531" name="Rectangle 3"/>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rtl="0"/>
            <a:r>
              <a:rPr lang="pt-BR" sz="1200"/>
              <a:t>7 - Comutação Ethernet</a:t>
            </a:r>
            <a:endParaRPr lang="pt-BR" sz="1200"/>
          </a:p>
          <a:p>
            <a:pPr rtl="0"/>
            <a:r>
              <a:rPr lang="pt-BR" sz="1200"/>
              <a:t>7.5 - Módulo Prática e Quiz</a:t>
            </a:r>
            <a:endParaRPr lang="pt-BR" sz="1200"/>
          </a:p>
          <a:p>
            <a:pPr rtl="0"/>
            <a:r>
              <a:rPr lang="pt-BR" sz="1200"/>
              <a:t>7.5.1 - O que aprendi neste módulo?</a:t>
            </a:r>
            <a:endParaRPr lang="pt-BR" sz="1200"/>
          </a:p>
          <a:p>
            <a:pPr rtl="0"/>
            <a:r>
              <a:rPr lang="pt-BR" sz="1200"/>
              <a:t>7.5.2 — Teste de Módulo — Comutação Ethernet</a:t>
            </a:r>
            <a:endParaRPr lang="pt-BR" sz="1200"/>
          </a:p>
        </p:txBody>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345" name="Rectangle 11"/>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03605">
              <a:defRPr sz="2400">
                <a:solidFill>
                  <a:schemeClr val="tx1"/>
                </a:solidFill>
                <a:latin typeface="Arial" panose="020B0604020202020204" pitchFamily="34" charset="0"/>
                <a:ea typeface="MS PGothic" charset="0"/>
                <a:cs typeface="MS PGothic" charset="0"/>
              </a:defRPr>
            </a:lvl1pPr>
            <a:lvl2pPr marL="742950" indent="-285750" defTabSz="903605">
              <a:defRPr sz="2400">
                <a:solidFill>
                  <a:schemeClr val="tx1"/>
                </a:solidFill>
                <a:latin typeface="Arial" panose="020B0604020202020204" pitchFamily="34" charset="0"/>
                <a:ea typeface="MS PGothic" charset="0"/>
              </a:defRPr>
            </a:lvl2pPr>
            <a:lvl3pPr marL="1143000" indent="-228600" defTabSz="903605">
              <a:defRPr sz="2400">
                <a:solidFill>
                  <a:schemeClr val="tx1"/>
                </a:solidFill>
                <a:latin typeface="Arial" panose="020B0604020202020204" pitchFamily="34" charset="0"/>
                <a:ea typeface="MS PGothic" charset="0"/>
              </a:defRPr>
            </a:lvl3pPr>
            <a:lvl4pPr marL="1600200" indent="-228600" defTabSz="903605">
              <a:defRPr sz="2400">
                <a:solidFill>
                  <a:schemeClr val="tx1"/>
                </a:solidFill>
                <a:latin typeface="Arial" panose="020B0604020202020204" pitchFamily="34" charset="0"/>
                <a:ea typeface="MS PGothic" charset="0"/>
              </a:defRPr>
            </a:lvl4pPr>
            <a:lvl5pPr marL="2057400" indent="-228600" defTabSz="903605">
              <a:defRPr sz="2400">
                <a:solidFill>
                  <a:schemeClr val="tx1"/>
                </a:solidFill>
                <a:latin typeface="Arial" panose="020B0604020202020204" pitchFamily="34" charset="0"/>
                <a:ea typeface="MS PGothic" charset="0"/>
              </a:defRPr>
            </a:lvl5pPr>
            <a:lvl6pPr marL="2514600" indent="-228600" algn="ctr" defTabSz="903605" eaLnBrk="0" fontAlgn="base" hangingPunct="0">
              <a:lnSpc>
                <a:spcPct val="90000"/>
              </a:lnSpc>
              <a:spcBef>
                <a:spcPct val="0"/>
              </a:spcBef>
              <a:spcAft>
                <a:spcPct val="0"/>
              </a:spcAft>
              <a:defRPr sz="2400">
                <a:solidFill>
                  <a:schemeClr val="tx1"/>
                </a:solidFill>
                <a:latin typeface="Arial" panose="020B0604020202020204" pitchFamily="34" charset="0"/>
                <a:ea typeface="MS PGothic" charset="0"/>
              </a:defRPr>
            </a:lvl6pPr>
            <a:lvl7pPr marL="2971800" indent="-228600" algn="ctr" defTabSz="903605" eaLnBrk="0" fontAlgn="base" hangingPunct="0">
              <a:lnSpc>
                <a:spcPct val="90000"/>
              </a:lnSpc>
              <a:spcBef>
                <a:spcPct val="0"/>
              </a:spcBef>
              <a:spcAft>
                <a:spcPct val="0"/>
              </a:spcAft>
              <a:defRPr sz="2400">
                <a:solidFill>
                  <a:schemeClr val="tx1"/>
                </a:solidFill>
                <a:latin typeface="Arial" panose="020B0604020202020204" pitchFamily="34" charset="0"/>
                <a:ea typeface="MS PGothic" charset="0"/>
              </a:defRPr>
            </a:lvl7pPr>
            <a:lvl8pPr marL="3429000" indent="-228600" algn="ctr" defTabSz="903605" eaLnBrk="0" fontAlgn="base" hangingPunct="0">
              <a:lnSpc>
                <a:spcPct val="90000"/>
              </a:lnSpc>
              <a:spcBef>
                <a:spcPct val="0"/>
              </a:spcBef>
              <a:spcAft>
                <a:spcPct val="0"/>
              </a:spcAft>
              <a:defRPr sz="2400">
                <a:solidFill>
                  <a:schemeClr val="tx1"/>
                </a:solidFill>
                <a:latin typeface="Arial" panose="020B0604020202020204" pitchFamily="34" charset="0"/>
                <a:ea typeface="MS PGothic" charset="0"/>
              </a:defRPr>
            </a:lvl8pPr>
            <a:lvl9pPr marL="3886200" indent="-228600" algn="ctr" defTabSz="903605" eaLnBrk="0" fontAlgn="base" hangingPunct="0">
              <a:lnSpc>
                <a:spcPct val="90000"/>
              </a:lnSpc>
              <a:spcBef>
                <a:spcPct val="0"/>
              </a:spcBef>
              <a:spcAft>
                <a:spcPct val="0"/>
              </a:spcAft>
              <a:defRPr sz="2400">
                <a:solidFill>
                  <a:schemeClr val="tx1"/>
                </a:solidFill>
                <a:latin typeface="Arial" panose="020B0604020202020204" pitchFamily="34" charset="0"/>
                <a:ea typeface="MS PGothic" charset="0"/>
              </a:defRPr>
            </a:lvl9pPr>
          </a:lstStyle>
          <a:p>
            <a:pPr rtl="0"/>
            <a:fld id="{6C92755B-29FD-8743-9094-C0E3A734D22E}" type="slidenum">
              <a:rPr sz="800">
                <a:solidFill>
                  <a:prstClr val="black"/>
                </a:solidFill>
              </a:rPr>
            </a:fld>
            <a:endParaRPr sz="800">
              <a:solidFill>
                <a:prstClr val="black"/>
              </a:solidFill>
            </a:endParaRPr>
          </a:p>
        </p:txBody>
      </p:sp>
      <p:sp>
        <p:nvSpPr>
          <p:cNvPr id="57346" name="Rectangle 2"/>
          <p:cNvSpPr>
            <a:spLocks noGrp="1" noRot="1" noChangeAspect="1" noChangeArrowheads="1" noTextEdit="1"/>
          </p:cNvSpPr>
          <p:nvPr>
            <p:ph type="sldImg"/>
          </p:nvPr>
        </p:nvSpPr>
        <p:spPr/>
      </p:sp>
      <p:sp>
        <p:nvSpPr>
          <p:cNvPr id="57347" name="Rectangle 3"/>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0" marR="0" lvl="0" indent="0" algn="l" defTabSz="457200" rtl="0" eaLnBrk="1" fontAlgn="auto" latinLnBrk="0" hangingPunct="1">
              <a:lnSpc>
                <a:spcPct val="80000"/>
              </a:lnSpc>
              <a:spcBef>
                <a:spcPts val="0"/>
              </a:spcBef>
              <a:spcAft>
                <a:spcPts val="0"/>
              </a:spcAft>
              <a:buClrTx/>
              <a:buSzTx/>
              <a:buFontTx/>
              <a:buNone/>
              <a:defRPr/>
            </a:pPr>
            <a:endParaRPr lang="en-US" dirty="0"/>
          </a:p>
        </p:txBody>
      </p:sp>
    </p:spTree>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pPr rtl="0"/>
            <a:fld id="{5641018C-6CAF-B84E-B92C-ECB119457FBA}" type="slidenum">
              <a:rPr/>
            </a:fld>
            <a:endParaRPr/>
          </a:p>
        </p:txBody>
      </p:sp>
    </p:spTree>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showMasterSp="0">
  <p:cSld name="3_Title Slide-animated gradient">
    <p:bg>
      <p:bgPr>
        <a:solidFill>
          <a:schemeClr val="accent5"/>
        </a:solidFill>
        <a:effectLst/>
      </p:bgPr>
    </p:bg>
    <p:spTree>
      <p:nvGrpSpPr>
        <p:cNvPr id="1" name=""/>
        <p:cNvGrpSpPr/>
        <p:nvPr/>
      </p:nvGrpSpPr>
      <p:grpSpPr>
        <a:xfrm>
          <a:off x="0" y="0"/>
          <a:ext cx="0" cy="0"/>
          <a:chOff x="0" y="0"/>
          <a:chExt cx="0" cy="0"/>
        </a:xfrm>
      </p:grpSpPr>
      <p:pic>
        <p:nvPicPr>
          <p:cNvPr id="3" name="Picture 2"/>
          <p:cNvPicPr>
            <a:picLocks noChangeAspect="1"/>
          </p:cNvPicPr>
          <p:nvPr userDrawn="1"/>
        </p:nvPicPr>
        <p:blipFill>
          <a:blip r:embed="rId2" cstate="print"/>
          <a:stretch>
            <a:fillRect/>
          </a:stretch>
        </p:blipFill>
        <p:spPr>
          <a:xfrm>
            <a:off x="0" y="0"/>
            <a:ext cx="9144000" cy="5143500"/>
          </a:xfrm>
          <a:prstGeom prst="rect">
            <a:avLst/>
          </a:prstGeom>
        </p:spPr>
      </p:pic>
      <p:sp>
        <p:nvSpPr>
          <p:cNvPr id="16" name="Subtitle 2"/>
          <p:cNvSpPr>
            <a:spLocks noGrp="1"/>
          </p:cNvSpPr>
          <p:nvPr>
            <p:ph type="subTitle" idx="1"/>
          </p:nvPr>
        </p:nvSpPr>
        <p:spPr>
          <a:xfrm>
            <a:off x="469496" y="3809526"/>
            <a:ext cx="4319105" cy="288131"/>
          </a:xfrm>
          <a:prstGeom prst="rect">
            <a:avLst/>
          </a:prstGeom>
        </p:spPr>
        <p:txBody>
          <a:bodyPr lIns="91420" tIns="45710" rIns="91420" bIns="45710" anchor="b" anchorCtr="0">
            <a:noAutofit/>
          </a:bodyPr>
          <a:lstStyle>
            <a:lvl1pPr marL="0" indent="0" algn="l">
              <a:buNone/>
              <a:defRPr sz="1200" b="0" i="0">
                <a:solidFill>
                  <a:schemeClr val="accent5"/>
                </a:solidFill>
                <a:latin typeface="+mn-lt"/>
                <a:cs typeface="CiscoSans"/>
              </a:defRPr>
            </a:lvl1pPr>
            <a:lvl2pPr marL="342900" indent="0" algn="ctr">
              <a:buNone/>
              <a:defRPr>
                <a:solidFill>
                  <a:schemeClr val="tx1">
                    <a:tint val="75000"/>
                  </a:schemeClr>
                </a:solidFill>
              </a:defRPr>
            </a:lvl2pPr>
            <a:lvl3pPr marL="685800" indent="0" algn="ctr">
              <a:buNone/>
              <a:defRPr>
                <a:solidFill>
                  <a:schemeClr val="tx1">
                    <a:tint val="75000"/>
                  </a:schemeClr>
                </a:solidFill>
              </a:defRPr>
            </a:lvl3pPr>
            <a:lvl4pPr marL="1028700" indent="0" algn="ctr">
              <a:buNone/>
              <a:defRPr>
                <a:solidFill>
                  <a:schemeClr val="tx1">
                    <a:tint val="75000"/>
                  </a:schemeClr>
                </a:solidFill>
              </a:defRPr>
            </a:lvl4pPr>
            <a:lvl5pPr marL="1371600" indent="0" algn="ctr">
              <a:buNone/>
              <a:defRPr>
                <a:solidFill>
                  <a:schemeClr val="tx1">
                    <a:tint val="75000"/>
                  </a:schemeClr>
                </a:solidFill>
              </a:defRPr>
            </a:lvl5pPr>
            <a:lvl6pPr marL="1714500" indent="0" algn="ctr">
              <a:buNone/>
              <a:defRPr>
                <a:solidFill>
                  <a:schemeClr val="tx1">
                    <a:tint val="75000"/>
                  </a:schemeClr>
                </a:solidFill>
              </a:defRPr>
            </a:lvl6pPr>
            <a:lvl7pPr marL="2057400" indent="0" algn="ctr">
              <a:buNone/>
              <a:defRPr>
                <a:solidFill>
                  <a:schemeClr val="tx1">
                    <a:tint val="75000"/>
                  </a:schemeClr>
                </a:solidFill>
              </a:defRPr>
            </a:lvl7pPr>
            <a:lvl8pPr marL="2400300" indent="0" algn="ctr">
              <a:buNone/>
              <a:defRPr>
                <a:solidFill>
                  <a:schemeClr val="tx1">
                    <a:tint val="75000"/>
                  </a:schemeClr>
                </a:solidFill>
              </a:defRPr>
            </a:lvl8pPr>
            <a:lvl9pPr marL="2742565" indent="0" algn="ctr">
              <a:buNone/>
              <a:defRPr>
                <a:solidFill>
                  <a:schemeClr val="tx1">
                    <a:tint val="75000"/>
                  </a:schemeClr>
                </a:solidFill>
              </a:defRPr>
            </a:lvl9pPr>
          </a:lstStyle>
          <a:p>
            <a:r>
              <a:rPr lang="en-US"/>
              <a:t>Click to edit Master subtitle style</a:t>
            </a:r>
            <a:endParaRPr lang="en-US" dirty="0"/>
          </a:p>
        </p:txBody>
      </p:sp>
      <p:sp>
        <p:nvSpPr>
          <p:cNvPr id="17" name="Text Placeholder 38"/>
          <p:cNvSpPr>
            <a:spLocks noGrp="1"/>
          </p:cNvSpPr>
          <p:nvPr>
            <p:ph type="body" sz="quarter" idx="11"/>
          </p:nvPr>
        </p:nvSpPr>
        <p:spPr>
          <a:xfrm>
            <a:off x="469496" y="4049523"/>
            <a:ext cx="4319105" cy="288131"/>
          </a:xfrm>
          <a:prstGeom prst="rect">
            <a:avLst/>
          </a:prstGeom>
        </p:spPr>
        <p:txBody>
          <a:bodyPr lIns="91420" tIns="45710" rIns="91420" bIns="45710"/>
          <a:lstStyle>
            <a:lvl1pPr marL="0" indent="0" algn="l">
              <a:buFontTx/>
              <a:buNone/>
              <a:defRPr lang="en-US" sz="1200" b="0" i="0" kern="1200" dirty="0" smtClean="0">
                <a:solidFill>
                  <a:schemeClr val="accent5"/>
                </a:solidFill>
                <a:latin typeface="+mn-lt"/>
                <a:ea typeface="+mn-ea"/>
                <a:cs typeface="CiscoSans ExtraLight" pitchFamily="34" charset="0"/>
              </a:defRPr>
            </a:lvl1pPr>
            <a:lvl2pPr>
              <a:buFontTx/>
              <a:buNone/>
              <a:defRPr lang="en-US" sz="1500" kern="1200" dirty="0" smtClean="0">
                <a:solidFill>
                  <a:schemeClr val="bg1"/>
                </a:solidFill>
                <a:latin typeface="+mj-lt"/>
                <a:ea typeface="+mn-ea"/>
                <a:cs typeface="+mn-cs"/>
              </a:defRPr>
            </a:lvl2pPr>
            <a:lvl3pPr>
              <a:buFontTx/>
              <a:buNone/>
              <a:defRPr lang="en-US" sz="1500" kern="1200" dirty="0" smtClean="0">
                <a:solidFill>
                  <a:schemeClr val="bg1"/>
                </a:solidFill>
                <a:latin typeface="+mj-lt"/>
                <a:ea typeface="+mn-ea"/>
                <a:cs typeface="+mn-cs"/>
              </a:defRPr>
            </a:lvl3pPr>
            <a:lvl4pPr>
              <a:buFontTx/>
              <a:buNone/>
              <a:defRPr lang="en-US" sz="1500" kern="1200" dirty="0" smtClean="0">
                <a:solidFill>
                  <a:schemeClr val="bg1"/>
                </a:solidFill>
                <a:latin typeface="+mj-lt"/>
                <a:ea typeface="+mn-ea"/>
                <a:cs typeface="+mn-cs"/>
              </a:defRPr>
            </a:lvl4pPr>
            <a:lvl5pPr>
              <a:buFontTx/>
              <a:buNone/>
              <a:defRPr lang="en-US" sz="1500" kern="1200" dirty="0" smtClean="0">
                <a:solidFill>
                  <a:schemeClr val="bg1"/>
                </a:solidFill>
                <a:latin typeface="+mj-lt"/>
                <a:ea typeface="+mn-ea"/>
                <a:cs typeface="+mn-cs"/>
              </a:defRPr>
            </a:lvl5pPr>
          </a:lstStyle>
          <a:p>
            <a:pPr lvl="0"/>
            <a:r>
              <a:rPr lang="en-US"/>
              <a:t>Click to edit Master text styles</a:t>
            </a:r>
            <a:endParaRPr lang="en-US"/>
          </a:p>
        </p:txBody>
      </p:sp>
      <p:sp>
        <p:nvSpPr>
          <p:cNvPr id="18" name="Text Placeholder 40"/>
          <p:cNvSpPr>
            <a:spLocks noGrp="1"/>
          </p:cNvSpPr>
          <p:nvPr>
            <p:ph type="body" sz="quarter" idx="12"/>
          </p:nvPr>
        </p:nvSpPr>
        <p:spPr>
          <a:xfrm>
            <a:off x="469496" y="4289520"/>
            <a:ext cx="4319105" cy="288131"/>
          </a:xfrm>
          <a:prstGeom prst="rect">
            <a:avLst/>
          </a:prstGeom>
        </p:spPr>
        <p:txBody>
          <a:bodyPr lIns="91420" tIns="45710" rIns="91420" bIns="45710"/>
          <a:lstStyle>
            <a:lvl1pPr marL="0" indent="0" algn="l">
              <a:buFontTx/>
              <a:buNone/>
              <a:defRPr lang="en-US" sz="1200" b="0" i="0" kern="1200" dirty="0" smtClean="0">
                <a:solidFill>
                  <a:schemeClr val="accent5"/>
                </a:solidFill>
                <a:latin typeface="+mn-lt"/>
                <a:ea typeface="+mn-ea"/>
                <a:cs typeface="CiscoSans ExtraLight" pitchFamily="34" charset="0"/>
              </a:defRPr>
            </a:lvl1pPr>
            <a:lvl2pPr>
              <a:buFontTx/>
              <a:buNone/>
              <a:defRPr lang="en-US" sz="1500" kern="1200" dirty="0" smtClean="0">
                <a:solidFill>
                  <a:schemeClr val="bg1"/>
                </a:solidFill>
                <a:latin typeface="+mj-lt"/>
                <a:ea typeface="+mn-ea"/>
                <a:cs typeface="+mn-cs"/>
              </a:defRPr>
            </a:lvl2pPr>
            <a:lvl3pPr>
              <a:buFontTx/>
              <a:buNone/>
              <a:defRPr lang="en-US" sz="1500" kern="1200" dirty="0" smtClean="0">
                <a:solidFill>
                  <a:schemeClr val="bg1"/>
                </a:solidFill>
                <a:latin typeface="+mj-lt"/>
                <a:ea typeface="+mn-ea"/>
                <a:cs typeface="+mn-cs"/>
              </a:defRPr>
            </a:lvl3pPr>
            <a:lvl4pPr>
              <a:buFontTx/>
              <a:buNone/>
              <a:defRPr lang="en-US" sz="1500" kern="1200" dirty="0" smtClean="0">
                <a:solidFill>
                  <a:schemeClr val="bg1"/>
                </a:solidFill>
                <a:latin typeface="+mj-lt"/>
                <a:ea typeface="+mn-ea"/>
                <a:cs typeface="+mn-cs"/>
              </a:defRPr>
            </a:lvl4pPr>
            <a:lvl5pPr>
              <a:buFontTx/>
              <a:buNone/>
              <a:defRPr lang="en-US" sz="1500" kern="1200" dirty="0" smtClean="0">
                <a:solidFill>
                  <a:schemeClr val="bg1"/>
                </a:solidFill>
                <a:latin typeface="+mj-lt"/>
                <a:ea typeface="+mn-ea"/>
                <a:cs typeface="+mn-cs"/>
              </a:defRPr>
            </a:lvl5pPr>
          </a:lstStyle>
          <a:p>
            <a:pPr lvl="0"/>
            <a:r>
              <a:rPr lang="en-US"/>
              <a:t>Click to edit Master text styles</a:t>
            </a:r>
            <a:endParaRPr lang="en-US"/>
          </a:p>
        </p:txBody>
      </p:sp>
      <p:sp>
        <p:nvSpPr>
          <p:cNvPr id="19" name="Text Placeholder 2"/>
          <p:cNvSpPr>
            <a:spLocks noGrp="1"/>
          </p:cNvSpPr>
          <p:nvPr>
            <p:ph type="body" sz="quarter" idx="13"/>
          </p:nvPr>
        </p:nvSpPr>
        <p:spPr>
          <a:xfrm>
            <a:off x="463292" y="2872236"/>
            <a:ext cx="5925246" cy="299001"/>
          </a:xfrm>
          <a:prstGeom prst="rect">
            <a:avLst/>
          </a:prstGeom>
        </p:spPr>
        <p:txBody>
          <a:bodyPr lIns="91420" tIns="45710" rIns="91420" bIns="45710"/>
          <a:lstStyle>
            <a:lvl1pPr marL="0" indent="0">
              <a:buFont typeface="Arial" panose="020B0604020202020204" pitchFamily="34" charset="0"/>
              <a:buNone/>
              <a:defRPr sz="2000" baseline="0">
                <a:solidFill>
                  <a:schemeClr val="bg2"/>
                </a:solidFill>
                <a:latin typeface="+mj-lt"/>
              </a:defRPr>
            </a:lvl1pPr>
            <a:lvl2pPr marL="304800" indent="0">
              <a:buNone/>
              <a:defRPr/>
            </a:lvl2pPr>
            <a:lvl3pPr marL="427355" indent="0">
              <a:buNone/>
              <a:defRPr/>
            </a:lvl3pPr>
            <a:lvl4pPr marL="516890" indent="0">
              <a:buNone/>
              <a:defRPr/>
            </a:lvl4pPr>
            <a:lvl5pPr marL="601345" indent="0">
              <a:buNone/>
              <a:defRPr/>
            </a:lvl5pPr>
          </a:lstStyle>
          <a:p>
            <a:pPr lvl="0"/>
            <a:r>
              <a:rPr lang="en-US"/>
              <a:t>Click to edit Master text styles</a:t>
            </a:r>
            <a:endParaRPr lang="en-US"/>
          </a:p>
        </p:txBody>
      </p:sp>
      <p:sp>
        <p:nvSpPr>
          <p:cNvPr id="20" name="Title 1"/>
          <p:cNvSpPr>
            <a:spLocks noGrp="1"/>
          </p:cNvSpPr>
          <p:nvPr>
            <p:ph type="ctrTitle"/>
          </p:nvPr>
        </p:nvSpPr>
        <p:spPr>
          <a:xfrm>
            <a:off x="425765" y="2300750"/>
            <a:ext cx="5955513" cy="644730"/>
          </a:xfrm>
          <a:prstGeom prst="rect">
            <a:avLst/>
          </a:prstGeom>
        </p:spPr>
        <p:txBody>
          <a:bodyPr anchor="b"/>
          <a:lstStyle>
            <a:lvl1pPr marL="0" indent="0" algn="l">
              <a:lnSpc>
                <a:spcPct val="90000"/>
              </a:lnSpc>
              <a:buFont typeface="Arial" panose="020B0604020202020204" pitchFamily="34" charset="0"/>
              <a:buNone/>
              <a:defRPr sz="3600" b="0" i="0" spc="0" baseline="0">
                <a:solidFill>
                  <a:srgbClr val="38C6F4"/>
                </a:solidFill>
                <a:latin typeface="+mj-lt"/>
                <a:cs typeface="CiscoSans Thin"/>
              </a:defRPr>
            </a:lvl1pPr>
          </a:lstStyle>
          <a:p>
            <a:r>
              <a:rPr lang="en-US"/>
              <a:t>Click to edit Master title style</a:t>
            </a:r>
            <a:endParaRPr lang="en-US" dirty="0"/>
          </a:p>
        </p:txBody>
      </p:sp>
      <p:grpSp>
        <p:nvGrpSpPr>
          <p:cNvPr id="6" name="Group 4"/>
          <p:cNvGrpSpPr>
            <a:grpSpLocks noChangeAspect="1"/>
          </p:cNvGrpSpPr>
          <p:nvPr userDrawn="1"/>
        </p:nvGrpSpPr>
        <p:grpSpPr bwMode="auto">
          <a:xfrm>
            <a:off x="492125" y="395288"/>
            <a:ext cx="796924" cy="423863"/>
            <a:chOff x="310" y="249"/>
            <a:chExt cx="502" cy="267"/>
          </a:xfrm>
          <a:solidFill>
            <a:schemeClr val="accent5"/>
          </a:solidFill>
        </p:grpSpPr>
        <p:sp>
          <p:nvSpPr>
            <p:cNvPr id="9" name="Rectangle 5"/>
            <p:cNvSpPr>
              <a:spLocks noChangeArrowheads="1"/>
            </p:cNvSpPr>
            <p:nvPr userDrawn="1"/>
          </p:nvSpPr>
          <p:spPr bwMode="auto">
            <a:xfrm>
              <a:off x="452" y="426"/>
              <a:ext cx="22" cy="88"/>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p>
              <a:endParaRPr lang="en-US" dirty="0"/>
            </a:p>
          </p:txBody>
        </p:sp>
        <p:sp>
          <p:nvSpPr>
            <p:cNvPr id="10" name="Freeform 6"/>
            <p:cNvSpPr/>
            <p:nvPr userDrawn="1"/>
          </p:nvSpPr>
          <p:spPr bwMode="auto">
            <a:xfrm>
              <a:off x="585" y="425"/>
              <a:ext cx="66" cy="91"/>
            </a:xfrm>
            <a:custGeom>
              <a:avLst/>
              <a:gdLst>
                <a:gd name="T0" fmla="*/ 51 w 51"/>
                <a:gd name="T1" fmla="*/ 20 h 69"/>
                <a:gd name="T2" fmla="*/ 37 w 51"/>
                <a:gd name="T3" fmla="*/ 16 h 69"/>
                <a:gd name="T4" fmla="*/ 18 w 51"/>
                <a:gd name="T5" fmla="*/ 34 h 69"/>
                <a:gd name="T6" fmla="*/ 37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7" y="16"/>
                  </a:cubicBezTo>
                  <a:cubicBezTo>
                    <a:pt x="26" y="16"/>
                    <a:pt x="18" y="24"/>
                    <a:pt x="18" y="34"/>
                  </a:cubicBezTo>
                  <a:cubicBezTo>
                    <a:pt x="18" y="44"/>
                    <a:pt x="25" y="52"/>
                    <a:pt x="37" y="52"/>
                  </a:cubicBezTo>
                  <a:cubicBezTo>
                    <a:pt x="45"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en-US" dirty="0"/>
            </a:p>
          </p:txBody>
        </p:sp>
        <p:sp>
          <p:nvSpPr>
            <p:cNvPr id="12" name="Freeform 7"/>
            <p:cNvSpPr/>
            <p:nvPr userDrawn="1"/>
          </p:nvSpPr>
          <p:spPr bwMode="auto">
            <a:xfrm>
              <a:off x="355" y="425"/>
              <a:ext cx="67" cy="91"/>
            </a:xfrm>
            <a:custGeom>
              <a:avLst/>
              <a:gdLst>
                <a:gd name="T0" fmla="*/ 51 w 51"/>
                <a:gd name="T1" fmla="*/ 20 h 69"/>
                <a:gd name="T2" fmla="*/ 36 w 51"/>
                <a:gd name="T3" fmla="*/ 16 h 69"/>
                <a:gd name="T4" fmla="*/ 18 w 51"/>
                <a:gd name="T5" fmla="*/ 34 h 69"/>
                <a:gd name="T6" fmla="*/ 36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6" y="16"/>
                  </a:cubicBezTo>
                  <a:cubicBezTo>
                    <a:pt x="25" y="16"/>
                    <a:pt x="18" y="24"/>
                    <a:pt x="18" y="34"/>
                  </a:cubicBezTo>
                  <a:cubicBezTo>
                    <a:pt x="18" y="44"/>
                    <a:pt x="25" y="52"/>
                    <a:pt x="36" y="52"/>
                  </a:cubicBezTo>
                  <a:cubicBezTo>
                    <a:pt x="44"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en-US" dirty="0"/>
            </a:p>
          </p:txBody>
        </p:sp>
        <p:sp>
          <p:nvSpPr>
            <p:cNvPr id="13" name="Freeform 8"/>
            <p:cNvSpPr>
              <a:spLocks noEditPoints="1"/>
            </p:cNvSpPr>
            <p:nvPr userDrawn="1"/>
          </p:nvSpPr>
          <p:spPr bwMode="auto">
            <a:xfrm>
              <a:off x="675" y="425"/>
              <a:ext cx="91" cy="91"/>
            </a:xfrm>
            <a:custGeom>
              <a:avLst/>
              <a:gdLst>
                <a:gd name="T0" fmla="*/ 70 w 70"/>
                <a:gd name="T1" fmla="*/ 34 h 69"/>
                <a:gd name="T2" fmla="*/ 35 w 70"/>
                <a:gd name="T3" fmla="*/ 69 h 69"/>
                <a:gd name="T4" fmla="*/ 0 w 70"/>
                <a:gd name="T5" fmla="*/ 34 h 69"/>
                <a:gd name="T6" fmla="*/ 35 w 70"/>
                <a:gd name="T7" fmla="*/ 0 h 69"/>
                <a:gd name="T8" fmla="*/ 70 w 70"/>
                <a:gd name="T9" fmla="*/ 34 h 69"/>
                <a:gd name="T10" fmla="*/ 35 w 70"/>
                <a:gd name="T11" fmla="*/ 17 h 69"/>
                <a:gd name="T12" fmla="*/ 18 w 70"/>
                <a:gd name="T13" fmla="*/ 34 h 69"/>
                <a:gd name="T14" fmla="*/ 35 w 70"/>
                <a:gd name="T15" fmla="*/ 52 h 69"/>
                <a:gd name="T16" fmla="*/ 52 w 70"/>
                <a:gd name="T17" fmla="*/ 34 h 69"/>
                <a:gd name="T18" fmla="*/ 35 w 70"/>
                <a:gd name="T19" fmla="*/ 17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70" h="69">
                  <a:moveTo>
                    <a:pt x="70" y="34"/>
                  </a:moveTo>
                  <a:cubicBezTo>
                    <a:pt x="70" y="53"/>
                    <a:pt x="56" y="69"/>
                    <a:pt x="35" y="69"/>
                  </a:cubicBezTo>
                  <a:cubicBezTo>
                    <a:pt x="14" y="69"/>
                    <a:pt x="0" y="53"/>
                    <a:pt x="0" y="34"/>
                  </a:cubicBezTo>
                  <a:cubicBezTo>
                    <a:pt x="0" y="15"/>
                    <a:pt x="14" y="0"/>
                    <a:pt x="35" y="0"/>
                  </a:cubicBezTo>
                  <a:cubicBezTo>
                    <a:pt x="56" y="0"/>
                    <a:pt x="70" y="15"/>
                    <a:pt x="70" y="34"/>
                  </a:cubicBezTo>
                  <a:close/>
                  <a:moveTo>
                    <a:pt x="35" y="17"/>
                  </a:moveTo>
                  <a:cubicBezTo>
                    <a:pt x="25" y="17"/>
                    <a:pt x="18" y="25"/>
                    <a:pt x="18" y="34"/>
                  </a:cubicBezTo>
                  <a:cubicBezTo>
                    <a:pt x="18" y="44"/>
                    <a:pt x="25" y="52"/>
                    <a:pt x="35" y="52"/>
                  </a:cubicBezTo>
                  <a:cubicBezTo>
                    <a:pt x="45" y="52"/>
                    <a:pt x="52" y="44"/>
                    <a:pt x="52" y="34"/>
                  </a:cubicBezTo>
                  <a:cubicBezTo>
                    <a:pt x="52" y="25"/>
                    <a:pt x="45" y="17"/>
                    <a:pt x="35" y="17"/>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en-US" dirty="0"/>
            </a:p>
          </p:txBody>
        </p:sp>
        <p:sp>
          <p:nvSpPr>
            <p:cNvPr id="14" name="Freeform 9"/>
            <p:cNvSpPr/>
            <p:nvPr userDrawn="1"/>
          </p:nvSpPr>
          <p:spPr bwMode="auto">
            <a:xfrm>
              <a:off x="503" y="425"/>
              <a:ext cx="60" cy="91"/>
            </a:xfrm>
            <a:custGeom>
              <a:avLst/>
              <a:gdLst>
                <a:gd name="T0" fmla="*/ 42 w 46"/>
                <a:gd name="T1" fmla="*/ 16 h 69"/>
                <a:gd name="T2" fmla="*/ 29 w 46"/>
                <a:gd name="T3" fmla="*/ 14 h 69"/>
                <a:gd name="T4" fmla="*/ 18 w 46"/>
                <a:gd name="T5" fmla="*/ 20 h 69"/>
                <a:gd name="T6" fmla="*/ 26 w 46"/>
                <a:gd name="T7" fmla="*/ 26 h 69"/>
                <a:gd name="T8" fmla="*/ 30 w 46"/>
                <a:gd name="T9" fmla="*/ 27 h 69"/>
                <a:gd name="T10" fmla="*/ 46 w 46"/>
                <a:gd name="T11" fmla="*/ 47 h 69"/>
                <a:gd name="T12" fmla="*/ 19 w 46"/>
                <a:gd name="T13" fmla="*/ 69 h 69"/>
                <a:gd name="T14" fmla="*/ 1 w 46"/>
                <a:gd name="T15" fmla="*/ 67 h 69"/>
                <a:gd name="T16" fmla="*/ 1 w 46"/>
                <a:gd name="T17" fmla="*/ 52 h 69"/>
                <a:gd name="T18" fmla="*/ 16 w 46"/>
                <a:gd name="T19" fmla="*/ 54 h 69"/>
                <a:gd name="T20" fmla="*/ 29 w 46"/>
                <a:gd name="T21" fmla="*/ 48 h 69"/>
                <a:gd name="T22" fmla="*/ 21 w 46"/>
                <a:gd name="T23" fmla="*/ 41 h 69"/>
                <a:gd name="T24" fmla="*/ 18 w 46"/>
                <a:gd name="T25" fmla="*/ 40 h 69"/>
                <a:gd name="T26" fmla="*/ 0 w 46"/>
                <a:gd name="T27" fmla="*/ 21 h 69"/>
                <a:gd name="T28" fmla="*/ 25 w 46"/>
                <a:gd name="T29" fmla="*/ 0 h 69"/>
                <a:gd name="T30" fmla="*/ 42 w 46"/>
                <a:gd name="T31" fmla="*/ 2 h 69"/>
                <a:gd name="T32" fmla="*/ 42 w 46"/>
                <a:gd name="T33" fmla="*/ 16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46" h="69">
                  <a:moveTo>
                    <a:pt x="42" y="16"/>
                  </a:moveTo>
                  <a:cubicBezTo>
                    <a:pt x="41" y="16"/>
                    <a:pt x="34" y="14"/>
                    <a:pt x="29" y="14"/>
                  </a:cubicBezTo>
                  <a:cubicBezTo>
                    <a:pt x="22" y="14"/>
                    <a:pt x="18" y="16"/>
                    <a:pt x="18" y="20"/>
                  </a:cubicBezTo>
                  <a:cubicBezTo>
                    <a:pt x="18" y="24"/>
                    <a:pt x="23" y="25"/>
                    <a:pt x="26" y="26"/>
                  </a:cubicBezTo>
                  <a:cubicBezTo>
                    <a:pt x="30" y="27"/>
                    <a:pt x="30" y="27"/>
                    <a:pt x="30" y="27"/>
                  </a:cubicBezTo>
                  <a:cubicBezTo>
                    <a:pt x="41" y="31"/>
                    <a:pt x="46" y="38"/>
                    <a:pt x="46" y="47"/>
                  </a:cubicBezTo>
                  <a:cubicBezTo>
                    <a:pt x="46" y="63"/>
                    <a:pt x="32" y="69"/>
                    <a:pt x="19" y="69"/>
                  </a:cubicBezTo>
                  <a:cubicBezTo>
                    <a:pt x="10" y="69"/>
                    <a:pt x="1" y="67"/>
                    <a:pt x="1" y="67"/>
                  </a:cubicBezTo>
                  <a:cubicBezTo>
                    <a:pt x="1" y="52"/>
                    <a:pt x="1" y="52"/>
                    <a:pt x="1" y="52"/>
                  </a:cubicBezTo>
                  <a:cubicBezTo>
                    <a:pt x="2" y="52"/>
                    <a:pt x="9" y="54"/>
                    <a:pt x="16" y="54"/>
                  </a:cubicBezTo>
                  <a:cubicBezTo>
                    <a:pt x="25" y="54"/>
                    <a:pt x="29" y="52"/>
                    <a:pt x="29" y="48"/>
                  </a:cubicBezTo>
                  <a:cubicBezTo>
                    <a:pt x="29" y="45"/>
                    <a:pt x="25" y="43"/>
                    <a:pt x="21" y="41"/>
                  </a:cubicBezTo>
                  <a:cubicBezTo>
                    <a:pt x="20" y="41"/>
                    <a:pt x="19" y="41"/>
                    <a:pt x="18" y="40"/>
                  </a:cubicBezTo>
                  <a:cubicBezTo>
                    <a:pt x="8" y="37"/>
                    <a:pt x="0" y="32"/>
                    <a:pt x="0" y="21"/>
                  </a:cubicBezTo>
                  <a:cubicBezTo>
                    <a:pt x="0" y="8"/>
                    <a:pt x="10" y="0"/>
                    <a:pt x="25" y="0"/>
                  </a:cubicBezTo>
                  <a:cubicBezTo>
                    <a:pt x="34" y="0"/>
                    <a:pt x="41" y="2"/>
                    <a:pt x="42" y="2"/>
                  </a:cubicBezTo>
                  <a:lnTo>
                    <a:pt x="42" y="16"/>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en-US" dirty="0"/>
            </a:p>
          </p:txBody>
        </p:sp>
        <p:sp>
          <p:nvSpPr>
            <p:cNvPr id="15" name="Freeform 10"/>
            <p:cNvSpPr/>
            <p:nvPr userDrawn="1"/>
          </p:nvSpPr>
          <p:spPr bwMode="auto">
            <a:xfrm>
              <a:off x="31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en-US" dirty="0"/>
            </a:p>
          </p:txBody>
        </p:sp>
        <p:sp>
          <p:nvSpPr>
            <p:cNvPr id="21" name="Freeform 11"/>
            <p:cNvSpPr/>
            <p:nvPr userDrawn="1"/>
          </p:nvSpPr>
          <p:spPr bwMode="auto">
            <a:xfrm>
              <a:off x="37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en-US" dirty="0"/>
            </a:p>
          </p:txBody>
        </p:sp>
        <p:sp>
          <p:nvSpPr>
            <p:cNvPr id="22" name="Freeform 12"/>
            <p:cNvSpPr/>
            <p:nvPr userDrawn="1"/>
          </p:nvSpPr>
          <p:spPr bwMode="auto">
            <a:xfrm>
              <a:off x="430" y="249"/>
              <a:ext cx="22" cy="139"/>
            </a:xfrm>
            <a:custGeom>
              <a:avLst/>
              <a:gdLst>
                <a:gd name="T0" fmla="*/ 17 w 17"/>
                <a:gd name="T1" fmla="*/ 8 h 106"/>
                <a:gd name="T2" fmla="*/ 8 w 17"/>
                <a:gd name="T3" fmla="*/ 0 h 106"/>
                <a:gd name="T4" fmla="*/ 0 w 17"/>
                <a:gd name="T5" fmla="*/ 8 h 106"/>
                <a:gd name="T6" fmla="*/ 0 w 17"/>
                <a:gd name="T7" fmla="*/ 97 h 106"/>
                <a:gd name="T8" fmla="*/ 8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8" y="0"/>
                  </a:cubicBezTo>
                  <a:cubicBezTo>
                    <a:pt x="4" y="0"/>
                    <a:pt x="0" y="4"/>
                    <a:pt x="0" y="8"/>
                  </a:cubicBezTo>
                  <a:cubicBezTo>
                    <a:pt x="0" y="97"/>
                    <a:pt x="0" y="97"/>
                    <a:pt x="0" y="97"/>
                  </a:cubicBezTo>
                  <a:cubicBezTo>
                    <a:pt x="0" y="102"/>
                    <a:pt x="4" y="106"/>
                    <a:pt x="8"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en-US" dirty="0"/>
            </a:p>
          </p:txBody>
        </p:sp>
        <p:sp>
          <p:nvSpPr>
            <p:cNvPr id="23" name="Freeform 13"/>
            <p:cNvSpPr/>
            <p:nvPr userDrawn="1"/>
          </p:nvSpPr>
          <p:spPr bwMode="auto">
            <a:xfrm>
              <a:off x="49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en-US" dirty="0"/>
            </a:p>
          </p:txBody>
        </p:sp>
        <p:sp>
          <p:nvSpPr>
            <p:cNvPr id="24" name="Freeform 14"/>
            <p:cNvSpPr/>
            <p:nvPr userDrawn="1"/>
          </p:nvSpPr>
          <p:spPr bwMode="auto">
            <a:xfrm>
              <a:off x="55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en-US" dirty="0"/>
            </a:p>
          </p:txBody>
        </p:sp>
        <p:sp>
          <p:nvSpPr>
            <p:cNvPr id="25" name="Freeform 15"/>
            <p:cNvSpPr/>
            <p:nvPr userDrawn="1"/>
          </p:nvSpPr>
          <p:spPr bwMode="auto">
            <a:xfrm>
              <a:off x="61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en-US" dirty="0"/>
            </a:p>
          </p:txBody>
        </p:sp>
        <p:sp>
          <p:nvSpPr>
            <p:cNvPr id="26" name="Freeform 16"/>
            <p:cNvSpPr/>
            <p:nvPr userDrawn="1"/>
          </p:nvSpPr>
          <p:spPr bwMode="auto">
            <a:xfrm>
              <a:off x="670" y="249"/>
              <a:ext cx="22" cy="139"/>
            </a:xfrm>
            <a:custGeom>
              <a:avLst/>
              <a:gdLst>
                <a:gd name="T0" fmla="*/ 17 w 17"/>
                <a:gd name="T1" fmla="*/ 8 h 106"/>
                <a:gd name="T2" fmla="*/ 9 w 17"/>
                <a:gd name="T3" fmla="*/ 0 h 106"/>
                <a:gd name="T4" fmla="*/ 0 w 17"/>
                <a:gd name="T5" fmla="*/ 8 h 106"/>
                <a:gd name="T6" fmla="*/ 0 w 17"/>
                <a:gd name="T7" fmla="*/ 97 h 106"/>
                <a:gd name="T8" fmla="*/ 9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9" y="0"/>
                  </a:cubicBezTo>
                  <a:cubicBezTo>
                    <a:pt x="4" y="0"/>
                    <a:pt x="0" y="4"/>
                    <a:pt x="0" y="8"/>
                  </a:cubicBezTo>
                  <a:cubicBezTo>
                    <a:pt x="0" y="97"/>
                    <a:pt x="0" y="97"/>
                    <a:pt x="0" y="97"/>
                  </a:cubicBezTo>
                  <a:cubicBezTo>
                    <a:pt x="0" y="102"/>
                    <a:pt x="4" y="106"/>
                    <a:pt x="9"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en-US" dirty="0"/>
            </a:p>
          </p:txBody>
        </p:sp>
        <p:sp>
          <p:nvSpPr>
            <p:cNvPr id="27" name="Freeform 17"/>
            <p:cNvSpPr/>
            <p:nvPr userDrawn="1"/>
          </p:nvSpPr>
          <p:spPr bwMode="auto">
            <a:xfrm>
              <a:off x="73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en-US" dirty="0"/>
            </a:p>
          </p:txBody>
        </p:sp>
        <p:sp>
          <p:nvSpPr>
            <p:cNvPr id="28" name="Freeform 18"/>
            <p:cNvSpPr/>
            <p:nvPr userDrawn="1"/>
          </p:nvSpPr>
          <p:spPr bwMode="auto">
            <a:xfrm>
              <a:off x="790" y="321"/>
              <a:ext cx="22" cy="45"/>
            </a:xfrm>
            <a:custGeom>
              <a:avLst/>
              <a:gdLst>
                <a:gd name="T0" fmla="*/ 17 w 17"/>
                <a:gd name="T1" fmla="*/ 8 h 34"/>
                <a:gd name="T2" fmla="*/ 9 w 17"/>
                <a:gd name="T3" fmla="*/ 0 h 34"/>
                <a:gd name="T4" fmla="*/ 0 w 17"/>
                <a:gd name="T5" fmla="*/ 8 h 34"/>
                <a:gd name="T6" fmla="*/ 0 w 17"/>
                <a:gd name="T7" fmla="*/ 26 h 34"/>
                <a:gd name="T8" fmla="*/ 9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9" y="0"/>
                  </a:cubicBezTo>
                  <a:cubicBezTo>
                    <a:pt x="4" y="0"/>
                    <a:pt x="0" y="3"/>
                    <a:pt x="0" y="8"/>
                  </a:cubicBezTo>
                  <a:cubicBezTo>
                    <a:pt x="0" y="26"/>
                    <a:pt x="0" y="26"/>
                    <a:pt x="0" y="26"/>
                  </a:cubicBezTo>
                  <a:cubicBezTo>
                    <a:pt x="0" y="30"/>
                    <a:pt x="4" y="34"/>
                    <a:pt x="9"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en-US" dirty="0"/>
            </a:p>
          </p:txBody>
        </p:sp>
      </p:grpSp>
    </p:spTree>
  </p:cSld>
  <p:clrMapOvr>
    <a:masterClrMapping/>
  </p:clrMapOvr>
  <p:transition spd="slow">
    <p:wipe/>
  </p:transition>
</p:sldLayout>
</file>

<file path=ppt/slideLayouts/slideLayout2.xml><?xml version="1.0" encoding="utf-8"?>
<p:sldLayout xmlns:a="http://schemas.openxmlformats.org/drawingml/2006/main" xmlns:r="http://schemas.openxmlformats.org/officeDocument/2006/relationships" xmlns:p="http://schemas.openxmlformats.org/presentationml/2006/main" preserve="1" showMasterSp="0" userDrawn="1">
  <p:cSld name="5_Title Slide-animated gradient">
    <p:bg>
      <p:bgPr>
        <a:solidFill>
          <a:schemeClr val="accent5"/>
        </a:solidFill>
        <a:effectLst/>
      </p:bgPr>
    </p:bg>
    <p:spTree>
      <p:nvGrpSpPr>
        <p:cNvPr id="1" name=""/>
        <p:cNvGrpSpPr/>
        <p:nvPr/>
      </p:nvGrpSpPr>
      <p:grpSpPr>
        <a:xfrm>
          <a:off x="0" y="0"/>
          <a:ext cx="0" cy="0"/>
          <a:chOff x="0" y="0"/>
          <a:chExt cx="0" cy="0"/>
        </a:xfrm>
      </p:grpSpPr>
      <p:sp>
        <p:nvSpPr>
          <p:cNvPr id="16" name="Subtitle 2"/>
          <p:cNvSpPr>
            <a:spLocks noGrp="1"/>
          </p:cNvSpPr>
          <p:nvPr>
            <p:ph type="subTitle" idx="1"/>
          </p:nvPr>
        </p:nvSpPr>
        <p:spPr>
          <a:xfrm>
            <a:off x="469496" y="3809526"/>
            <a:ext cx="4319105" cy="288131"/>
          </a:xfrm>
          <a:prstGeom prst="rect">
            <a:avLst/>
          </a:prstGeom>
        </p:spPr>
        <p:txBody>
          <a:bodyPr lIns="91420" tIns="45710" rIns="91420" bIns="45710" anchor="b" anchorCtr="0">
            <a:noAutofit/>
          </a:bodyPr>
          <a:lstStyle>
            <a:lvl1pPr marL="0" indent="0" algn="l">
              <a:buNone/>
              <a:defRPr sz="1200" b="0" i="0">
                <a:solidFill>
                  <a:schemeClr val="accent1"/>
                </a:solidFill>
                <a:latin typeface="+mn-lt"/>
                <a:cs typeface="CiscoSans"/>
              </a:defRPr>
            </a:lvl1pPr>
            <a:lvl2pPr marL="342900" indent="0" algn="ctr">
              <a:buNone/>
              <a:defRPr>
                <a:solidFill>
                  <a:schemeClr val="tx1">
                    <a:tint val="75000"/>
                  </a:schemeClr>
                </a:solidFill>
              </a:defRPr>
            </a:lvl2pPr>
            <a:lvl3pPr marL="685800" indent="0" algn="ctr">
              <a:buNone/>
              <a:defRPr>
                <a:solidFill>
                  <a:schemeClr val="tx1">
                    <a:tint val="75000"/>
                  </a:schemeClr>
                </a:solidFill>
              </a:defRPr>
            </a:lvl3pPr>
            <a:lvl4pPr marL="1028700" indent="0" algn="ctr">
              <a:buNone/>
              <a:defRPr>
                <a:solidFill>
                  <a:schemeClr val="tx1">
                    <a:tint val="75000"/>
                  </a:schemeClr>
                </a:solidFill>
              </a:defRPr>
            </a:lvl4pPr>
            <a:lvl5pPr marL="1371600" indent="0" algn="ctr">
              <a:buNone/>
              <a:defRPr>
                <a:solidFill>
                  <a:schemeClr val="tx1">
                    <a:tint val="75000"/>
                  </a:schemeClr>
                </a:solidFill>
              </a:defRPr>
            </a:lvl5pPr>
            <a:lvl6pPr marL="1714500" indent="0" algn="ctr">
              <a:buNone/>
              <a:defRPr>
                <a:solidFill>
                  <a:schemeClr val="tx1">
                    <a:tint val="75000"/>
                  </a:schemeClr>
                </a:solidFill>
              </a:defRPr>
            </a:lvl6pPr>
            <a:lvl7pPr marL="2057400" indent="0" algn="ctr">
              <a:buNone/>
              <a:defRPr>
                <a:solidFill>
                  <a:schemeClr val="tx1">
                    <a:tint val="75000"/>
                  </a:schemeClr>
                </a:solidFill>
              </a:defRPr>
            </a:lvl7pPr>
            <a:lvl8pPr marL="2400300" indent="0" algn="ctr">
              <a:buNone/>
              <a:defRPr>
                <a:solidFill>
                  <a:schemeClr val="tx1">
                    <a:tint val="75000"/>
                  </a:schemeClr>
                </a:solidFill>
              </a:defRPr>
            </a:lvl8pPr>
            <a:lvl9pPr marL="2742565" indent="0" algn="ctr">
              <a:buNone/>
              <a:defRPr>
                <a:solidFill>
                  <a:schemeClr val="tx1">
                    <a:tint val="75000"/>
                  </a:schemeClr>
                </a:solidFill>
              </a:defRPr>
            </a:lvl9pPr>
          </a:lstStyle>
          <a:p>
            <a:r>
              <a:rPr lang="en-US"/>
              <a:t>Click to edit Master subtitle style</a:t>
            </a:r>
            <a:endParaRPr lang="en-US" dirty="0"/>
          </a:p>
        </p:txBody>
      </p:sp>
      <p:sp>
        <p:nvSpPr>
          <p:cNvPr id="17" name="Text Placeholder 38"/>
          <p:cNvSpPr>
            <a:spLocks noGrp="1"/>
          </p:cNvSpPr>
          <p:nvPr>
            <p:ph type="body" sz="quarter" idx="11"/>
          </p:nvPr>
        </p:nvSpPr>
        <p:spPr>
          <a:xfrm>
            <a:off x="469496" y="4049523"/>
            <a:ext cx="4319105" cy="288131"/>
          </a:xfrm>
          <a:prstGeom prst="rect">
            <a:avLst/>
          </a:prstGeom>
        </p:spPr>
        <p:txBody>
          <a:bodyPr lIns="91420" tIns="45710" rIns="91420" bIns="45710"/>
          <a:lstStyle>
            <a:lvl1pPr marL="0" indent="0" algn="l">
              <a:buFontTx/>
              <a:buNone/>
              <a:defRPr lang="en-US" sz="1200" b="0" i="0" kern="1200" dirty="0" smtClean="0">
                <a:solidFill>
                  <a:schemeClr val="accent1"/>
                </a:solidFill>
                <a:latin typeface="+mn-lt"/>
                <a:ea typeface="+mn-ea"/>
                <a:cs typeface="CiscoSans ExtraLight" pitchFamily="34" charset="0"/>
              </a:defRPr>
            </a:lvl1pPr>
            <a:lvl2pPr>
              <a:buFontTx/>
              <a:buNone/>
              <a:defRPr lang="en-US" sz="1500" kern="1200" dirty="0" smtClean="0">
                <a:solidFill>
                  <a:schemeClr val="bg1"/>
                </a:solidFill>
                <a:latin typeface="+mj-lt"/>
                <a:ea typeface="+mn-ea"/>
                <a:cs typeface="+mn-cs"/>
              </a:defRPr>
            </a:lvl2pPr>
            <a:lvl3pPr>
              <a:buFontTx/>
              <a:buNone/>
              <a:defRPr lang="en-US" sz="1500" kern="1200" dirty="0" smtClean="0">
                <a:solidFill>
                  <a:schemeClr val="bg1"/>
                </a:solidFill>
                <a:latin typeface="+mj-lt"/>
                <a:ea typeface="+mn-ea"/>
                <a:cs typeface="+mn-cs"/>
              </a:defRPr>
            </a:lvl3pPr>
            <a:lvl4pPr>
              <a:buFontTx/>
              <a:buNone/>
              <a:defRPr lang="en-US" sz="1500" kern="1200" dirty="0" smtClean="0">
                <a:solidFill>
                  <a:schemeClr val="bg1"/>
                </a:solidFill>
                <a:latin typeface="+mj-lt"/>
                <a:ea typeface="+mn-ea"/>
                <a:cs typeface="+mn-cs"/>
              </a:defRPr>
            </a:lvl4pPr>
            <a:lvl5pPr>
              <a:buFontTx/>
              <a:buNone/>
              <a:defRPr lang="en-US" sz="1500" kern="1200" dirty="0" smtClean="0">
                <a:solidFill>
                  <a:schemeClr val="bg1"/>
                </a:solidFill>
                <a:latin typeface="+mj-lt"/>
                <a:ea typeface="+mn-ea"/>
                <a:cs typeface="+mn-cs"/>
              </a:defRPr>
            </a:lvl5pPr>
          </a:lstStyle>
          <a:p>
            <a:pPr lvl="0"/>
            <a:r>
              <a:rPr lang="en-US"/>
              <a:t>Click to edit Master text styles</a:t>
            </a:r>
            <a:endParaRPr lang="en-US"/>
          </a:p>
        </p:txBody>
      </p:sp>
      <p:sp>
        <p:nvSpPr>
          <p:cNvPr id="18" name="Text Placeholder 40"/>
          <p:cNvSpPr>
            <a:spLocks noGrp="1"/>
          </p:cNvSpPr>
          <p:nvPr>
            <p:ph type="body" sz="quarter" idx="12"/>
          </p:nvPr>
        </p:nvSpPr>
        <p:spPr>
          <a:xfrm>
            <a:off x="469496" y="4289520"/>
            <a:ext cx="4319105" cy="288131"/>
          </a:xfrm>
          <a:prstGeom prst="rect">
            <a:avLst/>
          </a:prstGeom>
        </p:spPr>
        <p:txBody>
          <a:bodyPr lIns="91420" tIns="45710" rIns="91420" bIns="45710"/>
          <a:lstStyle>
            <a:lvl1pPr marL="0" indent="0" algn="l">
              <a:buFontTx/>
              <a:buNone/>
              <a:defRPr lang="en-US" sz="1200" b="0" i="0" kern="1200" dirty="0" smtClean="0">
                <a:solidFill>
                  <a:schemeClr val="accent1"/>
                </a:solidFill>
                <a:latin typeface="+mn-lt"/>
                <a:ea typeface="+mn-ea"/>
                <a:cs typeface="CiscoSans ExtraLight" pitchFamily="34" charset="0"/>
              </a:defRPr>
            </a:lvl1pPr>
            <a:lvl2pPr>
              <a:buFontTx/>
              <a:buNone/>
              <a:defRPr lang="en-US" sz="1500" kern="1200" dirty="0" smtClean="0">
                <a:solidFill>
                  <a:schemeClr val="bg1"/>
                </a:solidFill>
                <a:latin typeface="+mj-lt"/>
                <a:ea typeface="+mn-ea"/>
                <a:cs typeface="+mn-cs"/>
              </a:defRPr>
            </a:lvl2pPr>
            <a:lvl3pPr>
              <a:buFontTx/>
              <a:buNone/>
              <a:defRPr lang="en-US" sz="1500" kern="1200" dirty="0" smtClean="0">
                <a:solidFill>
                  <a:schemeClr val="bg1"/>
                </a:solidFill>
                <a:latin typeface="+mj-lt"/>
                <a:ea typeface="+mn-ea"/>
                <a:cs typeface="+mn-cs"/>
              </a:defRPr>
            </a:lvl3pPr>
            <a:lvl4pPr>
              <a:buFontTx/>
              <a:buNone/>
              <a:defRPr lang="en-US" sz="1500" kern="1200" dirty="0" smtClean="0">
                <a:solidFill>
                  <a:schemeClr val="bg1"/>
                </a:solidFill>
                <a:latin typeface="+mj-lt"/>
                <a:ea typeface="+mn-ea"/>
                <a:cs typeface="+mn-cs"/>
              </a:defRPr>
            </a:lvl4pPr>
            <a:lvl5pPr>
              <a:buFontTx/>
              <a:buNone/>
              <a:defRPr lang="en-US" sz="1500" kern="1200" dirty="0" smtClean="0">
                <a:solidFill>
                  <a:schemeClr val="bg1"/>
                </a:solidFill>
                <a:latin typeface="+mj-lt"/>
                <a:ea typeface="+mn-ea"/>
                <a:cs typeface="+mn-cs"/>
              </a:defRPr>
            </a:lvl5pPr>
          </a:lstStyle>
          <a:p>
            <a:pPr lvl="0"/>
            <a:r>
              <a:rPr lang="en-US"/>
              <a:t>Click to edit Master text styles</a:t>
            </a:r>
            <a:endParaRPr lang="en-US"/>
          </a:p>
        </p:txBody>
      </p:sp>
      <p:grpSp>
        <p:nvGrpSpPr>
          <p:cNvPr id="6" name="Group 4"/>
          <p:cNvGrpSpPr>
            <a:grpSpLocks noChangeAspect="1"/>
          </p:cNvGrpSpPr>
          <p:nvPr userDrawn="1"/>
        </p:nvGrpSpPr>
        <p:grpSpPr bwMode="auto">
          <a:xfrm>
            <a:off x="492125" y="395288"/>
            <a:ext cx="796924" cy="423863"/>
            <a:chOff x="310" y="249"/>
            <a:chExt cx="502" cy="267"/>
          </a:xfrm>
          <a:solidFill>
            <a:srgbClr val="004C69"/>
          </a:solidFill>
        </p:grpSpPr>
        <p:sp>
          <p:nvSpPr>
            <p:cNvPr id="9" name="Rectangle 5"/>
            <p:cNvSpPr>
              <a:spLocks noChangeArrowheads="1"/>
            </p:cNvSpPr>
            <p:nvPr userDrawn="1"/>
          </p:nvSpPr>
          <p:spPr bwMode="auto">
            <a:xfrm>
              <a:off x="452" y="426"/>
              <a:ext cx="22" cy="88"/>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p>
              <a:endParaRPr lang="en-US" dirty="0"/>
            </a:p>
          </p:txBody>
        </p:sp>
        <p:sp>
          <p:nvSpPr>
            <p:cNvPr id="10" name="Freeform 6"/>
            <p:cNvSpPr/>
            <p:nvPr userDrawn="1"/>
          </p:nvSpPr>
          <p:spPr bwMode="auto">
            <a:xfrm>
              <a:off x="585" y="425"/>
              <a:ext cx="66" cy="91"/>
            </a:xfrm>
            <a:custGeom>
              <a:avLst/>
              <a:gdLst>
                <a:gd name="T0" fmla="*/ 51 w 51"/>
                <a:gd name="T1" fmla="*/ 20 h 69"/>
                <a:gd name="T2" fmla="*/ 37 w 51"/>
                <a:gd name="T3" fmla="*/ 16 h 69"/>
                <a:gd name="T4" fmla="*/ 18 w 51"/>
                <a:gd name="T5" fmla="*/ 34 h 69"/>
                <a:gd name="T6" fmla="*/ 37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7" y="16"/>
                  </a:cubicBezTo>
                  <a:cubicBezTo>
                    <a:pt x="26" y="16"/>
                    <a:pt x="18" y="24"/>
                    <a:pt x="18" y="34"/>
                  </a:cubicBezTo>
                  <a:cubicBezTo>
                    <a:pt x="18" y="44"/>
                    <a:pt x="25" y="52"/>
                    <a:pt x="37" y="52"/>
                  </a:cubicBezTo>
                  <a:cubicBezTo>
                    <a:pt x="45"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en-US" dirty="0"/>
            </a:p>
          </p:txBody>
        </p:sp>
        <p:sp>
          <p:nvSpPr>
            <p:cNvPr id="12" name="Freeform 7"/>
            <p:cNvSpPr/>
            <p:nvPr userDrawn="1"/>
          </p:nvSpPr>
          <p:spPr bwMode="auto">
            <a:xfrm>
              <a:off x="355" y="425"/>
              <a:ext cx="67" cy="91"/>
            </a:xfrm>
            <a:custGeom>
              <a:avLst/>
              <a:gdLst>
                <a:gd name="T0" fmla="*/ 51 w 51"/>
                <a:gd name="T1" fmla="*/ 20 h 69"/>
                <a:gd name="T2" fmla="*/ 36 w 51"/>
                <a:gd name="T3" fmla="*/ 16 h 69"/>
                <a:gd name="T4" fmla="*/ 18 w 51"/>
                <a:gd name="T5" fmla="*/ 34 h 69"/>
                <a:gd name="T6" fmla="*/ 36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6" y="16"/>
                  </a:cubicBezTo>
                  <a:cubicBezTo>
                    <a:pt x="25" y="16"/>
                    <a:pt x="18" y="24"/>
                    <a:pt x="18" y="34"/>
                  </a:cubicBezTo>
                  <a:cubicBezTo>
                    <a:pt x="18" y="44"/>
                    <a:pt x="25" y="52"/>
                    <a:pt x="36" y="52"/>
                  </a:cubicBezTo>
                  <a:cubicBezTo>
                    <a:pt x="44"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en-US" dirty="0"/>
            </a:p>
          </p:txBody>
        </p:sp>
        <p:sp>
          <p:nvSpPr>
            <p:cNvPr id="13" name="Freeform 8"/>
            <p:cNvSpPr>
              <a:spLocks noEditPoints="1"/>
            </p:cNvSpPr>
            <p:nvPr userDrawn="1"/>
          </p:nvSpPr>
          <p:spPr bwMode="auto">
            <a:xfrm>
              <a:off x="675" y="425"/>
              <a:ext cx="91" cy="91"/>
            </a:xfrm>
            <a:custGeom>
              <a:avLst/>
              <a:gdLst>
                <a:gd name="T0" fmla="*/ 70 w 70"/>
                <a:gd name="T1" fmla="*/ 34 h 69"/>
                <a:gd name="T2" fmla="*/ 35 w 70"/>
                <a:gd name="T3" fmla="*/ 69 h 69"/>
                <a:gd name="T4" fmla="*/ 0 w 70"/>
                <a:gd name="T5" fmla="*/ 34 h 69"/>
                <a:gd name="T6" fmla="*/ 35 w 70"/>
                <a:gd name="T7" fmla="*/ 0 h 69"/>
                <a:gd name="T8" fmla="*/ 70 w 70"/>
                <a:gd name="T9" fmla="*/ 34 h 69"/>
                <a:gd name="T10" fmla="*/ 35 w 70"/>
                <a:gd name="T11" fmla="*/ 17 h 69"/>
                <a:gd name="T12" fmla="*/ 18 w 70"/>
                <a:gd name="T13" fmla="*/ 34 h 69"/>
                <a:gd name="T14" fmla="*/ 35 w 70"/>
                <a:gd name="T15" fmla="*/ 52 h 69"/>
                <a:gd name="T16" fmla="*/ 52 w 70"/>
                <a:gd name="T17" fmla="*/ 34 h 69"/>
                <a:gd name="T18" fmla="*/ 35 w 70"/>
                <a:gd name="T19" fmla="*/ 17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70" h="69">
                  <a:moveTo>
                    <a:pt x="70" y="34"/>
                  </a:moveTo>
                  <a:cubicBezTo>
                    <a:pt x="70" y="53"/>
                    <a:pt x="56" y="69"/>
                    <a:pt x="35" y="69"/>
                  </a:cubicBezTo>
                  <a:cubicBezTo>
                    <a:pt x="14" y="69"/>
                    <a:pt x="0" y="53"/>
                    <a:pt x="0" y="34"/>
                  </a:cubicBezTo>
                  <a:cubicBezTo>
                    <a:pt x="0" y="15"/>
                    <a:pt x="14" y="0"/>
                    <a:pt x="35" y="0"/>
                  </a:cubicBezTo>
                  <a:cubicBezTo>
                    <a:pt x="56" y="0"/>
                    <a:pt x="70" y="15"/>
                    <a:pt x="70" y="34"/>
                  </a:cubicBezTo>
                  <a:close/>
                  <a:moveTo>
                    <a:pt x="35" y="17"/>
                  </a:moveTo>
                  <a:cubicBezTo>
                    <a:pt x="25" y="17"/>
                    <a:pt x="18" y="25"/>
                    <a:pt x="18" y="34"/>
                  </a:cubicBezTo>
                  <a:cubicBezTo>
                    <a:pt x="18" y="44"/>
                    <a:pt x="25" y="52"/>
                    <a:pt x="35" y="52"/>
                  </a:cubicBezTo>
                  <a:cubicBezTo>
                    <a:pt x="45" y="52"/>
                    <a:pt x="52" y="44"/>
                    <a:pt x="52" y="34"/>
                  </a:cubicBezTo>
                  <a:cubicBezTo>
                    <a:pt x="52" y="25"/>
                    <a:pt x="45" y="17"/>
                    <a:pt x="35" y="17"/>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en-US" dirty="0"/>
            </a:p>
          </p:txBody>
        </p:sp>
        <p:sp>
          <p:nvSpPr>
            <p:cNvPr id="14" name="Freeform 9"/>
            <p:cNvSpPr/>
            <p:nvPr userDrawn="1"/>
          </p:nvSpPr>
          <p:spPr bwMode="auto">
            <a:xfrm>
              <a:off x="503" y="425"/>
              <a:ext cx="60" cy="91"/>
            </a:xfrm>
            <a:custGeom>
              <a:avLst/>
              <a:gdLst>
                <a:gd name="T0" fmla="*/ 42 w 46"/>
                <a:gd name="T1" fmla="*/ 16 h 69"/>
                <a:gd name="T2" fmla="*/ 29 w 46"/>
                <a:gd name="T3" fmla="*/ 14 h 69"/>
                <a:gd name="T4" fmla="*/ 18 w 46"/>
                <a:gd name="T5" fmla="*/ 20 h 69"/>
                <a:gd name="T6" fmla="*/ 26 w 46"/>
                <a:gd name="T7" fmla="*/ 26 h 69"/>
                <a:gd name="T8" fmla="*/ 30 w 46"/>
                <a:gd name="T9" fmla="*/ 27 h 69"/>
                <a:gd name="T10" fmla="*/ 46 w 46"/>
                <a:gd name="T11" fmla="*/ 47 h 69"/>
                <a:gd name="T12" fmla="*/ 19 w 46"/>
                <a:gd name="T13" fmla="*/ 69 h 69"/>
                <a:gd name="T14" fmla="*/ 1 w 46"/>
                <a:gd name="T15" fmla="*/ 67 h 69"/>
                <a:gd name="T16" fmla="*/ 1 w 46"/>
                <a:gd name="T17" fmla="*/ 52 h 69"/>
                <a:gd name="T18" fmla="*/ 16 w 46"/>
                <a:gd name="T19" fmla="*/ 54 h 69"/>
                <a:gd name="T20" fmla="*/ 29 w 46"/>
                <a:gd name="T21" fmla="*/ 48 h 69"/>
                <a:gd name="T22" fmla="*/ 21 w 46"/>
                <a:gd name="T23" fmla="*/ 41 h 69"/>
                <a:gd name="T24" fmla="*/ 18 w 46"/>
                <a:gd name="T25" fmla="*/ 40 h 69"/>
                <a:gd name="T26" fmla="*/ 0 w 46"/>
                <a:gd name="T27" fmla="*/ 21 h 69"/>
                <a:gd name="T28" fmla="*/ 25 w 46"/>
                <a:gd name="T29" fmla="*/ 0 h 69"/>
                <a:gd name="T30" fmla="*/ 42 w 46"/>
                <a:gd name="T31" fmla="*/ 2 h 69"/>
                <a:gd name="T32" fmla="*/ 42 w 46"/>
                <a:gd name="T33" fmla="*/ 16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46" h="69">
                  <a:moveTo>
                    <a:pt x="42" y="16"/>
                  </a:moveTo>
                  <a:cubicBezTo>
                    <a:pt x="41" y="16"/>
                    <a:pt x="34" y="14"/>
                    <a:pt x="29" y="14"/>
                  </a:cubicBezTo>
                  <a:cubicBezTo>
                    <a:pt x="22" y="14"/>
                    <a:pt x="18" y="16"/>
                    <a:pt x="18" y="20"/>
                  </a:cubicBezTo>
                  <a:cubicBezTo>
                    <a:pt x="18" y="24"/>
                    <a:pt x="23" y="25"/>
                    <a:pt x="26" y="26"/>
                  </a:cubicBezTo>
                  <a:cubicBezTo>
                    <a:pt x="30" y="27"/>
                    <a:pt x="30" y="27"/>
                    <a:pt x="30" y="27"/>
                  </a:cubicBezTo>
                  <a:cubicBezTo>
                    <a:pt x="41" y="31"/>
                    <a:pt x="46" y="38"/>
                    <a:pt x="46" y="47"/>
                  </a:cubicBezTo>
                  <a:cubicBezTo>
                    <a:pt x="46" y="63"/>
                    <a:pt x="32" y="69"/>
                    <a:pt x="19" y="69"/>
                  </a:cubicBezTo>
                  <a:cubicBezTo>
                    <a:pt x="10" y="69"/>
                    <a:pt x="1" y="67"/>
                    <a:pt x="1" y="67"/>
                  </a:cubicBezTo>
                  <a:cubicBezTo>
                    <a:pt x="1" y="52"/>
                    <a:pt x="1" y="52"/>
                    <a:pt x="1" y="52"/>
                  </a:cubicBezTo>
                  <a:cubicBezTo>
                    <a:pt x="2" y="52"/>
                    <a:pt x="9" y="54"/>
                    <a:pt x="16" y="54"/>
                  </a:cubicBezTo>
                  <a:cubicBezTo>
                    <a:pt x="25" y="54"/>
                    <a:pt x="29" y="52"/>
                    <a:pt x="29" y="48"/>
                  </a:cubicBezTo>
                  <a:cubicBezTo>
                    <a:pt x="29" y="45"/>
                    <a:pt x="25" y="43"/>
                    <a:pt x="21" y="41"/>
                  </a:cubicBezTo>
                  <a:cubicBezTo>
                    <a:pt x="20" y="41"/>
                    <a:pt x="19" y="41"/>
                    <a:pt x="18" y="40"/>
                  </a:cubicBezTo>
                  <a:cubicBezTo>
                    <a:pt x="8" y="37"/>
                    <a:pt x="0" y="32"/>
                    <a:pt x="0" y="21"/>
                  </a:cubicBezTo>
                  <a:cubicBezTo>
                    <a:pt x="0" y="8"/>
                    <a:pt x="10" y="0"/>
                    <a:pt x="25" y="0"/>
                  </a:cubicBezTo>
                  <a:cubicBezTo>
                    <a:pt x="34" y="0"/>
                    <a:pt x="41" y="2"/>
                    <a:pt x="42" y="2"/>
                  </a:cubicBezTo>
                  <a:lnTo>
                    <a:pt x="42" y="16"/>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en-US" dirty="0"/>
            </a:p>
          </p:txBody>
        </p:sp>
        <p:sp>
          <p:nvSpPr>
            <p:cNvPr id="15" name="Freeform 10"/>
            <p:cNvSpPr/>
            <p:nvPr userDrawn="1"/>
          </p:nvSpPr>
          <p:spPr bwMode="auto">
            <a:xfrm>
              <a:off x="31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en-US" dirty="0"/>
            </a:p>
          </p:txBody>
        </p:sp>
        <p:sp>
          <p:nvSpPr>
            <p:cNvPr id="21" name="Freeform 11"/>
            <p:cNvSpPr/>
            <p:nvPr userDrawn="1"/>
          </p:nvSpPr>
          <p:spPr bwMode="auto">
            <a:xfrm>
              <a:off x="37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en-US" dirty="0"/>
            </a:p>
          </p:txBody>
        </p:sp>
        <p:sp>
          <p:nvSpPr>
            <p:cNvPr id="22" name="Freeform 12"/>
            <p:cNvSpPr/>
            <p:nvPr userDrawn="1"/>
          </p:nvSpPr>
          <p:spPr bwMode="auto">
            <a:xfrm>
              <a:off x="430" y="249"/>
              <a:ext cx="22" cy="139"/>
            </a:xfrm>
            <a:custGeom>
              <a:avLst/>
              <a:gdLst>
                <a:gd name="T0" fmla="*/ 17 w 17"/>
                <a:gd name="T1" fmla="*/ 8 h 106"/>
                <a:gd name="T2" fmla="*/ 8 w 17"/>
                <a:gd name="T3" fmla="*/ 0 h 106"/>
                <a:gd name="T4" fmla="*/ 0 w 17"/>
                <a:gd name="T5" fmla="*/ 8 h 106"/>
                <a:gd name="T6" fmla="*/ 0 w 17"/>
                <a:gd name="T7" fmla="*/ 97 h 106"/>
                <a:gd name="T8" fmla="*/ 8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8" y="0"/>
                  </a:cubicBezTo>
                  <a:cubicBezTo>
                    <a:pt x="4" y="0"/>
                    <a:pt x="0" y="4"/>
                    <a:pt x="0" y="8"/>
                  </a:cubicBezTo>
                  <a:cubicBezTo>
                    <a:pt x="0" y="97"/>
                    <a:pt x="0" y="97"/>
                    <a:pt x="0" y="97"/>
                  </a:cubicBezTo>
                  <a:cubicBezTo>
                    <a:pt x="0" y="102"/>
                    <a:pt x="4" y="106"/>
                    <a:pt x="8"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en-US" dirty="0"/>
            </a:p>
          </p:txBody>
        </p:sp>
        <p:sp>
          <p:nvSpPr>
            <p:cNvPr id="23" name="Freeform 13"/>
            <p:cNvSpPr/>
            <p:nvPr userDrawn="1"/>
          </p:nvSpPr>
          <p:spPr bwMode="auto">
            <a:xfrm>
              <a:off x="49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en-US" dirty="0"/>
            </a:p>
          </p:txBody>
        </p:sp>
        <p:sp>
          <p:nvSpPr>
            <p:cNvPr id="24" name="Freeform 14"/>
            <p:cNvSpPr/>
            <p:nvPr userDrawn="1"/>
          </p:nvSpPr>
          <p:spPr bwMode="auto">
            <a:xfrm>
              <a:off x="55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en-US" dirty="0"/>
            </a:p>
          </p:txBody>
        </p:sp>
        <p:sp>
          <p:nvSpPr>
            <p:cNvPr id="25" name="Freeform 15"/>
            <p:cNvSpPr/>
            <p:nvPr userDrawn="1"/>
          </p:nvSpPr>
          <p:spPr bwMode="auto">
            <a:xfrm>
              <a:off x="61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en-US" dirty="0"/>
            </a:p>
          </p:txBody>
        </p:sp>
        <p:sp>
          <p:nvSpPr>
            <p:cNvPr id="26" name="Freeform 16"/>
            <p:cNvSpPr/>
            <p:nvPr userDrawn="1"/>
          </p:nvSpPr>
          <p:spPr bwMode="auto">
            <a:xfrm>
              <a:off x="670" y="249"/>
              <a:ext cx="22" cy="139"/>
            </a:xfrm>
            <a:custGeom>
              <a:avLst/>
              <a:gdLst>
                <a:gd name="T0" fmla="*/ 17 w 17"/>
                <a:gd name="T1" fmla="*/ 8 h 106"/>
                <a:gd name="T2" fmla="*/ 9 w 17"/>
                <a:gd name="T3" fmla="*/ 0 h 106"/>
                <a:gd name="T4" fmla="*/ 0 w 17"/>
                <a:gd name="T5" fmla="*/ 8 h 106"/>
                <a:gd name="T6" fmla="*/ 0 w 17"/>
                <a:gd name="T7" fmla="*/ 97 h 106"/>
                <a:gd name="T8" fmla="*/ 9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9" y="0"/>
                  </a:cubicBezTo>
                  <a:cubicBezTo>
                    <a:pt x="4" y="0"/>
                    <a:pt x="0" y="4"/>
                    <a:pt x="0" y="8"/>
                  </a:cubicBezTo>
                  <a:cubicBezTo>
                    <a:pt x="0" y="97"/>
                    <a:pt x="0" y="97"/>
                    <a:pt x="0" y="97"/>
                  </a:cubicBezTo>
                  <a:cubicBezTo>
                    <a:pt x="0" y="102"/>
                    <a:pt x="4" y="106"/>
                    <a:pt x="9"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en-US" dirty="0"/>
            </a:p>
          </p:txBody>
        </p:sp>
        <p:sp>
          <p:nvSpPr>
            <p:cNvPr id="27" name="Freeform 17"/>
            <p:cNvSpPr/>
            <p:nvPr userDrawn="1"/>
          </p:nvSpPr>
          <p:spPr bwMode="auto">
            <a:xfrm>
              <a:off x="73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en-US" dirty="0"/>
            </a:p>
          </p:txBody>
        </p:sp>
        <p:sp>
          <p:nvSpPr>
            <p:cNvPr id="28" name="Freeform 18"/>
            <p:cNvSpPr/>
            <p:nvPr userDrawn="1"/>
          </p:nvSpPr>
          <p:spPr bwMode="auto">
            <a:xfrm>
              <a:off x="790" y="321"/>
              <a:ext cx="22" cy="45"/>
            </a:xfrm>
            <a:custGeom>
              <a:avLst/>
              <a:gdLst>
                <a:gd name="T0" fmla="*/ 17 w 17"/>
                <a:gd name="T1" fmla="*/ 8 h 34"/>
                <a:gd name="T2" fmla="*/ 9 w 17"/>
                <a:gd name="T3" fmla="*/ 0 h 34"/>
                <a:gd name="T4" fmla="*/ 0 w 17"/>
                <a:gd name="T5" fmla="*/ 8 h 34"/>
                <a:gd name="T6" fmla="*/ 0 w 17"/>
                <a:gd name="T7" fmla="*/ 26 h 34"/>
                <a:gd name="T8" fmla="*/ 9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9" y="0"/>
                  </a:cubicBezTo>
                  <a:cubicBezTo>
                    <a:pt x="4" y="0"/>
                    <a:pt x="0" y="3"/>
                    <a:pt x="0" y="8"/>
                  </a:cubicBezTo>
                  <a:cubicBezTo>
                    <a:pt x="0" y="26"/>
                    <a:pt x="0" y="26"/>
                    <a:pt x="0" y="26"/>
                  </a:cubicBezTo>
                  <a:cubicBezTo>
                    <a:pt x="0" y="30"/>
                    <a:pt x="4" y="34"/>
                    <a:pt x="9"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en-US" dirty="0"/>
            </a:p>
          </p:txBody>
        </p:sp>
      </p:grpSp>
      <p:sp>
        <p:nvSpPr>
          <p:cNvPr id="29" name="Text Placeholder 2"/>
          <p:cNvSpPr>
            <a:spLocks noGrp="1"/>
          </p:cNvSpPr>
          <p:nvPr>
            <p:ph type="body" sz="quarter" idx="13"/>
          </p:nvPr>
        </p:nvSpPr>
        <p:spPr>
          <a:xfrm>
            <a:off x="463292" y="2872236"/>
            <a:ext cx="5925246" cy="299001"/>
          </a:xfrm>
          <a:prstGeom prst="rect">
            <a:avLst/>
          </a:prstGeom>
        </p:spPr>
        <p:txBody>
          <a:bodyPr lIns="91420" tIns="45710" rIns="91420" bIns="45710"/>
          <a:lstStyle>
            <a:lvl1pPr marL="0" indent="0">
              <a:buFont typeface="Arial" panose="020B0604020202020204" pitchFamily="34" charset="0"/>
              <a:buNone/>
              <a:defRPr sz="2000" baseline="0">
                <a:solidFill>
                  <a:schemeClr val="accent1"/>
                </a:solidFill>
                <a:latin typeface="+mj-lt"/>
              </a:defRPr>
            </a:lvl1pPr>
            <a:lvl2pPr marL="304800" indent="0">
              <a:buNone/>
              <a:defRPr/>
            </a:lvl2pPr>
            <a:lvl3pPr marL="427355" indent="0">
              <a:buNone/>
              <a:defRPr/>
            </a:lvl3pPr>
            <a:lvl4pPr marL="516890" indent="0">
              <a:buNone/>
              <a:defRPr/>
            </a:lvl4pPr>
            <a:lvl5pPr marL="601345" indent="0">
              <a:buNone/>
              <a:defRPr/>
            </a:lvl5pPr>
          </a:lstStyle>
          <a:p>
            <a:pPr lvl="0"/>
            <a:r>
              <a:rPr lang="en-US"/>
              <a:t>Click to edit Master text styles</a:t>
            </a:r>
            <a:endParaRPr lang="en-US"/>
          </a:p>
        </p:txBody>
      </p:sp>
      <p:sp>
        <p:nvSpPr>
          <p:cNvPr id="30" name="Title 1"/>
          <p:cNvSpPr>
            <a:spLocks noGrp="1"/>
          </p:cNvSpPr>
          <p:nvPr>
            <p:ph type="ctrTitle"/>
          </p:nvPr>
        </p:nvSpPr>
        <p:spPr>
          <a:xfrm>
            <a:off x="425765" y="2300750"/>
            <a:ext cx="5955513" cy="644730"/>
          </a:xfrm>
          <a:prstGeom prst="rect">
            <a:avLst/>
          </a:prstGeom>
        </p:spPr>
        <p:txBody>
          <a:bodyPr anchor="b"/>
          <a:lstStyle>
            <a:lvl1pPr marL="0" indent="0" algn="l">
              <a:lnSpc>
                <a:spcPct val="90000"/>
              </a:lnSpc>
              <a:buFont typeface="Arial" panose="020B0604020202020204" pitchFamily="34" charset="0"/>
              <a:buNone/>
              <a:defRPr sz="3600" b="0" i="0" spc="0" baseline="0">
                <a:solidFill>
                  <a:schemeClr val="accent1"/>
                </a:solidFill>
                <a:latin typeface="+mj-lt"/>
                <a:cs typeface="CiscoSans Thin"/>
              </a:defRPr>
            </a:lvl1pPr>
          </a:lstStyle>
          <a:p>
            <a:r>
              <a:rPr lang="en-US"/>
              <a:t>Click to edit Master title style</a:t>
            </a:r>
            <a:endParaRPr lang="en-US" dirty="0"/>
          </a:p>
        </p:txBody>
      </p:sp>
    </p:spTree>
  </p:cSld>
  <p:clrMapOvr>
    <a:masterClrMapping/>
  </p:clrMapOvr>
  <p:transition spd="slow">
    <p:wipe/>
  </p:transition>
</p:sldLayout>
</file>

<file path=ppt/slideLayouts/slideLayout3.xml><?xml version="1.0" encoding="utf-8"?>
<p:sldLayout xmlns:a="http://schemas.openxmlformats.org/drawingml/2006/main" xmlns:r="http://schemas.openxmlformats.org/officeDocument/2006/relationships" xmlns:p="http://schemas.openxmlformats.org/presentationml/2006/main" preserve="1" showMasterSp="0" userDrawn="1">
  <p:cSld name="6_Title Slide-animated gradient">
    <p:bg>
      <p:bgPr>
        <a:solidFill>
          <a:schemeClr val="accent5"/>
        </a:solidFill>
        <a:effectLst/>
      </p:bgPr>
    </p:bg>
    <p:spTree>
      <p:nvGrpSpPr>
        <p:cNvPr id="1" name=""/>
        <p:cNvGrpSpPr/>
        <p:nvPr/>
      </p:nvGrpSpPr>
      <p:grpSpPr>
        <a:xfrm>
          <a:off x="0" y="0"/>
          <a:ext cx="0" cy="0"/>
          <a:chOff x="0" y="0"/>
          <a:chExt cx="0" cy="0"/>
        </a:xfrm>
      </p:grpSpPr>
      <p:sp>
        <p:nvSpPr>
          <p:cNvPr id="2" name="Rectangle 1"/>
          <p:cNvSpPr/>
          <p:nvPr userDrawn="1"/>
        </p:nvSpPr>
        <p:spPr>
          <a:xfrm>
            <a:off x="0" y="0"/>
            <a:ext cx="9144000" cy="5143500"/>
          </a:xfrm>
          <a:prstGeom prst="rect">
            <a:avLst/>
          </a:prstGeom>
          <a:solidFill>
            <a:schemeClr val="accent1"/>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6" name="Subtitle 2"/>
          <p:cNvSpPr>
            <a:spLocks noGrp="1"/>
          </p:cNvSpPr>
          <p:nvPr>
            <p:ph type="subTitle" idx="1"/>
          </p:nvPr>
        </p:nvSpPr>
        <p:spPr>
          <a:xfrm>
            <a:off x="469496" y="3809526"/>
            <a:ext cx="4319105" cy="288131"/>
          </a:xfrm>
          <a:prstGeom prst="rect">
            <a:avLst/>
          </a:prstGeom>
        </p:spPr>
        <p:txBody>
          <a:bodyPr lIns="91420" tIns="45710" rIns="91420" bIns="45710" anchor="b" anchorCtr="0">
            <a:noAutofit/>
          </a:bodyPr>
          <a:lstStyle>
            <a:lvl1pPr marL="0" indent="0" algn="l">
              <a:buNone/>
              <a:defRPr sz="1200" b="0" i="0">
                <a:solidFill>
                  <a:schemeClr val="accent5"/>
                </a:solidFill>
                <a:latin typeface="+mn-lt"/>
                <a:cs typeface="CiscoSans"/>
              </a:defRPr>
            </a:lvl1pPr>
            <a:lvl2pPr marL="342900" indent="0" algn="ctr">
              <a:buNone/>
              <a:defRPr>
                <a:solidFill>
                  <a:schemeClr val="tx1">
                    <a:tint val="75000"/>
                  </a:schemeClr>
                </a:solidFill>
              </a:defRPr>
            </a:lvl2pPr>
            <a:lvl3pPr marL="685800" indent="0" algn="ctr">
              <a:buNone/>
              <a:defRPr>
                <a:solidFill>
                  <a:schemeClr val="tx1">
                    <a:tint val="75000"/>
                  </a:schemeClr>
                </a:solidFill>
              </a:defRPr>
            </a:lvl3pPr>
            <a:lvl4pPr marL="1028700" indent="0" algn="ctr">
              <a:buNone/>
              <a:defRPr>
                <a:solidFill>
                  <a:schemeClr val="tx1">
                    <a:tint val="75000"/>
                  </a:schemeClr>
                </a:solidFill>
              </a:defRPr>
            </a:lvl4pPr>
            <a:lvl5pPr marL="1371600" indent="0" algn="ctr">
              <a:buNone/>
              <a:defRPr>
                <a:solidFill>
                  <a:schemeClr val="tx1">
                    <a:tint val="75000"/>
                  </a:schemeClr>
                </a:solidFill>
              </a:defRPr>
            </a:lvl5pPr>
            <a:lvl6pPr marL="1714500" indent="0" algn="ctr">
              <a:buNone/>
              <a:defRPr>
                <a:solidFill>
                  <a:schemeClr val="tx1">
                    <a:tint val="75000"/>
                  </a:schemeClr>
                </a:solidFill>
              </a:defRPr>
            </a:lvl6pPr>
            <a:lvl7pPr marL="2057400" indent="0" algn="ctr">
              <a:buNone/>
              <a:defRPr>
                <a:solidFill>
                  <a:schemeClr val="tx1">
                    <a:tint val="75000"/>
                  </a:schemeClr>
                </a:solidFill>
              </a:defRPr>
            </a:lvl7pPr>
            <a:lvl8pPr marL="2400300" indent="0" algn="ctr">
              <a:buNone/>
              <a:defRPr>
                <a:solidFill>
                  <a:schemeClr val="tx1">
                    <a:tint val="75000"/>
                  </a:schemeClr>
                </a:solidFill>
              </a:defRPr>
            </a:lvl8pPr>
            <a:lvl9pPr marL="2742565" indent="0" algn="ctr">
              <a:buNone/>
              <a:defRPr>
                <a:solidFill>
                  <a:schemeClr val="tx1">
                    <a:tint val="75000"/>
                  </a:schemeClr>
                </a:solidFill>
              </a:defRPr>
            </a:lvl9pPr>
          </a:lstStyle>
          <a:p>
            <a:r>
              <a:rPr lang="en-US"/>
              <a:t>Click to edit Master subtitle style</a:t>
            </a:r>
            <a:endParaRPr lang="en-US" dirty="0"/>
          </a:p>
        </p:txBody>
      </p:sp>
      <p:sp>
        <p:nvSpPr>
          <p:cNvPr id="17" name="Text Placeholder 38"/>
          <p:cNvSpPr>
            <a:spLocks noGrp="1"/>
          </p:cNvSpPr>
          <p:nvPr>
            <p:ph type="body" sz="quarter" idx="11"/>
          </p:nvPr>
        </p:nvSpPr>
        <p:spPr>
          <a:xfrm>
            <a:off x="469496" y="4049523"/>
            <a:ext cx="4319105" cy="288131"/>
          </a:xfrm>
          <a:prstGeom prst="rect">
            <a:avLst/>
          </a:prstGeom>
        </p:spPr>
        <p:txBody>
          <a:bodyPr lIns="91420" tIns="45710" rIns="91420" bIns="45710"/>
          <a:lstStyle>
            <a:lvl1pPr marL="0" indent="0" algn="l">
              <a:buFontTx/>
              <a:buNone/>
              <a:defRPr lang="en-US" sz="1200" b="0" i="0" kern="1200" dirty="0" smtClean="0">
                <a:solidFill>
                  <a:schemeClr val="accent5"/>
                </a:solidFill>
                <a:latin typeface="+mn-lt"/>
                <a:ea typeface="+mn-ea"/>
                <a:cs typeface="CiscoSans ExtraLight" pitchFamily="34" charset="0"/>
              </a:defRPr>
            </a:lvl1pPr>
            <a:lvl2pPr>
              <a:buFontTx/>
              <a:buNone/>
              <a:defRPr lang="en-US" sz="1500" kern="1200" dirty="0" smtClean="0">
                <a:solidFill>
                  <a:schemeClr val="bg1"/>
                </a:solidFill>
                <a:latin typeface="+mj-lt"/>
                <a:ea typeface="+mn-ea"/>
                <a:cs typeface="+mn-cs"/>
              </a:defRPr>
            </a:lvl2pPr>
            <a:lvl3pPr>
              <a:buFontTx/>
              <a:buNone/>
              <a:defRPr lang="en-US" sz="1500" kern="1200" dirty="0" smtClean="0">
                <a:solidFill>
                  <a:schemeClr val="bg1"/>
                </a:solidFill>
                <a:latin typeface="+mj-lt"/>
                <a:ea typeface="+mn-ea"/>
                <a:cs typeface="+mn-cs"/>
              </a:defRPr>
            </a:lvl3pPr>
            <a:lvl4pPr>
              <a:buFontTx/>
              <a:buNone/>
              <a:defRPr lang="en-US" sz="1500" kern="1200" dirty="0" smtClean="0">
                <a:solidFill>
                  <a:schemeClr val="bg1"/>
                </a:solidFill>
                <a:latin typeface="+mj-lt"/>
                <a:ea typeface="+mn-ea"/>
                <a:cs typeface="+mn-cs"/>
              </a:defRPr>
            </a:lvl4pPr>
            <a:lvl5pPr>
              <a:buFontTx/>
              <a:buNone/>
              <a:defRPr lang="en-US" sz="1500" kern="1200" dirty="0" smtClean="0">
                <a:solidFill>
                  <a:schemeClr val="bg1"/>
                </a:solidFill>
                <a:latin typeface="+mj-lt"/>
                <a:ea typeface="+mn-ea"/>
                <a:cs typeface="+mn-cs"/>
              </a:defRPr>
            </a:lvl5pPr>
          </a:lstStyle>
          <a:p>
            <a:pPr lvl="0"/>
            <a:r>
              <a:rPr lang="en-US"/>
              <a:t>Click to edit Master text styles</a:t>
            </a:r>
            <a:endParaRPr lang="en-US"/>
          </a:p>
        </p:txBody>
      </p:sp>
      <p:sp>
        <p:nvSpPr>
          <p:cNvPr id="18" name="Text Placeholder 40"/>
          <p:cNvSpPr>
            <a:spLocks noGrp="1"/>
          </p:cNvSpPr>
          <p:nvPr>
            <p:ph type="body" sz="quarter" idx="12"/>
          </p:nvPr>
        </p:nvSpPr>
        <p:spPr>
          <a:xfrm>
            <a:off x="469496" y="4289520"/>
            <a:ext cx="4319105" cy="288131"/>
          </a:xfrm>
          <a:prstGeom prst="rect">
            <a:avLst/>
          </a:prstGeom>
        </p:spPr>
        <p:txBody>
          <a:bodyPr lIns="91420" tIns="45710" rIns="91420" bIns="45710"/>
          <a:lstStyle>
            <a:lvl1pPr marL="0" indent="0" algn="l">
              <a:buFontTx/>
              <a:buNone/>
              <a:defRPr lang="en-US" sz="1200" b="0" i="0" kern="1200" dirty="0" smtClean="0">
                <a:solidFill>
                  <a:schemeClr val="accent5"/>
                </a:solidFill>
                <a:latin typeface="+mn-lt"/>
                <a:ea typeface="+mn-ea"/>
                <a:cs typeface="CiscoSans ExtraLight" pitchFamily="34" charset="0"/>
              </a:defRPr>
            </a:lvl1pPr>
            <a:lvl2pPr>
              <a:buFontTx/>
              <a:buNone/>
              <a:defRPr lang="en-US" sz="1500" kern="1200" dirty="0" smtClean="0">
                <a:solidFill>
                  <a:schemeClr val="bg1"/>
                </a:solidFill>
                <a:latin typeface="+mj-lt"/>
                <a:ea typeface="+mn-ea"/>
                <a:cs typeface="+mn-cs"/>
              </a:defRPr>
            </a:lvl2pPr>
            <a:lvl3pPr>
              <a:buFontTx/>
              <a:buNone/>
              <a:defRPr lang="en-US" sz="1500" kern="1200" dirty="0" smtClean="0">
                <a:solidFill>
                  <a:schemeClr val="bg1"/>
                </a:solidFill>
                <a:latin typeface="+mj-lt"/>
                <a:ea typeface="+mn-ea"/>
                <a:cs typeface="+mn-cs"/>
              </a:defRPr>
            </a:lvl3pPr>
            <a:lvl4pPr>
              <a:buFontTx/>
              <a:buNone/>
              <a:defRPr lang="en-US" sz="1500" kern="1200" dirty="0" smtClean="0">
                <a:solidFill>
                  <a:schemeClr val="bg1"/>
                </a:solidFill>
                <a:latin typeface="+mj-lt"/>
                <a:ea typeface="+mn-ea"/>
                <a:cs typeface="+mn-cs"/>
              </a:defRPr>
            </a:lvl4pPr>
            <a:lvl5pPr>
              <a:buFontTx/>
              <a:buNone/>
              <a:defRPr lang="en-US" sz="1500" kern="1200" dirty="0" smtClean="0">
                <a:solidFill>
                  <a:schemeClr val="bg1"/>
                </a:solidFill>
                <a:latin typeface="+mj-lt"/>
                <a:ea typeface="+mn-ea"/>
                <a:cs typeface="+mn-cs"/>
              </a:defRPr>
            </a:lvl5pPr>
          </a:lstStyle>
          <a:p>
            <a:pPr lvl="0"/>
            <a:r>
              <a:rPr lang="en-US"/>
              <a:t>Click to edit Master text styles</a:t>
            </a:r>
            <a:endParaRPr lang="en-US"/>
          </a:p>
        </p:txBody>
      </p:sp>
      <p:grpSp>
        <p:nvGrpSpPr>
          <p:cNvPr id="6" name="Group 4"/>
          <p:cNvGrpSpPr>
            <a:grpSpLocks noChangeAspect="1"/>
          </p:cNvGrpSpPr>
          <p:nvPr userDrawn="1"/>
        </p:nvGrpSpPr>
        <p:grpSpPr bwMode="auto">
          <a:xfrm>
            <a:off x="492125" y="395288"/>
            <a:ext cx="796924" cy="423863"/>
            <a:chOff x="310" y="249"/>
            <a:chExt cx="502" cy="267"/>
          </a:xfrm>
          <a:solidFill>
            <a:schemeClr val="accent5"/>
          </a:solidFill>
        </p:grpSpPr>
        <p:sp>
          <p:nvSpPr>
            <p:cNvPr id="9" name="Rectangle 5"/>
            <p:cNvSpPr>
              <a:spLocks noChangeArrowheads="1"/>
            </p:cNvSpPr>
            <p:nvPr userDrawn="1"/>
          </p:nvSpPr>
          <p:spPr bwMode="auto">
            <a:xfrm>
              <a:off x="452" y="426"/>
              <a:ext cx="22" cy="88"/>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p>
              <a:endParaRPr lang="en-US" dirty="0"/>
            </a:p>
          </p:txBody>
        </p:sp>
        <p:sp>
          <p:nvSpPr>
            <p:cNvPr id="10" name="Freeform 6"/>
            <p:cNvSpPr/>
            <p:nvPr userDrawn="1"/>
          </p:nvSpPr>
          <p:spPr bwMode="auto">
            <a:xfrm>
              <a:off x="585" y="425"/>
              <a:ext cx="66" cy="91"/>
            </a:xfrm>
            <a:custGeom>
              <a:avLst/>
              <a:gdLst>
                <a:gd name="T0" fmla="*/ 51 w 51"/>
                <a:gd name="T1" fmla="*/ 20 h 69"/>
                <a:gd name="T2" fmla="*/ 37 w 51"/>
                <a:gd name="T3" fmla="*/ 16 h 69"/>
                <a:gd name="T4" fmla="*/ 18 w 51"/>
                <a:gd name="T5" fmla="*/ 34 h 69"/>
                <a:gd name="T6" fmla="*/ 37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7" y="16"/>
                  </a:cubicBezTo>
                  <a:cubicBezTo>
                    <a:pt x="26" y="16"/>
                    <a:pt x="18" y="24"/>
                    <a:pt x="18" y="34"/>
                  </a:cubicBezTo>
                  <a:cubicBezTo>
                    <a:pt x="18" y="44"/>
                    <a:pt x="25" y="52"/>
                    <a:pt x="37" y="52"/>
                  </a:cubicBezTo>
                  <a:cubicBezTo>
                    <a:pt x="45"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en-US" dirty="0"/>
            </a:p>
          </p:txBody>
        </p:sp>
        <p:sp>
          <p:nvSpPr>
            <p:cNvPr id="12" name="Freeform 7"/>
            <p:cNvSpPr/>
            <p:nvPr userDrawn="1"/>
          </p:nvSpPr>
          <p:spPr bwMode="auto">
            <a:xfrm>
              <a:off x="355" y="425"/>
              <a:ext cx="67" cy="91"/>
            </a:xfrm>
            <a:custGeom>
              <a:avLst/>
              <a:gdLst>
                <a:gd name="T0" fmla="*/ 51 w 51"/>
                <a:gd name="T1" fmla="*/ 20 h 69"/>
                <a:gd name="T2" fmla="*/ 36 w 51"/>
                <a:gd name="T3" fmla="*/ 16 h 69"/>
                <a:gd name="T4" fmla="*/ 18 w 51"/>
                <a:gd name="T5" fmla="*/ 34 h 69"/>
                <a:gd name="T6" fmla="*/ 36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6" y="16"/>
                  </a:cubicBezTo>
                  <a:cubicBezTo>
                    <a:pt x="25" y="16"/>
                    <a:pt x="18" y="24"/>
                    <a:pt x="18" y="34"/>
                  </a:cubicBezTo>
                  <a:cubicBezTo>
                    <a:pt x="18" y="44"/>
                    <a:pt x="25" y="52"/>
                    <a:pt x="36" y="52"/>
                  </a:cubicBezTo>
                  <a:cubicBezTo>
                    <a:pt x="44"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en-US" dirty="0"/>
            </a:p>
          </p:txBody>
        </p:sp>
        <p:sp>
          <p:nvSpPr>
            <p:cNvPr id="13" name="Freeform 8"/>
            <p:cNvSpPr>
              <a:spLocks noEditPoints="1"/>
            </p:cNvSpPr>
            <p:nvPr userDrawn="1"/>
          </p:nvSpPr>
          <p:spPr bwMode="auto">
            <a:xfrm>
              <a:off x="675" y="425"/>
              <a:ext cx="91" cy="91"/>
            </a:xfrm>
            <a:custGeom>
              <a:avLst/>
              <a:gdLst>
                <a:gd name="T0" fmla="*/ 70 w 70"/>
                <a:gd name="T1" fmla="*/ 34 h 69"/>
                <a:gd name="T2" fmla="*/ 35 w 70"/>
                <a:gd name="T3" fmla="*/ 69 h 69"/>
                <a:gd name="T4" fmla="*/ 0 w 70"/>
                <a:gd name="T5" fmla="*/ 34 h 69"/>
                <a:gd name="T6" fmla="*/ 35 w 70"/>
                <a:gd name="T7" fmla="*/ 0 h 69"/>
                <a:gd name="T8" fmla="*/ 70 w 70"/>
                <a:gd name="T9" fmla="*/ 34 h 69"/>
                <a:gd name="T10" fmla="*/ 35 w 70"/>
                <a:gd name="T11" fmla="*/ 17 h 69"/>
                <a:gd name="T12" fmla="*/ 18 w 70"/>
                <a:gd name="T13" fmla="*/ 34 h 69"/>
                <a:gd name="T14" fmla="*/ 35 w 70"/>
                <a:gd name="T15" fmla="*/ 52 h 69"/>
                <a:gd name="T16" fmla="*/ 52 w 70"/>
                <a:gd name="T17" fmla="*/ 34 h 69"/>
                <a:gd name="T18" fmla="*/ 35 w 70"/>
                <a:gd name="T19" fmla="*/ 17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70" h="69">
                  <a:moveTo>
                    <a:pt x="70" y="34"/>
                  </a:moveTo>
                  <a:cubicBezTo>
                    <a:pt x="70" y="53"/>
                    <a:pt x="56" y="69"/>
                    <a:pt x="35" y="69"/>
                  </a:cubicBezTo>
                  <a:cubicBezTo>
                    <a:pt x="14" y="69"/>
                    <a:pt x="0" y="53"/>
                    <a:pt x="0" y="34"/>
                  </a:cubicBezTo>
                  <a:cubicBezTo>
                    <a:pt x="0" y="15"/>
                    <a:pt x="14" y="0"/>
                    <a:pt x="35" y="0"/>
                  </a:cubicBezTo>
                  <a:cubicBezTo>
                    <a:pt x="56" y="0"/>
                    <a:pt x="70" y="15"/>
                    <a:pt x="70" y="34"/>
                  </a:cubicBezTo>
                  <a:close/>
                  <a:moveTo>
                    <a:pt x="35" y="17"/>
                  </a:moveTo>
                  <a:cubicBezTo>
                    <a:pt x="25" y="17"/>
                    <a:pt x="18" y="25"/>
                    <a:pt x="18" y="34"/>
                  </a:cubicBezTo>
                  <a:cubicBezTo>
                    <a:pt x="18" y="44"/>
                    <a:pt x="25" y="52"/>
                    <a:pt x="35" y="52"/>
                  </a:cubicBezTo>
                  <a:cubicBezTo>
                    <a:pt x="45" y="52"/>
                    <a:pt x="52" y="44"/>
                    <a:pt x="52" y="34"/>
                  </a:cubicBezTo>
                  <a:cubicBezTo>
                    <a:pt x="52" y="25"/>
                    <a:pt x="45" y="17"/>
                    <a:pt x="35" y="17"/>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en-US" dirty="0"/>
            </a:p>
          </p:txBody>
        </p:sp>
        <p:sp>
          <p:nvSpPr>
            <p:cNvPr id="14" name="Freeform 9"/>
            <p:cNvSpPr/>
            <p:nvPr userDrawn="1"/>
          </p:nvSpPr>
          <p:spPr bwMode="auto">
            <a:xfrm>
              <a:off x="503" y="425"/>
              <a:ext cx="60" cy="91"/>
            </a:xfrm>
            <a:custGeom>
              <a:avLst/>
              <a:gdLst>
                <a:gd name="T0" fmla="*/ 42 w 46"/>
                <a:gd name="T1" fmla="*/ 16 h 69"/>
                <a:gd name="T2" fmla="*/ 29 w 46"/>
                <a:gd name="T3" fmla="*/ 14 h 69"/>
                <a:gd name="T4" fmla="*/ 18 w 46"/>
                <a:gd name="T5" fmla="*/ 20 h 69"/>
                <a:gd name="T6" fmla="*/ 26 w 46"/>
                <a:gd name="T7" fmla="*/ 26 h 69"/>
                <a:gd name="T8" fmla="*/ 30 w 46"/>
                <a:gd name="T9" fmla="*/ 27 h 69"/>
                <a:gd name="T10" fmla="*/ 46 w 46"/>
                <a:gd name="T11" fmla="*/ 47 h 69"/>
                <a:gd name="T12" fmla="*/ 19 w 46"/>
                <a:gd name="T13" fmla="*/ 69 h 69"/>
                <a:gd name="T14" fmla="*/ 1 w 46"/>
                <a:gd name="T15" fmla="*/ 67 h 69"/>
                <a:gd name="T16" fmla="*/ 1 w 46"/>
                <a:gd name="T17" fmla="*/ 52 h 69"/>
                <a:gd name="T18" fmla="*/ 16 w 46"/>
                <a:gd name="T19" fmla="*/ 54 h 69"/>
                <a:gd name="T20" fmla="*/ 29 w 46"/>
                <a:gd name="T21" fmla="*/ 48 h 69"/>
                <a:gd name="T22" fmla="*/ 21 w 46"/>
                <a:gd name="T23" fmla="*/ 41 h 69"/>
                <a:gd name="T24" fmla="*/ 18 w 46"/>
                <a:gd name="T25" fmla="*/ 40 h 69"/>
                <a:gd name="T26" fmla="*/ 0 w 46"/>
                <a:gd name="T27" fmla="*/ 21 h 69"/>
                <a:gd name="T28" fmla="*/ 25 w 46"/>
                <a:gd name="T29" fmla="*/ 0 h 69"/>
                <a:gd name="T30" fmla="*/ 42 w 46"/>
                <a:gd name="T31" fmla="*/ 2 h 69"/>
                <a:gd name="T32" fmla="*/ 42 w 46"/>
                <a:gd name="T33" fmla="*/ 16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46" h="69">
                  <a:moveTo>
                    <a:pt x="42" y="16"/>
                  </a:moveTo>
                  <a:cubicBezTo>
                    <a:pt x="41" y="16"/>
                    <a:pt x="34" y="14"/>
                    <a:pt x="29" y="14"/>
                  </a:cubicBezTo>
                  <a:cubicBezTo>
                    <a:pt x="22" y="14"/>
                    <a:pt x="18" y="16"/>
                    <a:pt x="18" y="20"/>
                  </a:cubicBezTo>
                  <a:cubicBezTo>
                    <a:pt x="18" y="24"/>
                    <a:pt x="23" y="25"/>
                    <a:pt x="26" y="26"/>
                  </a:cubicBezTo>
                  <a:cubicBezTo>
                    <a:pt x="30" y="27"/>
                    <a:pt x="30" y="27"/>
                    <a:pt x="30" y="27"/>
                  </a:cubicBezTo>
                  <a:cubicBezTo>
                    <a:pt x="41" y="31"/>
                    <a:pt x="46" y="38"/>
                    <a:pt x="46" y="47"/>
                  </a:cubicBezTo>
                  <a:cubicBezTo>
                    <a:pt x="46" y="63"/>
                    <a:pt x="32" y="69"/>
                    <a:pt x="19" y="69"/>
                  </a:cubicBezTo>
                  <a:cubicBezTo>
                    <a:pt x="10" y="69"/>
                    <a:pt x="1" y="67"/>
                    <a:pt x="1" y="67"/>
                  </a:cubicBezTo>
                  <a:cubicBezTo>
                    <a:pt x="1" y="52"/>
                    <a:pt x="1" y="52"/>
                    <a:pt x="1" y="52"/>
                  </a:cubicBezTo>
                  <a:cubicBezTo>
                    <a:pt x="2" y="52"/>
                    <a:pt x="9" y="54"/>
                    <a:pt x="16" y="54"/>
                  </a:cubicBezTo>
                  <a:cubicBezTo>
                    <a:pt x="25" y="54"/>
                    <a:pt x="29" y="52"/>
                    <a:pt x="29" y="48"/>
                  </a:cubicBezTo>
                  <a:cubicBezTo>
                    <a:pt x="29" y="45"/>
                    <a:pt x="25" y="43"/>
                    <a:pt x="21" y="41"/>
                  </a:cubicBezTo>
                  <a:cubicBezTo>
                    <a:pt x="20" y="41"/>
                    <a:pt x="19" y="41"/>
                    <a:pt x="18" y="40"/>
                  </a:cubicBezTo>
                  <a:cubicBezTo>
                    <a:pt x="8" y="37"/>
                    <a:pt x="0" y="32"/>
                    <a:pt x="0" y="21"/>
                  </a:cubicBezTo>
                  <a:cubicBezTo>
                    <a:pt x="0" y="8"/>
                    <a:pt x="10" y="0"/>
                    <a:pt x="25" y="0"/>
                  </a:cubicBezTo>
                  <a:cubicBezTo>
                    <a:pt x="34" y="0"/>
                    <a:pt x="41" y="2"/>
                    <a:pt x="42" y="2"/>
                  </a:cubicBezTo>
                  <a:lnTo>
                    <a:pt x="42" y="16"/>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en-US" dirty="0"/>
            </a:p>
          </p:txBody>
        </p:sp>
        <p:sp>
          <p:nvSpPr>
            <p:cNvPr id="15" name="Freeform 10"/>
            <p:cNvSpPr/>
            <p:nvPr userDrawn="1"/>
          </p:nvSpPr>
          <p:spPr bwMode="auto">
            <a:xfrm>
              <a:off x="31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en-US" dirty="0"/>
            </a:p>
          </p:txBody>
        </p:sp>
        <p:sp>
          <p:nvSpPr>
            <p:cNvPr id="21" name="Freeform 11"/>
            <p:cNvSpPr/>
            <p:nvPr userDrawn="1"/>
          </p:nvSpPr>
          <p:spPr bwMode="auto">
            <a:xfrm>
              <a:off x="37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en-US" dirty="0"/>
            </a:p>
          </p:txBody>
        </p:sp>
        <p:sp>
          <p:nvSpPr>
            <p:cNvPr id="22" name="Freeform 12"/>
            <p:cNvSpPr/>
            <p:nvPr userDrawn="1"/>
          </p:nvSpPr>
          <p:spPr bwMode="auto">
            <a:xfrm>
              <a:off x="430" y="249"/>
              <a:ext cx="22" cy="139"/>
            </a:xfrm>
            <a:custGeom>
              <a:avLst/>
              <a:gdLst>
                <a:gd name="T0" fmla="*/ 17 w 17"/>
                <a:gd name="T1" fmla="*/ 8 h 106"/>
                <a:gd name="T2" fmla="*/ 8 w 17"/>
                <a:gd name="T3" fmla="*/ 0 h 106"/>
                <a:gd name="T4" fmla="*/ 0 w 17"/>
                <a:gd name="T5" fmla="*/ 8 h 106"/>
                <a:gd name="T6" fmla="*/ 0 w 17"/>
                <a:gd name="T7" fmla="*/ 97 h 106"/>
                <a:gd name="T8" fmla="*/ 8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8" y="0"/>
                  </a:cubicBezTo>
                  <a:cubicBezTo>
                    <a:pt x="4" y="0"/>
                    <a:pt x="0" y="4"/>
                    <a:pt x="0" y="8"/>
                  </a:cubicBezTo>
                  <a:cubicBezTo>
                    <a:pt x="0" y="97"/>
                    <a:pt x="0" y="97"/>
                    <a:pt x="0" y="97"/>
                  </a:cubicBezTo>
                  <a:cubicBezTo>
                    <a:pt x="0" y="102"/>
                    <a:pt x="4" y="106"/>
                    <a:pt x="8"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en-US" dirty="0"/>
            </a:p>
          </p:txBody>
        </p:sp>
        <p:sp>
          <p:nvSpPr>
            <p:cNvPr id="23" name="Freeform 13"/>
            <p:cNvSpPr/>
            <p:nvPr userDrawn="1"/>
          </p:nvSpPr>
          <p:spPr bwMode="auto">
            <a:xfrm>
              <a:off x="49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en-US" dirty="0"/>
            </a:p>
          </p:txBody>
        </p:sp>
        <p:sp>
          <p:nvSpPr>
            <p:cNvPr id="24" name="Freeform 14"/>
            <p:cNvSpPr/>
            <p:nvPr userDrawn="1"/>
          </p:nvSpPr>
          <p:spPr bwMode="auto">
            <a:xfrm>
              <a:off x="55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en-US" dirty="0"/>
            </a:p>
          </p:txBody>
        </p:sp>
        <p:sp>
          <p:nvSpPr>
            <p:cNvPr id="25" name="Freeform 15"/>
            <p:cNvSpPr/>
            <p:nvPr userDrawn="1"/>
          </p:nvSpPr>
          <p:spPr bwMode="auto">
            <a:xfrm>
              <a:off x="61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en-US" dirty="0"/>
            </a:p>
          </p:txBody>
        </p:sp>
        <p:sp>
          <p:nvSpPr>
            <p:cNvPr id="26" name="Freeform 16"/>
            <p:cNvSpPr/>
            <p:nvPr userDrawn="1"/>
          </p:nvSpPr>
          <p:spPr bwMode="auto">
            <a:xfrm>
              <a:off x="670" y="249"/>
              <a:ext cx="22" cy="139"/>
            </a:xfrm>
            <a:custGeom>
              <a:avLst/>
              <a:gdLst>
                <a:gd name="T0" fmla="*/ 17 w 17"/>
                <a:gd name="T1" fmla="*/ 8 h 106"/>
                <a:gd name="T2" fmla="*/ 9 w 17"/>
                <a:gd name="T3" fmla="*/ 0 h 106"/>
                <a:gd name="T4" fmla="*/ 0 w 17"/>
                <a:gd name="T5" fmla="*/ 8 h 106"/>
                <a:gd name="T6" fmla="*/ 0 w 17"/>
                <a:gd name="T7" fmla="*/ 97 h 106"/>
                <a:gd name="T8" fmla="*/ 9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9" y="0"/>
                  </a:cubicBezTo>
                  <a:cubicBezTo>
                    <a:pt x="4" y="0"/>
                    <a:pt x="0" y="4"/>
                    <a:pt x="0" y="8"/>
                  </a:cubicBezTo>
                  <a:cubicBezTo>
                    <a:pt x="0" y="97"/>
                    <a:pt x="0" y="97"/>
                    <a:pt x="0" y="97"/>
                  </a:cubicBezTo>
                  <a:cubicBezTo>
                    <a:pt x="0" y="102"/>
                    <a:pt x="4" y="106"/>
                    <a:pt x="9"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en-US" dirty="0"/>
            </a:p>
          </p:txBody>
        </p:sp>
        <p:sp>
          <p:nvSpPr>
            <p:cNvPr id="27" name="Freeform 17"/>
            <p:cNvSpPr/>
            <p:nvPr userDrawn="1"/>
          </p:nvSpPr>
          <p:spPr bwMode="auto">
            <a:xfrm>
              <a:off x="73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en-US" dirty="0"/>
            </a:p>
          </p:txBody>
        </p:sp>
        <p:sp>
          <p:nvSpPr>
            <p:cNvPr id="28" name="Freeform 18"/>
            <p:cNvSpPr/>
            <p:nvPr userDrawn="1"/>
          </p:nvSpPr>
          <p:spPr bwMode="auto">
            <a:xfrm>
              <a:off x="790" y="321"/>
              <a:ext cx="22" cy="45"/>
            </a:xfrm>
            <a:custGeom>
              <a:avLst/>
              <a:gdLst>
                <a:gd name="T0" fmla="*/ 17 w 17"/>
                <a:gd name="T1" fmla="*/ 8 h 34"/>
                <a:gd name="T2" fmla="*/ 9 w 17"/>
                <a:gd name="T3" fmla="*/ 0 h 34"/>
                <a:gd name="T4" fmla="*/ 0 w 17"/>
                <a:gd name="T5" fmla="*/ 8 h 34"/>
                <a:gd name="T6" fmla="*/ 0 w 17"/>
                <a:gd name="T7" fmla="*/ 26 h 34"/>
                <a:gd name="T8" fmla="*/ 9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9" y="0"/>
                  </a:cubicBezTo>
                  <a:cubicBezTo>
                    <a:pt x="4" y="0"/>
                    <a:pt x="0" y="3"/>
                    <a:pt x="0" y="8"/>
                  </a:cubicBezTo>
                  <a:cubicBezTo>
                    <a:pt x="0" y="26"/>
                    <a:pt x="0" y="26"/>
                    <a:pt x="0" y="26"/>
                  </a:cubicBezTo>
                  <a:cubicBezTo>
                    <a:pt x="0" y="30"/>
                    <a:pt x="4" y="34"/>
                    <a:pt x="9"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en-US" dirty="0"/>
            </a:p>
          </p:txBody>
        </p:sp>
      </p:grpSp>
      <p:sp>
        <p:nvSpPr>
          <p:cNvPr id="29" name="Text Placeholder 2"/>
          <p:cNvSpPr>
            <a:spLocks noGrp="1"/>
          </p:cNvSpPr>
          <p:nvPr>
            <p:ph type="body" sz="quarter" idx="13"/>
          </p:nvPr>
        </p:nvSpPr>
        <p:spPr>
          <a:xfrm>
            <a:off x="463292" y="2872236"/>
            <a:ext cx="5925246" cy="299001"/>
          </a:xfrm>
          <a:prstGeom prst="rect">
            <a:avLst/>
          </a:prstGeom>
        </p:spPr>
        <p:txBody>
          <a:bodyPr lIns="91420" tIns="45710" rIns="91420" bIns="45710"/>
          <a:lstStyle>
            <a:lvl1pPr marL="0" indent="0">
              <a:buFont typeface="Arial" panose="020B0604020202020204" pitchFamily="34" charset="0"/>
              <a:buNone/>
              <a:defRPr sz="2000" baseline="0">
                <a:solidFill>
                  <a:schemeClr val="bg2"/>
                </a:solidFill>
                <a:latin typeface="+mj-lt"/>
              </a:defRPr>
            </a:lvl1pPr>
            <a:lvl2pPr marL="304800" indent="0">
              <a:buNone/>
              <a:defRPr/>
            </a:lvl2pPr>
            <a:lvl3pPr marL="427355" indent="0">
              <a:buNone/>
              <a:defRPr/>
            </a:lvl3pPr>
            <a:lvl4pPr marL="516890" indent="0">
              <a:buNone/>
              <a:defRPr/>
            </a:lvl4pPr>
            <a:lvl5pPr marL="601345" indent="0">
              <a:buNone/>
              <a:defRPr/>
            </a:lvl5pPr>
          </a:lstStyle>
          <a:p>
            <a:pPr lvl="0"/>
            <a:r>
              <a:rPr lang="en-US"/>
              <a:t>Click to edit Master text styles</a:t>
            </a:r>
            <a:endParaRPr lang="en-US"/>
          </a:p>
        </p:txBody>
      </p:sp>
      <p:sp>
        <p:nvSpPr>
          <p:cNvPr id="30" name="Title 1"/>
          <p:cNvSpPr>
            <a:spLocks noGrp="1"/>
          </p:cNvSpPr>
          <p:nvPr>
            <p:ph type="ctrTitle"/>
          </p:nvPr>
        </p:nvSpPr>
        <p:spPr>
          <a:xfrm>
            <a:off x="425765" y="2300750"/>
            <a:ext cx="5955513" cy="644730"/>
          </a:xfrm>
          <a:prstGeom prst="rect">
            <a:avLst/>
          </a:prstGeom>
        </p:spPr>
        <p:txBody>
          <a:bodyPr anchor="b"/>
          <a:lstStyle>
            <a:lvl1pPr marL="0" indent="0" algn="l">
              <a:lnSpc>
                <a:spcPct val="90000"/>
              </a:lnSpc>
              <a:buFont typeface="Arial" panose="020B0604020202020204" pitchFamily="34" charset="0"/>
              <a:buNone/>
              <a:defRPr sz="3600" b="0" i="0" spc="0" baseline="0">
                <a:solidFill>
                  <a:srgbClr val="38C6F4"/>
                </a:solidFill>
                <a:latin typeface="+mj-lt"/>
                <a:cs typeface="CiscoSans Thin"/>
              </a:defRPr>
            </a:lvl1pPr>
          </a:lstStyle>
          <a:p>
            <a:r>
              <a:rPr lang="en-US"/>
              <a:t>Click to edit Master title style</a:t>
            </a:r>
            <a:endParaRPr lang="en-US" dirty="0"/>
          </a:p>
        </p:txBody>
      </p:sp>
    </p:spTree>
  </p:cSld>
  <p:clrMapOvr>
    <a:masterClrMapping/>
  </p:clrMapOvr>
  <p:transition spd="slow">
    <p:wipe/>
  </p:transition>
</p:sldLayout>
</file>

<file path=ppt/slideLayouts/slideLayout4.xml><?xml version="1.0" encoding="utf-8"?>
<p:sldLayout xmlns:a="http://schemas.openxmlformats.org/drawingml/2006/main" xmlns:r="http://schemas.openxmlformats.org/officeDocument/2006/relationships" xmlns:p="http://schemas.openxmlformats.org/presentationml/2006/main" preserve="1" showMasterSp="0">
  <p:cSld name="3_Segue">
    <p:bg>
      <p:bgPr>
        <a:solidFill>
          <a:schemeClr val="bg1"/>
        </a:solidFill>
        <a:effectLst/>
      </p:bgPr>
    </p:bg>
    <p:spTree>
      <p:nvGrpSpPr>
        <p:cNvPr id="1" name=""/>
        <p:cNvGrpSpPr/>
        <p:nvPr/>
      </p:nvGrpSpPr>
      <p:grpSpPr>
        <a:xfrm>
          <a:off x="0" y="0"/>
          <a:ext cx="0" cy="0"/>
          <a:chOff x="0" y="0"/>
          <a:chExt cx="0" cy="0"/>
        </a:xfrm>
      </p:grpSpPr>
      <p:sp>
        <p:nvSpPr>
          <p:cNvPr id="7" name="Rectangle 6"/>
          <p:cNvSpPr/>
          <p:nvPr userDrawn="1"/>
        </p:nvSpPr>
        <p:spPr>
          <a:xfrm>
            <a:off x="0" y="0"/>
            <a:ext cx="9144000" cy="5143499"/>
          </a:xfrm>
          <a:prstGeom prst="rect">
            <a:avLst/>
          </a:prstGeom>
          <a:solidFill>
            <a:srgbClr val="00394F"/>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6" name="Title 1"/>
          <p:cNvSpPr>
            <a:spLocks noGrp="1"/>
          </p:cNvSpPr>
          <p:nvPr>
            <p:ph type="ctrTitle"/>
          </p:nvPr>
        </p:nvSpPr>
        <p:spPr>
          <a:xfrm>
            <a:off x="416425" y="915409"/>
            <a:ext cx="7598042" cy="2569946"/>
          </a:xfrm>
          <a:prstGeom prst="rect">
            <a:avLst/>
          </a:prstGeom>
        </p:spPr>
        <p:txBody>
          <a:bodyPr anchor="b">
            <a:noAutofit/>
          </a:bodyPr>
          <a:lstStyle>
            <a:lvl1pPr marL="0" indent="0" algn="l">
              <a:lnSpc>
                <a:spcPct val="90000"/>
              </a:lnSpc>
              <a:buFont typeface="Arial" panose="020B0604020202020204" pitchFamily="34" charset="0"/>
              <a:buNone/>
              <a:defRPr sz="4600" b="0" i="0" spc="0" baseline="0">
                <a:solidFill>
                  <a:schemeClr val="accent5"/>
                </a:solidFill>
                <a:latin typeface="+mj-lt"/>
                <a:cs typeface="CiscoSans Thin"/>
              </a:defRPr>
            </a:lvl1pPr>
          </a:lstStyle>
          <a:p>
            <a:r>
              <a:rPr lang="en-US"/>
              <a:t>Click to edit Master title style</a:t>
            </a:r>
            <a:endParaRPr lang="en-US" dirty="0"/>
          </a:p>
        </p:txBody>
      </p:sp>
      <p:sp>
        <p:nvSpPr>
          <p:cNvPr id="8" name="Rectangle 7"/>
          <p:cNvSpPr>
            <a:spLocks noChangeArrowheads="1"/>
          </p:cNvSpPr>
          <p:nvPr userDrawn="1"/>
        </p:nvSpPr>
        <p:spPr bwMode="ltGray">
          <a:xfrm>
            <a:off x="8515707" y="4742907"/>
            <a:ext cx="218414" cy="154518"/>
          </a:xfrm>
          <a:prstGeom prst="rect">
            <a:avLst/>
          </a:prstGeom>
          <a:noFill/>
          <a:ln w="9525" algn="ctr">
            <a:noFill/>
            <a:miter lim="800000"/>
          </a:ln>
          <a:effectLst/>
        </p:spPr>
        <p:txBody>
          <a:bodyPr wrap="none" lIns="61586" tIns="30792" rIns="61586" bIns="30792" anchor="b">
            <a:spAutoFit/>
          </a:bodyPr>
          <a:lstStyle/>
          <a:p>
            <a:pPr algn="r" defTabSz="610870" rtl="0" fontAlgn="auto">
              <a:spcBef>
                <a:spcPts val="0"/>
              </a:spcBef>
              <a:spcAft>
                <a:spcPts val="0"/>
              </a:spcAft>
              <a:defRPr/>
            </a:pPr>
            <a:fld id="{6A1E46DC-7EF6-4EA2-B285-14272867D133}" type="slidenum">
              <a:rPr sz="600">
                <a:solidFill>
                  <a:schemeClr val="accent5">
                    <a:lumMod val="50000"/>
                  </a:schemeClr>
                </a:solidFill>
                <a:latin typeface="+mn-lt"/>
                <a:ea typeface="+mn-ea"/>
                <a:cs typeface="CiscoSans Thin"/>
              </a:rPr>
            </a:fld>
            <a:endParaRPr sz="600">
              <a:solidFill>
                <a:schemeClr val="accent5">
                  <a:lumMod val="50000"/>
                </a:schemeClr>
              </a:solidFill>
              <a:latin typeface="+mn-lt"/>
              <a:ea typeface="+mn-ea"/>
              <a:cs typeface="CiscoSans Thin"/>
            </a:endParaRPr>
          </a:p>
        </p:txBody>
      </p:sp>
      <p:sp>
        <p:nvSpPr>
          <p:cNvPr id="9" name="Rectangle 4"/>
          <p:cNvSpPr>
            <a:spLocks noChangeArrowheads="1"/>
          </p:cNvSpPr>
          <p:nvPr userDrawn="1"/>
        </p:nvSpPr>
        <p:spPr bwMode="ltGray">
          <a:xfrm>
            <a:off x="5867508" y="4741653"/>
            <a:ext cx="2658018" cy="154518"/>
          </a:xfrm>
          <a:prstGeom prst="rect">
            <a:avLst/>
          </a:prstGeom>
          <a:noFill/>
          <a:ln w="9525">
            <a:noFill/>
            <a:miter lim="800000"/>
          </a:ln>
          <a:effectLst/>
        </p:spPr>
        <p:txBody>
          <a:bodyPr lIns="61586" tIns="30792" rIns="61586" bIns="30792" anchor="b">
            <a:spAutoFit/>
          </a:bodyPr>
          <a:lstStyle/>
          <a:p>
            <a:pPr defTabSz="610870" rtl="0" fontAlgn="auto">
              <a:spcBef>
                <a:spcPts val="0"/>
              </a:spcBef>
              <a:spcAft>
                <a:spcPts val="0"/>
              </a:spcAft>
              <a:defRPr/>
            </a:pPr>
            <a:r>
              <a:rPr lang="pt-BR" sz="600">
                <a:solidFill>
                  <a:schemeClr val="accent5">
                    <a:lumMod val="50000"/>
                  </a:schemeClr>
                </a:solidFill>
                <a:latin typeface="+mn-lt"/>
                <a:ea typeface="+mn-ea"/>
                <a:cs typeface="CiscoSans Thin"/>
              </a:rPr>
              <a:t>© 2016 Cisco e/ou suas afiliadas. Todos os direitos reservados.   Confidencial da Cisco</a:t>
            </a:r>
            <a:endParaRPr lang="pt-BR" sz="600">
              <a:solidFill>
                <a:schemeClr val="accent5">
                  <a:lumMod val="50000"/>
                </a:schemeClr>
              </a:solidFill>
              <a:latin typeface="+mn-lt"/>
              <a:ea typeface="+mn-ea"/>
              <a:cs typeface="CiscoSans Thin"/>
            </a:endParaRPr>
          </a:p>
        </p:txBody>
      </p:sp>
      <p:grpSp>
        <p:nvGrpSpPr>
          <p:cNvPr id="11" name="Group 4"/>
          <p:cNvGrpSpPr>
            <a:grpSpLocks noChangeAspect="1"/>
          </p:cNvGrpSpPr>
          <p:nvPr userDrawn="1"/>
        </p:nvGrpSpPr>
        <p:grpSpPr bwMode="auto">
          <a:xfrm>
            <a:off x="508039" y="4715197"/>
            <a:ext cx="340257" cy="180974"/>
            <a:chOff x="310" y="249"/>
            <a:chExt cx="502" cy="267"/>
          </a:xfrm>
          <a:solidFill>
            <a:srgbClr val="086D8E"/>
          </a:solidFill>
        </p:grpSpPr>
        <p:sp>
          <p:nvSpPr>
            <p:cNvPr id="12" name="Rectangle 5"/>
            <p:cNvSpPr>
              <a:spLocks noChangeArrowheads="1"/>
            </p:cNvSpPr>
            <p:nvPr userDrawn="1"/>
          </p:nvSpPr>
          <p:spPr bwMode="auto">
            <a:xfrm>
              <a:off x="452" y="426"/>
              <a:ext cx="22" cy="88"/>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p>
              <a:endParaRPr lang="en-US" dirty="0"/>
            </a:p>
          </p:txBody>
        </p:sp>
        <p:sp>
          <p:nvSpPr>
            <p:cNvPr id="13" name="Freeform 6"/>
            <p:cNvSpPr/>
            <p:nvPr userDrawn="1"/>
          </p:nvSpPr>
          <p:spPr bwMode="auto">
            <a:xfrm>
              <a:off x="585" y="425"/>
              <a:ext cx="66" cy="91"/>
            </a:xfrm>
            <a:custGeom>
              <a:avLst/>
              <a:gdLst>
                <a:gd name="T0" fmla="*/ 51 w 51"/>
                <a:gd name="T1" fmla="*/ 20 h 69"/>
                <a:gd name="T2" fmla="*/ 37 w 51"/>
                <a:gd name="T3" fmla="*/ 16 h 69"/>
                <a:gd name="T4" fmla="*/ 18 w 51"/>
                <a:gd name="T5" fmla="*/ 34 h 69"/>
                <a:gd name="T6" fmla="*/ 37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7" y="16"/>
                  </a:cubicBezTo>
                  <a:cubicBezTo>
                    <a:pt x="26" y="16"/>
                    <a:pt x="18" y="24"/>
                    <a:pt x="18" y="34"/>
                  </a:cubicBezTo>
                  <a:cubicBezTo>
                    <a:pt x="18" y="44"/>
                    <a:pt x="25" y="52"/>
                    <a:pt x="37" y="52"/>
                  </a:cubicBezTo>
                  <a:cubicBezTo>
                    <a:pt x="45"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en-US" dirty="0"/>
            </a:p>
          </p:txBody>
        </p:sp>
        <p:sp>
          <p:nvSpPr>
            <p:cNvPr id="14" name="Freeform 7"/>
            <p:cNvSpPr/>
            <p:nvPr userDrawn="1"/>
          </p:nvSpPr>
          <p:spPr bwMode="auto">
            <a:xfrm>
              <a:off x="355" y="425"/>
              <a:ext cx="67" cy="91"/>
            </a:xfrm>
            <a:custGeom>
              <a:avLst/>
              <a:gdLst>
                <a:gd name="T0" fmla="*/ 51 w 51"/>
                <a:gd name="T1" fmla="*/ 20 h 69"/>
                <a:gd name="T2" fmla="*/ 36 w 51"/>
                <a:gd name="T3" fmla="*/ 16 h 69"/>
                <a:gd name="T4" fmla="*/ 18 w 51"/>
                <a:gd name="T5" fmla="*/ 34 h 69"/>
                <a:gd name="T6" fmla="*/ 36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6" y="16"/>
                  </a:cubicBezTo>
                  <a:cubicBezTo>
                    <a:pt x="25" y="16"/>
                    <a:pt x="18" y="24"/>
                    <a:pt x="18" y="34"/>
                  </a:cubicBezTo>
                  <a:cubicBezTo>
                    <a:pt x="18" y="44"/>
                    <a:pt x="25" y="52"/>
                    <a:pt x="36" y="52"/>
                  </a:cubicBezTo>
                  <a:cubicBezTo>
                    <a:pt x="44"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en-US" dirty="0"/>
            </a:p>
          </p:txBody>
        </p:sp>
        <p:sp>
          <p:nvSpPr>
            <p:cNvPr id="15" name="Freeform 8"/>
            <p:cNvSpPr>
              <a:spLocks noEditPoints="1"/>
            </p:cNvSpPr>
            <p:nvPr userDrawn="1"/>
          </p:nvSpPr>
          <p:spPr bwMode="auto">
            <a:xfrm>
              <a:off x="675" y="425"/>
              <a:ext cx="91" cy="91"/>
            </a:xfrm>
            <a:custGeom>
              <a:avLst/>
              <a:gdLst>
                <a:gd name="T0" fmla="*/ 70 w 70"/>
                <a:gd name="T1" fmla="*/ 34 h 69"/>
                <a:gd name="T2" fmla="*/ 35 w 70"/>
                <a:gd name="T3" fmla="*/ 69 h 69"/>
                <a:gd name="T4" fmla="*/ 0 w 70"/>
                <a:gd name="T5" fmla="*/ 34 h 69"/>
                <a:gd name="T6" fmla="*/ 35 w 70"/>
                <a:gd name="T7" fmla="*/ 0 h 69"/>
                <a:gd name="T8" fmla="*/ 70 w 70"/>
                <a:gd name="T9" fmla="*/ 34 h 69"/>
                <a:gd name="T10" fmla="*/ 35 w 70"/>
                <a:gd name="T11" fmla="*/ 17 h 69"/>
                <a:gd name="T12" fmla="*/ 18 w 70"/>
                <a:gd name="T13" fmla="*/ 34 h 69"/>
                <a:gd name="T14" fmla="*/ 35 w 70"/>
                <a:gd name="T15" fmla="*/ 52 h 69"/>
                <a:gd name="T16" fmla="*/ 52 w 70"/>
                <a:gd name="T17" fmla="*/ 34 h 69"/>
                <a:gd name="T18" fmla="*/ 35 w 70"/>
                <a:gd name="T19" fmla="*/ 17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70" h="69">
                  <a:moveTo>
                    <a:pt x="70" y="34"/>
                  </a:moveTo>
                  <a:cubicBezTo>
                    <a:pt x="70" y="53"/>
                    <a:pt x="56" y="69"/>
                    <a:pt x="35" y="69"/>
                  </a:cubicBezTo>
                  <a:cubicBezTo>
                    <a:pt x="14" y="69"/>
                    <a:pt x="0" y="53"/>
                    <a:pt x="0" y="34"/>
                  </a:cubicBezTo>
                  <a:cubicBezTo>
                    <a:pt x="0" y="15"/>
                    <a:pt x="14" y="0"/>
                    <a:pt x="35" y="0"/>
                  </a:cubicBezTo>
                  <a:cubicBezTo>
                    <a:pt x="56" y="0"/>
                    <a:pt x="70" y="15"/>
                    <a:pt x="70" y="34"/>
                  </a:cubicBezTo>
                  <a:close/>
                  <a:moveTo>
                    <a:pt x="35" y="17"/>
                  </a:moveTo>
                  <a:cubicBezTo>
                    <a:pt x="25" y="17"/>
                    <a:pt x="18" y="25"/>
                    <a:pt x="18" y="34"/>
                  </a:cubicBezTo>
                  <a:cubicBezTo>
                    <a:pt x="18" y="44"/>
                    <a:pt x="25" y="52"/>
                    <a:pt x="35" y="52"/>
                  </a:cubicBezTo>
                  <a:cubicBezTo>
                    <a:pt x="45" y="52"/>
                    <a:pt x="52" y="44"/>
                    <a:pt x="52" y="34"/>
                  </a:cubicBezTo>
                  <a:cubicBezTo>
                    <a:pt x="52" y="25"/>
                    <a:pt x="45" y="17"/>
                    <a:pt x="35" y="17"/>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en-US" dirty="0"/>
            </a:p>
          </p:txBody>
        </p:sp>
        <p:sp>
          <p:nvSpPr>
            <p:cNvPr id="16" name="Freeform 9"/>
            <p:cNvSpPr/>
            <p:nvPr userDrawn="1"/>
          </p:nvSpPr>
          <p:spPr bwMode="auto">
            <a:xfrm>
              <a:off x="503" y="425"/>
              <a:ext cx="60" cy="91"/>
            </a:xfrm>
            <a:custGeom>
              <a:avLst/>
              <a:gdLst>
                <a:gd name="T0" fmla="*/ 42 w 46"/>
                <a:gd name="T1" fmla="*/ 16 h 69"/>
                <a:gd name="T2" fmla="*/ 29 w 46"/>
                <a:gd name="T3" fmla="*/ 14 h 69"/>
                <a:gd name="T4" fmla="*/ 18 w 46"/>
                <a:gd name="T5" fmla="*/ 20 h 69"/>
                <a:gd name="T6" fmla="*/ 26 w 46"/>
                <a:gd name="T7" fmla="*/ 26 h 69"/>
                <a:gd name="T8" fmla="*/ 30 w 46"/>
                <a:gd name="T9" fmla="*/ 27 h 69"/>
                <a:gd name="T10" fmla="*/ 46 w 46"/>
                <a:gd name="T11" fmla="*/ 47 h 69"/>
                <a:gd name="T12" fmla="*/ 19 w 46"/>
                <a:gd name="T13" fmla="*/ 69 h 69"/>
                <a:gd name="T14" fmla="*/ 1 w 46"/>
                <a:gd name="T15" fmla="*/ 67 h 69"/>
                <a:gd name="T16" fmla="*/ 1 w 46"/>
                <a:gd name="T17" fmla="*/ 52 h 69"/>
                <a:gd name="T18" fmla="*/ 16 w 46"/>
                <a:gd name="T19" fmla="*/ 54 h 69"/>
                <a:gd name="T20" fmla="*/ 29 w 46"/>
                <a:gd name="T21" fmla="*/ 48 h 69"/>
                <a:gd name="T22" fmla="*/ 21 w 46"/>
                <a:gd name="T23" fmla="*/ 41 h 69"/>
                <a:gd name="T24" fmla="*/ 18 w 46"/>
                <a:gd name="T25" fmla="*/ 40 h 69"/>
                <a:gd name="T26" fmla="*/ 0 w 46"/>
                <a:gd name="T27" fmla="*/ 21 h 69"/>
                <a:gd name="T28" fmla="*/ 25 w 46"/>
                <a:gd name="T29" fmla="*/ 0 h 69"/>
                <a:gd name="T30" fmla="*/ 42 w 46"/>
                <a:gd name="T31" fmla="*/ 2 h 69"/>
                <a:gd name="T32" fmla="*/ 42 w 46"/>
                <a:gd name="T33" fmla="*/ 16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46" h="69">
                  <a:moveTo>
                    <a:pt x="42" y="16"/>
                  </a:moveTo>
                  <a:cubicBezTo>
                    <a:pt x="41" y="16"/>
                    <a:pt x="34" y="14"/>
                    <a:pt x="29" y="14"/>
                  </a:cubicBezTo>
                  <a:cubicBezTo>
                    <a:pt x="22" y="14"/>
                    <a:pt x="18" y="16"/>
                    <a:pt x="18" y="20"/>
                  </a:cubicBezTo>
                  <a:cubicBezTo>
                    <a:pt x="18" y="24"/>
                    <a:pt x="23" y="25"/>
                    <a:pt x="26" y="26"/>
                  </a:cubicBezTo>
                  <a:cubicBezTo>
                    <a:pt x="30" y="27"/>
                    <a:pt x="30" y="27"/>
                    <a:pt x="30" y="27"/>
                  </a:cubicBezTo>
                  <a:cubicBezTo>
                    <a:pt x="41" y="31"/>
                    <a:pt x="46" y="38"/>
                    <a:pt x="46" y="47"/>
                  </a:cubicBezTo>
                  <a:cubicBezTo>
                    <a:pt x="46" y="63"/>
                    <a:pt x="32" y="69"/>
                    <a:pt x="19" y="69"/>
                  </a:cubicBezTo>
                  <a:cubicBezTo>
                    <a:pt x="10" y="69"/>
                    <a:pt x="1" y="67"/>
                    <a:pt x="1" y="67"/>
                  </a:cubicBezTo>
                  <a:cubicBezTo>
                    <a:pt x="1" y="52"/>
                    <a:pt x="1" y="52"/>
                    <a:pt x="1" y="52"/>
                  </a:cubicBezTo>
                  <a:cubicBezTo>
                    <a:pt x="2" y="52"/>
                    <a:pt x="9" y="54"/>
                    <a:pt x="16" y="54"/>
                  </a:cubicBezTo>
                  <a:cubicBezTo>
                    <a:pt x="25" y="54"/>
                    <a:pt x="29" y="52"/>
                    <a:pt x="29" y="48"/>
                  </a:cubicBezTo>
                  <a:cubicBezTo>
                    <a:pt x="29" y="45"/>
                    <a:pt x="25" y="43"/>
                    <a:pt x="21" y="41"/>
                  </a:cubicBezTo>
                  <a:cubicBezTo>
                    <a:pt x="20" y="41"/>
                    <a:pt x="19" y="41"/>
                    <a:pt x="18" y="40"/>
                  </a:cubicBezTo>
                  <a:cubicBezTo>
                    <a:pt x="8" y="37"/>
                    <a:pt x="0" y="32"/>
                    <a:pt x="0" y="21"/>
                  </a:cubicBezTo>
                  <a:cubicBezTo>
                    <a:pt x="0" y="8"/>
                    <a:pt x="10" y="0"/>
                    <a:pt x="25" y="0"/>
                  </a:cubicBezTo>
                  <a:cubicBezTo>
                    <a:pt x="34" y="0"/>
                    <a:pt x="41" y="2"/>
                    <a:pt x="42" y="2"/>
                  </a:cubicBezTo>
                  <a:lnTo>
                    <a:pt x="42" y="16"/>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en-US" dirty="0"/>
            </a:p>
          </p:txBody>
        </p:sp>
        <p:sp>
          <p:nvSpPr>
            <p:cNvPr id="17" name="Freeform 10"/>
            <p:cNvSpPr/>
            <p:nvPr userDrawn="1"/>
          </p:nvSpPr>
          <p:spPr bwMode="auto">
            <a:xfrm>
              <a:off x="31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en-US" dirty="0"/>
            </a:p>
          </p:txBody>
        </p:sp>
        <p:sp>
          <p:nvSpPr>
            <p:cNvPr id="18" name="Freeform 11"/>
            <p:cNvSpPr/>
            <p:nvPr userDrawn="1"/>
          </p:nvSpPr>
          <p:spPr bwMode="auto">
            <a:xfrm>
              <a:off x="37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en-US" dirty="0"/>
            </a:p>
          </p:txBody>
        </p:sp>
        <p:sp>
          <p:nvSpPr>
            <p:cNvPr id="19" name="Freeform 12"/>
            <p:cNvSpPr/>
            <p:nvPr userDrawn="1"/>
          </p:nvSpPr>
          <p:spPr bwMode="auto">
            <a:xfrm>
              <a:off x="430" y="249"/>
              <a:ext cx="22" cy="139"/>
            </a:xfrm>
            <a:custGeom>
              <a:avLst/>
              <a:gdLst>
                <a:gd name="T0" fmla="*/ 17 w 17"/>
                <a:gd name="T1" fmla="*/ 8 h 106"/>
                <a:gd name="T2" fmla="*/ 8 w 17"/>
                <a:gd name="T3" fmla="*/ 0 h 106"/>
                <a:gd name="T4" fmla="*/ 0 w 17"/>
                <a:gd name="T5" fmla="*/ 8 h 106"/>
                <a:gd name="T6" fmla="*/ 0 w 17"/>
                <a:gd name="T7" fmla="*/ 97 h 106"/>
                <a:gd name="T8" fmla="*/ 8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8" y="0"/>
                  </a:cubicBezTo>
                  <a:cubicBezTo>
                    <a:pt x="4" y="0"/>
                    <a:pt x="0" y="4"/>
                    <a:pt x="0" y="8"/>
                  </a:cubicBezTo>
                  <a:cubicBezTo>
                    <a:pt x="0" y="97"/>
                    <a:pt x="0" y="97"/>
                    <a:pt x="0" y="97"/>
                  </a:cubicBezTo>
                  <a:cubicBezTo>
                    <a:pt x="0" y="102"/>
                    <a:pt x="4" y="106"/>
                    <a:pt x="8"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en-US" dirty="0"/>
            </a:p>
          </p:txBody>
        </p:sp>
        <p:sp>
          <p:nvSpPr>
            <p:cNvPr id="20" name="Freeform 13"/>
            <p:cNvSpPr/>
            <p:nvPr userDrawn="1"/>
          </p:nvSpPr>
          <p:spPr bwMode="auto">
            <a:xfrm>
              <a:off x="49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en-US" dirty="0"/>
            </a:p>
          </p:txBody>
        </p:sp>
        <p:sp>
          <p:nvSpPr>
            <p:cNvPr id="21" name="Freeform 14"/>
            <p:cNvSpPr/>
            <p:nvPr userDrawn="1"/>
          </p:nvSpPr>
          <p:spPr bwMode="auto">
            <a:xfrm>
              <a:off x="55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en-US" dirty="0"/>
            </a:p>
          </p:txBody>
        </p:sp>
        <p:sp>
          <p:nvSpPr>
            <p:cNvPr id="22" name="Freeform 15"/>
            <p:cNvSpPr/>
            <p:nvPr userDrawn="1"/>
          </p:nvSpPr>
          <p:spPr bwMode="auto">
            <a:xfrm>
              <a:off x="61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en-US" dirty="0"/>
            </a:p>
          </p:txBody>
        </p:sp>
        <p:sp>
          <p:nvSpPr>
            <p:cNvPr id="23" name="Freeform 16"/>
            <p:cNvSpPr/>
            <p:nvPr userDrawn="1"/>
          </p:nvSpPr>
          <p:spPr bwMode="auto">
            <a:xfrm>
              <a:off x="670" y="249"/>
              <a:ext cx="22" cy="139"/>
            </a:xfrm>
            <a:custGeom>
              <a:avLst/>
              <a:gdLst>
                <a:gd name="T0" fmla="*/ 17 w 17"/>
                <a:gd name="T1" fmla="*/ 8 h 106"/>
                <a:gd name="T2" fmla="*/ 9 w 17"/>
                <a:gd name="T3" fmla="*/ 0 h 106"/>
                <a:gd name="T4" fmla="*/ 0 w 17"/>
                <a:gd name="T5" fmla="*/ 8 h 106"/>
                <a:gd name="T6" fmla="*/ 0 w 17"/>
                <a:gd name="T7" fmla="*/ 97 h 106"/>
                <a:gd name="T8" fmla="*/ 9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9" y="0"/>
                  </a:cubicBezTo>
                  <a:cubicBezTo>
                    <a:pt x="4" y="0"/>
                    <a:pt x="0" y="4"/>
                    <a:pt x="0" y="8"/>
                  </a:cubicBezTo>
                  <a:cubicBezTo>
                    <a:pt x="0" y="97"/>
                    <a:pt x="0" y="97"/>
                    <a:pt x="0" y="97"/>
                  </a:cubicBezTo>
                  <a:cubicBezTo>
                    <a:pt x="0" y="102"/>
                    <a:pt x="4" y="106"/>
                    <a:pt x="9"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en-US" dirty="0"/>
            </a:p>
          </p:txBody>
        </p:sp>
        <p:sp>
          <p:nvSpPr>
            <p:cNvPr id="24" name="Freeform 17"/>
            <p:cNvSpPr/>
            <p:nvPr userDrawn="1"/>
          </p:nvSpPr>
          <p:spPr bwMode="auto">
            <a:xfrm>
              <a:off x="73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en-US" dirty="0"/>
            </a:p>
          </p:txBody>
        </p:sp>
        <p:sp>
          <p:nvSpPr>
            <p:cNvPr id="25" name="Freeform 18"/>
            <p:cNvSpPr/>
            <p:nvPr userDrawn="1"/>
          </p:nvSpPr>
          <p:spPr bwMode="auto">
            <a:xfrm>
              <a:off x="790" y="321"/>
              <a:ext cx="22" cy="45"/>
            </a:xfrm>
            <a:custGeom>
              <a:avLst/>
              <a:gdLst>
                <a:gd name="T0" fmla="*/ 17 w 17"/>
                <a:gd name="T1" fmla="*/ 8 h 34"/>
                <a:gd name="T2" fmla="*/ 9 w 17"/>
                <a:gd name="T3" fmla="*/ 0 h 34"/>
                <a:gd name="T4" fmla="*/ 0 w 17"/>
                <a:gd name="T5" fmla="*/ 8 h 34"/>
                <a:gd name="T6" fmla="*/ 0 w 17"/>
                <a:gd name="T7" fmla="*/ 26 h 34"/>
                <a:gd name="T8" fmla="*/ 9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9" y="0"/>
                  </a:cubicBezTo>
                  <a:cubicBezTo>
                    <a:pt x="4" y="0"/>
                    <a:pt x="0" y="3"/>
                    <a:pt x="0" y="8"/>
                  </a:cubicBezTo>
                  <a:cubicBezTo>
                    <a:pt x="0" y="26"/>
                    <a:pt x="0" y="26"/>
                    <a:pt x="0" y="26"/>
                  </a:cubicBezTo>
                  <a:cubicBezTo>
                    <a:pt x="0" y="30"/>
                    <a:pt x="4" y="34"/>
                    <a:pt x="9"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en-US" dirty="0"/>
            </a:p>
          </p:txBody>
        </p:sp>
      </p:grpSp>
    </p:spTree>
  </p:cSld>
  <p:clrMapOvr>
    <a:masterClrMapping/>
  </p:clrMapOvr>
  <p:transition spd="slow">
    <p:wipe/>
  </p:transition>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Multi_Slide">
    <p:spTree>
      <p:nvGrpSpPr>
        <p:cNvPr id="1" name=""/>
        <p:cNvGrpSpPr/>
        <p:nvPr/>
      </p:nvGrpSpPr>
      <p:grpSpPr>
        <a:xfrm>
          <a:off x="0" y="0"/>
          <a:ext cx="0" cy="0"/>
          <a:chOff x="0" y="0"/>
          <a:chExt cx="0" cy="0"/>
        </a:xfrm>
      </p:grpSpPr>
      <p:sp>
        <p:nvSpPr>
          <p:cNvPr id="5" name="Content Placeholder 2"/>
          <p:cNvSpPr>
            <a:spLocks noGrp="1"/>
          </p:cNvSpPr>
          <p:nvPr>
            <p:ph idx="1"/>
          </p:nvPr>
        </p:nvSpPr>
        <p:spPr>
          <a:xfrm>
            <a:off x="474662" y="1347788"/>
            <a:ext cx="8280057" cy="3073946"/>
          </a:xfrm>
          <a:prstGeom prst="rect">
            <a:avLst/>
          </a:prstGeom>
        </p:spPr>
        <p:txBody>
          <a:bodyPr lIns="91420" tIns="45710" rIns="91420" bIns="45710">
            <a:noAutofit/>
          </a:bodyPr>
          <a:lstStyle>
            <a:lvl1pPr marL="285750" marR="0" indent="-285750" algn="ctr" defTabSz="457200" rtl="0" eaLnBrk="1" fontAlgn="auto" latinLnBrk="0" hangingPunct="1">
              <a:lnSpc>
                <a:spcPct val="100000"/>
              </a:lnSpc>
              <a:spcBef>
                <a:spcPct val="20000"/>
              </a:spcBef>
              <a:spcAft>
                <a:spcPts val="0"/>
              </a:spcAft>
              <a:buClrTx/>
              <a:buSzTx/>
              <a:buFont typeface="Arial" panose="020B0604020202020204"/>
              <a:buNone/>
              <a:defRPr sz="2000" b="0" i="0" baseline="0">
                <a:solidFill>
                  <a:schemeClr val="bg1"/>
                </a:solidFill>
                <a:latin typeface="+mn-lt"/>
                <a:cs typeface="CiscoSans ExtraLight"/>
              </a:defRPr>
            </a:lvl1pPr>
          </a:lstStyle>
          <a:p>
            <a:pPr lvl="0"/>
            <a:r>
              <a:rPr lang="en-US"/>
              <a:t>Click to edit Master text styles</a:t>
            </a:r>
            <a:endParaRPr lang="en-US"/>
          </a:p>
        </p:txBody>
      </p:sp>
      <p:sp>
        <p:nvSpPr>
          <p:cNvPr id="4" name="Title Placeholder 5"/>
          <p:cNvSpPr>
            <a:spLocks noGrp="1"/>
          </p:cNvSpPr>
          <p:nvPr>
            <p:ph type="title"/>
          </p:nvPr>
        </p:nvSpPr>
        <p:spPr bwMode="auto">
          <a:xfrm>
            <a:off x="437766" y="341313"/>
            <a:ext cx="8345488" cy="7318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rgbClr val="004C69"/>
                </a:solidFill>
              </a:defRPr>
            </a:lvl1pPr>
          </a:lstStyle>
          <a:p>
            <a:pPr lvl="0"/>
            <a:r>
              <a:rPr lang="en-US"/>
              <a:t>Click to edit Master title style</a:t>
            </a:r>
            <a:endParaRPr lang="en-GB" dirty="0"/>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Blank Slide">
    <p:spTree>
      <p:nvGrpSpPr>
        <p:cNvPr id="1" name=""/>
        <p:cNvGrpSpPr/>
        <p:nvPr/>
      </p:nvGrpSpPr>
      <p:grpSpPr>
        <a:xfrm>
          <a:off x="0" y="0"/>
          <a:ext cx="0" cy="0"/>
          <a:chOff x="0" y="0"/>
          <a:chExt cx="0" cy="0"/>
        </a:xfrm>
      </p:grpSpPr>
    </p:spTree>
  </p:cSld>
  <p:clrMapOvr>
    <a:overrideClrMapping bg1="lt1" tx1="dk1" bg2="lt2" tx2="dk2" accent1="accent1" accent2="accent2" accent3="accent3" accent4="accent4" accent5="accent5" accent6="accent6" hlink="hlink" folHlink="folHlink"/>
  </p:clrMapOvr>
  <p:transition spd="med">
    <p:fade/>
  </p:transition>
</p:sldLayout>
</file>

<file path=ppt/slideLayouts/slideLayout7.xml><?xml version="1.0" encoding="utf-8"?>
<p:sldLayout xmlns:a="http://schemas.openxmlformats.org/drawingml/2006/main" xmlns:r="http://schemas.openxmlformats.org/officeDocument/2006/relationships" xmlns:p="http://schemas.openxmlformats.org/presentationml/2006/main" preserve="1">
  <p:cSld name="2_Circled_Bullets">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solidFill>
                  <a:schemeClr val="accent1"/>
                </a:solidFill>
              </a:defRPr>
            </a:lvl1pPr>
          </a:lstStyle>
          <a:p>
            <a:r>
              <a:rPr lang="en-US"/>
              <a:t>Click to edit Master title style</a:t>
            </a:r>
            <a:endParaRPr lang="en-US" dirty="0"/>
          </a:p>
        </p:txBody>
      </p:sp>
      <p:sp>
        <p:nvSpPr>
          <p:cNvPr id="12" name="Oval 11"/>
          <p:cNvSpPr/>
          <p:nvPr/>
        </p:nvSpPr>
        <p:spPr>
          <a:xfrm>
            <a:off x="575610" y="2552550"/>
            <a:ext cx="698624" cy="698624"/>
          </a:xfrm>
          <a:prstGeom prst="ellipse">
            <a:avLst/>
          </a:prstGeom>
          <a:solidFill>
            <a:schemeClr val="bg2"/>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4000" dirty="0">
              <a:solidFill>
                <a:srgbClr val="FFFFFF"/>
              </a:solidFill>
              <a:cs typeface="Arial" panose="020B0604020202020204"/>
            </a:endParaRPr>
          </a:p>
        </p:txBody>
      </p:sp>
      <p:sp>
        <p:nvSpPr>
          <p:cNvPr id="15" name="Oval 14"/>
          <p:cNvSpPr/>
          <p:nvPr/>
        </p:nvSpPr>
        <p:spPr>
          <a:xfrm>
            <a:off x="575610" y="1426607"/>
            <a:ext cx="698624" cy="698624"/>
          </a:xfrm>
          <a:prstGeom prst="ellipse">
            <a:avLst/>
          </a:prstGeom>
          <a:solidFill>
            <a:srgbClr val="00394F"/>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4000" dirty="0">
              <a:ln>
                <a:solidFill>
                  <a:schemeClr val="bg2"/>
                </a:solidFill>
              </a:ln>
              <a:solidFill>
                <a:schemeClr val="bg1"/>
              </a:solidFill>
              <a:cs typeface="Arial" panose="020B0604020202020204"/>
            </a:endParaRPr>
          </a:p>
        </p:txBody>
      </p:sp>
      <p:sp>
        <p:nvSpPr>
          <p:cNvPr id="22" name="Oval 21"/>
          <p:cNvSpPr/>
          <p:nvPr/>
        </p:nvSpPr>
        <p:spPr>
          <a:xfrm>
            <a:off x="575610" y="3653093"/>
            <a:ext cx="698624" cy="698624"/>
          </a:xfrm>
          <a:prstGeom prst="ellipse">
            <a:avLst/>
          </a:prstGeom>
          <a:solidFill>
            <a:schemeClr val="accent5"/>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4000" dirty="0">
              <a:solidFill>
                <a:srgbClr val="049FD9"/>
              </a:solidFill>
              <a:cs typeface="Arial" panose="020B0604020202020204"/>
            </a:endParaRPr>
          </a:p>
        </p:txBody>
      </p:sp>
      <p:sp>
        <p:nvSpPr>
          <p:cNvPr id="24" name="Text Placeholder 17"/>
          <p:cNvSpPr>
            <a:spLocks noGrp="1"/>
          </p:cNvSpPr>
          <p:nvPr>
            <p:ph type="body" sz="quarter" idx="13"/>
          </p:nvPr>
        </p:nvSpPr>
        <p:spPr>
          <a:xfrm>
            <a:off x="1365250" y="1432522"/>
            <a:ext cx="5473700" cy="693381"/>
          </a:xfrm>
          <a:prstGeom prst="rect">
            <a:avLst/>
          </a:prstGeom>
        </p:spPr>
        <p:txBody>
          <a:bodyPr lIns="91420" tIns="45710" rIns="91420" bIns="45710" anchor="ctr" anchorCtr="0">
            <a:noAutofit/>
          </a:bodyPr>
          <a:lstStyle>
            <a:lvl1pPr marL="0" indent="0" algn="l">
              <a:buNone/>
              <a:defRPr sz="2000" b="0" i="0" baseline="0">
                <a:solidFill>
                  <a:schemeClr val="accent1"/>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endParaRPr lang="en-US"/>
          </a:p>
        </p:txBody>
      </p:sp>
      <p:sp>
        <p:nvSpPr>
          <p:cNvPr id="25" name="Text Placeholder 17"/>
          <p:cNvSpPr>
            <a:spLocks noGrp="1"/>
          </p:cNvSpPr>
          <p:nvPr>
            <p:ph type="body" sz="quarter" idx="14"/>
          </p:nvPr>
        </p:nvSpPr>
        <p:spPr>
          <a:xfrm>
            <a:off x="1365250" y="2557793"/>
            <a:ext cx="5473700" cy="693381"/>
          </a:xfrm>
          <a:prstGeom prst="rect">
            <a:avLst/>
          </a:prstGeom>
        </p:spPr>
        <p:txBody>
          <a:bodyPr lIns="91420" tIns="45710" rIns="91420" bIns="45710" anchor="ctr" anchorCtr="0">
            <a:noAutofit/>
          </a:bodyPr>
          <a:lstStyle>
            <a:lvl1pPr marL="0" indent="0" algn="l">
              <a:buNone/>
              <a:defRPr sz="2000" b="0" i="0" baseline="0">
                <a:solidFill>
                  <a:schemeClr val="accent1"/>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endParaRPr lang="en-US"/>
          </a:p>
        </p:txBody>
      </p:sp>
      <p:sp>
        <p:nvSpPr>
          <p:cNvPr id="26" name="Text Placeholder 17"/>
          <p:cNvSpPr>
            <a:spLocks noGrp="1"/>
          </p:cNvSpPr>
          <p:nvPr>
            <p:ph type="body" sz="quarter" idx="15"/>
          </p:nvPr>
        </p:nvSpPr>
        <p:spPr>
          <a:xfrm>
            <a:off x="1365250" y="3653093"/>
            <a:ext cx="5473700" cy="693381"/>
          </a:xfrm>
          <a:prstGeom prst="rect">
            <a:avLst/>
          </a:prstGeom>
        </p:spPr>
        <p:txBody>
          <a:bodyPr lIns="91420" tIns="45710" rIns="91420" bIns="45710" anchor="ctr" anchorCtr="0">
            <a:noAutofit/>
          </a:bodyPr>
          <a:lstStyle>
            <a:lvl1pPr marL="0" indent="0" algn="l">
              <a:buNone/>
              <a:defRPr sz="2000" b="0" i="0" baseline="0">
                <a:solidFill>
                  <a:schemeClr val="accent1"/>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endParaRPr lang="en-US"/>
          </a:p>
        </p:txBody>
      </p:sp>
      <p:sp>
        <p:nvSpPr>
          <p:cNvPr id="28" name="Text Placeholder 17"/>
          <p:cNvSpPr>
            <a:spLocks noGrp="1"/>
          </p:cNvSpPr>
          <p:nvPr>
            <p:ph type="body" sz="quarter" idx="17" hasCustomPrompt="1"/>
          </p:nvPr>
        </p:nvSpPr>
        <p:spPr>
          <a:xfrm>
            <a:off x="575610" y="2552550"/>
            <a:ext cx="698624" cy="693381"/>
          </a:xfrm>
          <a:prstGeom prst="rect">
            <a:avLst/>
          </a:prstGeom>
        </p:spPr>
        <p:txBody>
          <a:bodyPr lIns="91420" tIns="45710" rIns="91420" bIns="45710" anchor="ctr" anchorCtr="0">
            <a:noAutofit/>
          </a:bodyPr>
          <a:lstStyle>
            <a:lvl1pPr marL="0" indent="0" algn="ctr">
              <a:buNone/>
              <a:defRPr sz="40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2</a:t>
            </a:r>
            <a:endParaRPr lang="en-US" dirty="0"/>
          </a:p>
        </p:txBody>
      </p:sp>
      <p:sp>
        <p:nvSpPr>
          <p:cNvPr id="29" name="Text Placeholder 17"/>
          <p:cNvSpPr>
            <a:spLocks noGrp="1"/>
          </p:cNvSpPr>
          <p:nvPr>
            <p:ph type="body" sz="quarter" idx="18" hasCustomPrompt="1"/>
          </p:nvPr>
        </p:nvSpPr>
        <p:spPr>
          <a:xfrm>
            <a:off x="575611" y="3651140"/>
            <a:ext cx="698624" cy="693381"/>
          </a:xfrm>
          <a:prstGeom prst="rect">
            <a:avLst/>
          </a:prstGeom>
          <a:ln>
            <a:noFill/>
          </a:ln>
        </p:spPr>
        <p:txBody>
          <a:bodyPr lIns="91420" tIns="45710" rIns="91420" bIns="45710" anchor="ctr" anchorCtr="0">
            <a:noAutofit/>
          </a:bodyPr>
          <a:lstStyle>
            <a:lvl1pPr marL="0" indent="0" algn="ctr">
              <a:buNone/>
              <a:defRPr sz="40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3</a:t>
            </a:r>
            <a:endParaRPr lang="en-US" dirty="0"/>
          </a:p>
        </p:txBody>
      </p:sp>
      <p:sp>
        <p:nvSpPr>
          <p:cNvPr id="13" name="Text Placeholder 17"/>
          <p:cNvSpPr>
            <a:spLocks noGrp="1"/>
          </p:cNvSpPr>
          <p:nvPr>
            <p:ph type="body" sz="quarter" idx="19" hasCustomPrompt="1"/>
          </p:nvPr>
        </p:nvSpPr>
        <p:spPr>
          <a:xfrm>
            <a:off x="575610" y="1427248"/>
            <a:ext cx="698624" cy="693381"/>
          </a:xfrm>
          <a:prstGeom prst="rect">
            <a:avLst/>
          </a:prstGeom>
        </p:spPr>
        <p:txBody>
          <a:bodyPr lIns="91420" tIns="45710" rIns="91420" bIns="45710" anchor="ctr" anchorCtr="0">
            <a:noAutofit/>
          </a:bodyPr>
          <a:lstStyle>
            <a:lvl1pPr marL="0" indent="0" algn="ctr">
              <a:buNone/>
              <a:defRPr sz="40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1</a:t>
            </a:r>
            <a:endParaRPr lang="en-US" dirty="0"/>
          </a:p>
        </p:txBody>
      </p:sp>
    </p:spTree>
  </p:cSld>
  <p:clrMapOvr>
    <a:masterClrMapping/>
  </p:clrMapOvr>
  <p:transition spd="slow">
    <p:wipe/>
  </p:transition>
</p:sldLayout>
</file>

<file path=ppt/slideLayouts/slideLayout8.xml><?xml version="1.0" encoding="utf-8"?>
<p:sldLayout xmlns:a="http://schemas.openxmlformats.org/drawingml/2006/main" xmlns:r="http://schemas.openxmlformats.org/officeDocument/2006/relationships" xmlns:p="http://schemas.openxmlformats.org/presentationml/2006/main" preserve="1">
  <p:cSld name="5_Circled_Bullets">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solidFill>
                  <a:schemeClr val="accent1"/>
                </a:solidFill>
              </a:defRPr>
            </a:lvl1pPr>
          </a:lstStyle>
          <a:p>
            <a:r>
              <a:rPr lang="en-US"/>
              <a:t>Click to edit Master title style</a:t>
            </a:r>
            <a:endParaRPr lang="en-US" dirty="0"/>
          </a:p>
        </p:txBody>
      </p:sp>
      <p:sp>
        <p:nvSpPr>
          <p:cNvPr id="12" name="Oval 11"/>
          <p:cNvSpPr/>
          <p:nvPr/>
        </p:nvSpPr>
        <p:spPr>
          <a:xfrm>
            <a:off x="575611" y="1979318"/>
            <a:ext cx="464815" cy="464815"/>
          </a:xfrm>
          <a:prstGeom prst="ellipse">
            <a:avLst/>
          </a:prstGeom>
          <a:solidFill>
            <a:srgbClr val="38C6F4"/>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4000" dirty="0">
              <a:ln>
                <a:solidFill>
                  <a:schemeClr val="bg2"/>
                </a:solidFill>
              </a:ln>
              <a:solidFill>
                <a:schemeClr val="accent5"/>
              </a:solidFill>
              <a:cs typeface="Arial" panose="020B0604020202020204"/>
            </a:endParaRPr>
          </a:p>
        </p:txBody>
      </p:sp>
      <p:sp>
        <p:nvSpPr>
          <p:cNvPr id="15" name="Oval 14"/>
          <p:cNvSpPr/>
          <p:nvPr/>
        </p:nvSpPr>
        <p:spPr>
          <a:xfrm>
            <a:off x="575610" y="1328927"/>
            <a:ext cx="464815" cy="464815"/>
          </a:xfrm>
          <a:prstGeom prst="ellipse">
            <a:avLst/>
          </a:prstGeom>
          <a:solidFill>
            <a:srgbClr val="00394F"/>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4000" dirty="0">
              <a:ln>
                <a:solidFill>
                  <a:schemeClr val="bg2"/>
                </a:solidFill>
              </a:ln>
              <a:solidFill>
                <a:schemeClr val="accent5"/>
              </a:solidFill>
              <a:cs typeface="Arial" panose="020B0604020202020204"/>
            </a:endParaRPr>
          </a:p>
        </p:txBody>
      </p:sp>
      <p:sp>
        <p:nvSpPr>
          <p:cNvPr id="22" name="Oval 21"/>
          <p:cNvSpPr/>
          <p:nvPr/>
        </p:nvSpPr>
        <p:spPr>
          <a:xfrm>
            <a:off x="575611" y="2627446"/>
            <a:ext cx="464815" cy="464815"/>
          </a:xfrm>
          <a:prstGeom prst="ellipse">
            <a:avLst/>
          </a:prstGeom>
          <a:solidFill>
            <a:schemeClr val="bg2"/>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4000" dirty="0">
              <a:ln>
                <a:solidFill>
                  <a:schemeClr val="bg2"/>
                </a:solidFill>
              </a:ln>
              <a:solidFill>
                <a:schemeClr val="accent5"/>
              </a:solidFill>
              <a:cs typeface="Arial" panose="020B0604020202020204"/>
            </a:endParaRPr>
          </a:p>
        </p:txBody>
      </p:sp>
      <p:sp>
        <p:nvSpPr>
          <p:cNvPr id="24" name="Text Placeholder 17"/>
          <p:cNvSpPr>
            <a:spLocks noGrp="1"/>
          </p:cNvSpPr>
          <p:nvPr>
            <p:ph type="body" sz="quarter" idx="13"/>
          </p:nvPr>
        </p:nvSpPr>
        <p:spPr>
          <a:xfrm>
            <a:off x="1172384" y="1334842"/>
            <a:ext cx="5678748" cy="461327"/>
          </a:xfrm>
          <a:prstGeom prst="rect">
            <a:avLst/>
          </a:prstGeom>
        </p:spPr>
        <p:txBody>
          <a:bodyPr lIns="91420" tIns="45710" rIns="91420" bIns="45710" anchor="ctr" anchorCtr="0">
            <a:noAutofit/>
          </a:bodyPr>
          <a:lstStyle>
            <a:lvl1pPr marL="0" indent="0" algn="l">
              <a:buNone/>
              <a:defRPr sz="2000" b="0" i="0" baseline="0">
                <a:solidFill>
                  <a:schemeClr val="accent1"/>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endParaRPr lang="en-US"/>
          </a:p>
        </p:txBody>
      </p:sp>
      <p:sp>
        <p:nvSpPr>
          <p:cNvPr id="25" name="Text Placeholder 17"/>
          <p:cNvSpPr>
            <a:spLocks noGrp="1"/>
          </p:cNvSpPr>
          <p:nvPr>
            <p:ph type="body" sz="quarter" idx="14"/>
          </p:nvPr>
        </p:nvSpPr>
        <p:spPr>
          <a:xfrm>
            <a:off x="1172385" y="1984561"/>
            <a:ext cx="5678748" cy="461327"/>
          </a:xfrm>
          <a:prstGeom prst="rect">
            <a:avLst/>
          </a:prstGeom>
        </p:spPr>
        <p:txBody>
          <a:bodyPr lIns="91420" tIns="45710" rIns="91420" bIns="45710" anchor="ctr" anchorCtr="0">
            <a:noAutofit/>
          </a:bodyPr>
          <a:lstStyle>
            <a:lvl1pPr marL="0" indent="0" algn="l">
              <a:buNone/>
              <a:defRPr sz="2000" b="0" i="0" baseline="0">
                <a:solidFill>
                  <a:schemeClr val="accent1"/>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endParaRPr lang="en-US"/>
          </a:p>
        </p:txBody>
      </p:sp>
      <p:sp>
        <p:nvSpPr>
          <p:cNvPr id="26" name="Text Placeholder 17"/>
          <p:cNvSpPr>
            <a:spLocks noGrp="1"/>
          </p:cNvSpPr>
          <p:nvPr>
            <p:ph type="body" sz="quarter" idx="15"/>
          </p:nvPr>
        </p:nvSpPr>
        <p:spPr>
          <a:xfrm>
            <a:off x="1172385" y="2627446"/>
            <a:ext cx="5678748" cy="461327"/>
          </a:xfrm>
          <a:prstGeom prst="rect">
            <a:avLst/>
          </a:prstGeom>
        </p:spPr>
        <p:txBody>
          <a:bodyPr lIns="91420" tIns="45710" rIns="91420" bIns="45710" anchor="ctr" anchorCtr="0">
            <a:noAutofit/>
          </a:bodyPr>
          <a:lstStyle>
            <a:lvl1pPr marL="0" indent="0" algn="l">
              <a:buNone/>
              <a:defRPr sz="2000" b="0" i="0" baseline="0">
                <a:solidFill>
                  <a:schemeClr val="accent1"/>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endParaRPr lang="en-US"/>
          </a:p>
        </p:txBody>
      </p:sp>
      <p:sp>
        <p:nvSpPr>
          <p:cNvPr id="27" name="Text Placeholder 17"/>
          <p:cNvSpPr>
            <a:spLocks noGrp="1"/>
          </p:cNvSpPr>
          <p:nvPr>
            <p:ph type="body" sz="quarter" idx="16" hasCustomPrompt="1"/>
          </p:nvPr>
        </p:nvSpPr>
        <p:spPr>
          <a:xfrm>
            <a:off x="575611" y="1327521"/>
            <a:ext cx="464815" cy="461327"/>
          </a:xfrm>
          <a:prstGeom prst="rect">
            <a:avLst/>
          </a:prstGeom>
          <a:noFill/>
          <a:ln>
            <a:noFill/>
          </a:ln>
        </p:spPr>
        <p:txBody>
          <a:bodyPr lIns="91420" tIns="45710" rIns="91420" bIns="45710" anchor="ctr" anchorCtr="0">
            <a:noAutofit/>
          </a:bodyPr>
          <a:lstStyle>
            <a:lvl1pPr marL="0" indent="0" algn="ctr">
              <a:buNone/>
              <a:defRPr sz="20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1</a:t>
            </a:r>
            <a:endParaRPr lang="en-US" dirty="0"/>
          </a:p>
        </p:txBody>
      </p:sp>
      <p:sp>
        <p:nvSpPr>
          <p:cNvPr id="28" name="Text Placeholder 17"/>
          <p:cNvSpPr>
            <a:spLocks noGrp="1"/>
          </p:cNvSpPr>
          <p:nvPr>
            <p:ph type="body" sz="quarter" idx="17" hasCustomPrompt="1"/>
          </p:nvPr>
        </p:nvSpPr>
        <p:spPr>
          <a:xfrm>
            <a:off x="575611" y="1979318"/>
            <a:ext cx="464815" cy="461327"/>
          </a:xfrm>
          <a:prstGeom prst="rect">
            <a:avLst/>
          </a:prstGeom>
          <a:noFill/>
          <a:ln>
            <a:noFill/>
          </a:ln>
        </p:spPr>
        <p:txBody>
          <a:bodyPr lIns="91420" tIns="45710" rIns="91420" bIns="45710" anchor="ctr" anchorCtr="0">
            <a:noAutofit/>
          </a:bodyPr>
          <a:lstStyle>
            <a:lvl1pPr marL="0" indent="0" algn="ctr">
              <a:buNone/>
              <a:defRPr sz="20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2</a:t>
            </a:r>
            <a:endParaRPr lang="en-US" dirty="0"/>
          </a:p>
        </p:txBody>
      </p:sp>
      <p:sp>
        <p:nvSpPr>
          <p:cNvPr id="29" name="Text Placeholder 17"/>
          <p:cNvSpPr>
            <a:spLocks noGrp="1"/>
          </p:cNvSpPr>
          <p:nvPr>
            <p:ph type="body" sz="quarter" idx="18" hasCustomPrompt="1"/>
          </p:nvPr>
        </p:nvSpPr>
        <p:spPr>
          <a:xfrm>
            <a:off x="575612" y="2625493"/>
            <a:ext cx="464815" cy="461327"/>
          </a:xfrm>
          <a:prstGeom prst="rect">
            <a:avLst/>
          </a:prstGeom>
          <a:noFill/>
          <a:ln>
            <a:noFill/>
          </a:ln>
        </p:spPr>
        <p:txBody>
          <a:bodyPr lIns="91420" tIns="45710" rIns="91420" bIns="45710" anchor="ctr" anchorCtr="0">
            <a:noAutofit/>
          </a:bodyPr>
          <a:lstStyle>
            <a:lvl1pPr marL="0" indent="0" algn="ctr">
              <a:buNone/>
              <a:defRPr sz="20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3</a:t>
            </a:r>
            <a:endParaRPr lang="en-US" dirty="0"/>
          </a:p>
        </p:txBody>
      </p:sp>
      <p:sp>
        <p:nvSpPr>
          <p:cNvPr id="13" name="Oval 12"/>
          <p:cNvSpPr/>
          <p:nvPr/>
        </p:nvSpPr>
        <p:spPr>
          <a:xfrm>
            <a:off x="575612" y="3274581"/>
            <a:ext cx="464815" cy="464815"/>
          </a:xfrm>
          <a:prstGeom prst="ellipse">
            <a:avLst/>
          </a:prstGeom>
          <a:solidFill>
            <a:schemeClr val="accent6"/>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4000" dirty="0">
              <a:ln>
                <a:solidFill>
                  <a:schemeClr val="bg2"/>
                </a:solidFill>
              </a:ln>
              <a:solidFill>
                <a:schemeClr val="accent5"/>
              </a:solidFill>
              <a:cs typeface="Arial" panose="020B0604020202020204"/>
            </a:endParaRPr>
          </a:p>
        </p:txBody>
      </p:sp>
      <p:sp>
        <p:nvSpPr>
          <p:cNvPr id="14" name="Text Placeholder 17"/>
          <p:cNvSpPr>
            <a:spLocks noGrp="1"/>
          </p:cNvSpPr>
          <p:nvPr>
            <p:ph type="body" sz="quarter" idx="19"/>
          </p:nvPr>
        </p:nvSpPr>
        <p:spPr>
          <a:xfrm>
            <a:off x="1172386" y="3274581"/>
            <a:ext cx="5678748" cy="461327"/>
          </a:xfrm>
          <a:prstGeom prst="rect">
            <a:avLst/>
          </a:prstGeom>
        </p:spPr>
        <p:txBody>
          <a:bodyPr lIns="91420" tIns="45710" rIns="91420" bIns="45710" anchor="ctr" anchorCtr="0">
            <a:noAutofit/>
          </a:bodyPr>
          <a:lstStyle>
            <a:lvl1pPr marL="0" indent="0" algn="l">
              <a:buNone/>
              <a:defRPr sz="2000" b="0" i="0" baseline="0">
                <a:solidFill>
                  <a:schemeClr val="accent1"/>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endParaRPr lang="en-US"/>
          </a:p>
        </p:txBody>
      </p:sp>
      <p:sp>
        <p:nvSpPr>
          <p:cNvPr id="16" name="Text Placeholder 17"/>
          <p:cNvSpPr>
            <a:spLocks noGrp="1"/>
          </p:cNvSpPr>
          <p:nvPr>
            <p:ph type="body" sz="quarter" idx="20" hasCustomPrompt="1"/>
          </p:nvPr>
        </p:nvSpPr>
        <p:spPr>
          <a:xfrm>
            <a:off x="575613" y="3272628"/>
            <a:ext cx="464815" cy="461327"/>
          </a:xfrm>
          <a:prstGeom prst="rect">
            <a:avLst/>
          </a:prstGeom>
          <a:noFill/>
          <a:ln>
            <a:noFill/>
          </a:ln>
        </p:spPr>
        <p:txBody>
          <a:bodyPr lIns="91420" tIns="45710" rIns="91420" bIns="45710" anchor="ctr" anchorCtr="0">
            <a:noAutofit/>
          </a:bodyPr>
          <a:lstStyle>
            <a:lvl1pPr marL="0" indent="0" algn="ctr">
              <a:buNone/>
              <a:defRPr sz="20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4</a:t>
            </a:r>
            <a:endParaRPr lang="en-US" dirty="0"/>
          </a:p>
        </p:txBody>
      </p:sp>
      <p:sp>
        <p:nvSpPr>
          <p:cNvPr id="17" name="Oval 16"/>
          <p:cNvSpPr/>
          <p:nvPr/>
        </p:nvSpPr>
        <p:spPr>
          <a:xfrm>
            <a:off x="575613" y="3921716"/>
            <a:ext cx="464815" cy="464815"/>
          </a:xfrm>
          <a:prstGeom prst="ellipse">
            <a:avLst/>
          </a:prstGeom>
          <a:solidFill>
            <a:srgbClr val="00394F"/>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4000" dirty="0">
              <a:ln>
                <a:solidFill>
                  <a:schemeClr val="bg2"/>
                </a:solidFill>
              </a:ln>
              <a:solidFill>
                <a:schemeClr val="accent5"/>
              </a:solidFill>
              <a:cs typeface="Arial" panose="020B0604020202020204"/>
            </a:endParaRPr>
          </a:p>
        </p:txBody>
      </p:sp>
      <p:sp>
        <p:nvSpPr>
          <p:cNvPr id="18" name="Text Placeholder 17"/>
          <p:cNvSpPr>
            <a:spLocks noGrp="1"/>
          </p:cNvSpPr>
          <p:nvPr>
            <p:ph type="body" sz="quarter" idx="21"/>
          </p:nvPr>
        </p:nvSpPr>
        <p:spPr>
          <a:xfrm>
            <a:off x="1172387" y="3921716"/>
            <a:ext cx="5678748" cy="461327"/>
          </a:xfrm>
          <a:prstGeom prst="rect">
            <a:avLst/>
          </a:prstGeom>
        </p:spPr>
        <p:txBody>
          <a:bodyPr lIns="91420" tIns="45710" rIns="91420" bIns="45710" anchor="ctr" anchorCtr="0">
            <a:noAutofit/>
          </a:bodyPr>
          <a:lstStyle>
            <a:lvl1pPr marL="0" indent="0" algn="l">
              <a:buNone/>
              <a:defRPr sz="2000" b="0" i="0" baseline="0">
                <a:solidFill>
                  <a:schemeClr val="accent1"/>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endParaRPr lang="en-US"/>
          </a:p>
        </p:txBody>
      </p:sp>
      <p:sp>
        <p:nvSpPr>
          <p:cNvPr id="19" name="Text Placeholder 17"/>
          <p:cNvSpPr>
            <a:spLocks noGrp="1"/>
          </p:cNvSpPr>
          <p:nvPr>
            <p:ph type="body" sz="quarter" idx="22" hasCustomPrompt="1"/>
          </p:nvPr>
        </p:nvSpPr>
        <p:spPr>
          <a:xfrm>
            <a:off x="575614" y="3919763"/>
            <a:ext cx="464815" cy="461327"/>
          </a:xfrm>
          <a:prstGeom prst="rect">
            <a:avLst/>
          </a:prstGeom>
          <a:ln>
            <a:noFill/>
          </a:ln>
        </p:spPr>
        <p:txBody>
          <a:bodyPr lIns="91420" tIns="45710" rIns="91420" bIns="45710" anchor="ctr" anchorCtr="0">
            <a:noAutofit/>
          </a:bodyPr>
          <a:lstStyle>
            <a:lvl1pPr marL="0" indent="0" algn="ctr">
              <a:buNone/>
              <a:defRPr sz="20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5</a:t>
            </a:r>
            <a:endParaRPr lang="en-US" dirty="0"/>
          </a:p>
        </p:txBody>
      </p:sp>
    </p:spTree>
  </p:cSld>
  <p:clrMapOvr>
    <a:masterClrMapping/>
  </p:clrMapOvr>
  <p:transition spd="slow">
    <p:wipe/>
  </p:transition>
</p:sldLayout>
</file>

<file path=ppt/slideLayouts/slideLayout9.xml><?xml version="1.0" encoding="utf-8"?>
<p:sldLayout xmlns:a="http://schemas.openxmlformats.org/drawingml/2006/main" xmlns:r="http://schemas.openxmlformats.org/officeDocument/2006/relationships" xmlns:p="http://schemas.openxmlformats.org/presentationml/2006/main" preserve="1">
  <p:cSld name="6_Circled_Bullets">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solidFill>
                  <a:srgbClr val="004C69"/>
                </a:solidFill>
              </a:defRPr>
            </a:lvl1pPr>
          </a:lstStyle>
          <a:p>
            <a:r>
              <a:rPr lang="en-US"/>
              <a:t>Click to edit Master title style</a:t>
            </a:r>
            <a:endParaRPr lang="en-US" dirty="0"/>
          </a:p>
        </p:txBody>
      </p:sp>
      <p:sp>
        <p:nvSpPr>
          <p:cNvPr id="42" name="Oval 41"/>
          <p:cNvSpPr/>
          <p:nvPr/>
        </p:nvSpPr>
        <p:spPr>
          <a:xfrm>
            <a:off x="575611" y="1979318"/>
            <a:ext cx="464815" cy="464815"/>
          </a:xfrm>
          <a:prstGeom prst="ellipse">
            <a:avLst/>
          </a:prstGeom>
          <a:solidFill>
            <a:srgbClr val="38C6F4"/>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1800" dirty="0">
              <a:ln>
                <a:solidFill>
                  <a:schemeClr val="bg2"/>
                </a:solidFill>
              </a:ln>
              <a:solidFill>
                <a:schemeClr val="bg2"/>
              </a:solidFill>
              <a:cs typeface="Arial" panose="020B0604020202020204"/>
            </a:endParaRPr>
          </a:p>
        </p:txBody>
      </p:sp>
      <p:sp>
        <p:nvSpPr>
          <p:cNvPr id="43" name="Oval 42"/>
          <p:cNvSpPr/>
          <p:nvPr/>
        </p:nvSpPr>
        <p:spPr>
          <a:xfrm>
            <a:off x="575610" y="1328927"/>
            <a:ext cx="464815" cy="464815"/>
          </a:xfrm>
          <a:prstGeom prst="ellipse">
            <a:avLst/>
          </a:prstGeom>
          <a:solidFill>
            <a:srgbClr val="00394F"/>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1800" dirty="0">
              <a:ln>
                <a:solidFill>
                  <a:schemeClr val="bg2"/>
                </a:solidFill>
              </a:ln>
              <a:solidFill>
                <a:srgbClr val="FFFFFF"/>
              </a:solidFill>
              <a:cs typeface="Arial" panose="020B0604020202020204"/>
            </a:endParaRPr>
          </a:p>
        </p:txBody>
      </p:sp>
      <p:sp>
        <p:nvSpPr>
          <p:cNvPr id="44" name="Oval 43"/>
          <p:cNvSpPr/>
          <p:nvPr/>
        </p:nvSpPr>
        <p:spPr>
          <a:xfrm>
            <a:off x="575611" y="2627446"/>
            <a:ext cx="464815" cy="464815"/>
          </a:xfrm>
          <a:prstGeom prst="ellipse">
            <a:avLst/>
          </a:prstGeom>
          <a:solidFill>
            <a:schemeClr val="bg2"/>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1800" dirty="0">
              <a:ln>
                <a:solidFill>
                  <a:schemeClr val="bg2"/>
                </a:solidFill>
              </a:ln>
              <a:solidFill>
                <a:schemeClr val="bg2"/>
              </a:solidFill>
              <a:cs typeface="Arial" panose="020B0604020202020204"/>
            </a:endParaRPr>
          </a:p>
        </p:txBody>
      </p:sp>
      <p:sp>
        <p:nvSpPr>
          <p:cNvPr id="45" name="Text Placeholder 17"/>
          <p:cNvSpPr>
            <a:spLocks noGrp="1"/>
          </p:cNvSpPr>
          <p:nvPr>
            <p:ph type="body" sz="quarter" idx="13"/>
          </p:nvPr>
        </p:nvSpPr>
        <p:spPr>
          <a:xfrm>
            <a:off x="1172384" y="1334842"/>
            <a:ext cx="2175886" cy="461327"/>
          </a:xfrm>
          <a:prstGeom prst="rect">
            <a:avLst/>
          </a:prstGeom>
        </p:spPr>
        <p:txBody>
          <a:bodyPr lIns="91420" tIns="45710" rIns="91420" bIns="45710" anchor="ctr" anchorCtr="0">
            <a:noAutofit/>
          </a:bodyPr>
          <a:lstStyle>
            <a:lvl1pPr marL="0" indent="0" algn="l">
              <a:buNone/>
              <a:defRPr sz="1800" b="0" i="0" baseline="0">
                <a:solidFill>
                  <a:srgbClr val="004C69"/>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endParaRPr lang="en-US"/>
          </a:p>
        </p:txBody>
      </p:sp>
      <p:sp>
        <p:nvSpPr>
          <p:cNvPr id="46" name="Text Placeholder 17"/>
          <p:cNvSpPr>
            <a:spLocks noGrp="1"/>
          </p:cNvSpPr>
          <p:nvPr>
            <p:ph type="body" sz="quarter" idx="14"/>
          </p:nvPr>
        </p:nvSpPr>
        <p:spPr>
          <a:xfrm>
            <a:off x="1172385" y="1984561"/>
            <a:ext cx="2175886" cy="461327"/>
          </a:xfrm>
          <a:prstGeom prst="rect">
            <a:avLst/>
          </a:prstGeom>
        </p:spPr>
        <p:txBody>
          <a:bodyPr lIns="91420" tIns="45710" rIns="91420" bIns="45710" anchor="ctr" anchorCtr="0">
            <a:noAutofit/>
          </a:bodyPr>
          <a:lstStyle>
            <a:lvl1pPr marL="0" indent="0" algn="l">
              <a:buNone/>
              <a:defRPr sz="1800" b="0" i="0" baseline="0">
                <a:solidFill>
                  <a:srgbClr val="004C69"/>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endParaRPr lang="en-US"/>
          </a:p>
        </p:txBody>
      </p:sp>
      <p:sp>
        <p:nvSpPr>
          <p:cNvPr id="47" name="Text Placeholder 17"/>
          <p:cNvSpPr>
            <a:spLocks noGrp="1"/>
          </p:cNvSpPr>
          <p:nvPr>
            <p:ph type="body" sz="quarter" idx="15"/>
          </p:nvPr>
        </p:nvSpPr>
        <p:spPr>
          <a:xfrm>
            <a:off x="1172385" y="2627446"/>
            <a:ext cx="2175886" cy="461327"/>
          </a:xfrm>
          <a:prstGeom prst="rect">
            <a:avLst/>
          </a:prstGeom>
        </p:spPr>
        <p:txBody>
          <a:bodyPr lIns="91420" tIns="45710" rIns="91420" bIns="45710" anchor="ctr" anchorCtr="0">
            <a:noAutofit/>
          </a:bodyPr>
          <a:lstStyle>
            <a:lvl1pPr marL="0" indent="0" algn="l">
              <a:buNone/>
              <a:defRPr sz="1800" b="0" i="0" baseline="0">
                <a:solidFill>
                  <a:srgbClr val="004C69"/>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endParaRPr lang="en-US"/>
          </a:p>
        </p:txBody>
      </p:sp>
      <p:sp>
        <p:nvSpPr>
          <p:cNvPr id="48" name="Text Placeholder 17"/>
          <p:cNvSpPr>
            <a:spLocks noGrp="1"/>
          </p:cNvSpPr>
          <p:nvPr>
            <p:ph type="body" sz="quarter" idx="16" hasCustomPrompt="1"/>
          </p:nvPr>
        </p:nvSpPr>
        <p:spPr>
          <a:xfrm>
            <a:off x="575611" y="1327521"/>
            <a:ext cx="464815" cy="461327"/>
          </a:xfrm>
          <a:prstGeom prst="rect">
            <a:avLst/>
          </a:prstGeom>
          <a:noFill/>
          <a:ln>
            <a:noFill/>
          </a:ln>
        </p:spPr>
        <p:txBody>
          <a:bodyPr lIns="91420" tIns="45710" rIns="91420" bIns="45710" anchor="ctr" anchorCtr="0">
            <a:noAutofit/>
          </a:bodyPr>
          <a:lstStyle>
            <a:lvl1pPr marL="0" indent="0" algn="ctr">
              <a:buNone/>
              <a:defRPr sz="18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1</a:t>
            </a:r>
            <a:endParaRPr lang="en-US" dirty="0"/>
          </a:p>
        </p:txBody>
      </p:sp>
      <p:sp>
        <p:nvSpPr>
          <p:cNvPr id="49" name="Text Placeholder 17"/>
          <p:cNvSpPr>
            <a:spLocks noGrp="1"/>
          </p:cNvSpPr>
          <p:nvPr>
            <p:ph type="body" sz="quarter" idx="17" hasCustomPrompt="1"/>
          </p:nvPr>
        </p:nvSpPr>
        <p:spPr>
          <a:xfrm>
            <a:off x="575611" y="1979318"/>
            <a:ext cx="464815" cy="461327"/>
          </a:xfrm>
          <a:prstGeom prst="rect">
            <a:avLst/>
          </a:prstGeom>
          <a:noFill/>
          <a:ln>
            <a:noFill/>
          </a:ln>
        </p:spPr>
        <p:txBody>
          <a:bodyPr lIns="91420" tIns="45710" rIns="91420" bIns="45710" anchor="ctr" anchorCtr="0">
            <a:noAutofit/>
          </a:bodyPr>
          <a:lstStyle>
            <a:lvl1pPr marL="0" indent="0" algn="ctr">
              <a:buNone/>
              <a:defRPr sz="18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2</a:t>
            </a:r>
            <a:endParaRPr lang="en-US" dirty="0"/>
          </a:p>
        </p:txBody>
      </p:sp>
      <p:sp>
        <p:nvSpPr>
          <p:cNvPr id="50" name="Text Placeholder 17"/>
          <p:cNvSpPr>
            <a:spLocks noGrp="1"/>
          </p:cNvSpPr>
          <p:nvPr>
            <p:ph type="body" sz="quarter" idx="18" hasCustomPrompt="1"/>
          </p:nvPr>
        </p:nvSpPr>
        <p:spPr>
          <a:xfrm>
            <a:off x="575612" y="2625493"/>
            <a:ext cx="464815" cy="461327"/>
          </a:xfrm>
          <a:prstGeom prst="rect">
            <a:avLst/>
          </a:prstGeom>
          <a:noFill/>
          <a:ln>
            <a:noFill/>
          </a:ln>
        </p:spPr>
        <p:txBody>
          <a:bodyPr lIns="91420" tIns="45710" rIns="91420" bIns="45710" anchor="ctr" anchorCtr="0">
            <a:noAutofit/>
          </a:bodyPr>
          <a:lstStyle>
            <a:lvl1pPr marL="0" indent="0" algn="ctr">
              <a:buNone/>
              <a:defRPr sz="18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3</a:t>
            </a:r>
            <a:endParaRPr lang="en-US" dirty="0"/>
          </a:p>
        </p:txBody>
      </p:sp>
      <p:sp>
        <p:nvSpPr>
          <p:cNvPr id="51" name="Oval 50"/>
          <p:cNvSpPr/>
          <p:nvPr/>
        </p:nvSpPr>
        <p:spPr>
          <a:xfrm>
            <a:off x="575612" y="3274581"/>
            <a:ext cx="464815" cy="464815"/>
          </a:xfrm>
          <a:prstGeom prst="ellipse">
            <a:avLst/>
          </a:prstGeom>
          <a:solidFill>
            <a:schemeClr val="accent6"/>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1800" dirty="0">
              <a:ln>
                <a:solidFill>
                  <a:schemeClr val="bg2"/>
                </a:solidFill>
              </a:ln>
              <a:solidFill>
                <a:schemeClr val="bg2"/>
              </a:solidFill>
              <a:cs typeface="Arial" panose="020B0604020202020204"/>
            </a:endParaRPr>
          </a:p>
        </p:txBody>
      </p:sp>
      <p:sp>
        <p:nvSpPr>
          <p:cNvPr id="52" name="Text Placeholder 17"/>
          <p:cNvSpPr>
            <a:spLocks noGrp="1"/>
          </p:cNvSpPr>
          <p:nvPr>
            <p:ph type="body" sz="quarter" idx="19"/>
          </p:nvPr>
        </p:nvSpPr>
        <p:spPr>
          <a:xfrm>
            <a:off x="1172386" y="3274581"/>
            <a:ext cx="2175886" cy="461327"/>
          </a:xfrm>
          <a:prstGeom prst="rect">
            <a:avLst/>
          </a:prstGeom>
        </p:spPr>
        <p:txBody>
          <a:bodyPr lIns="91420" tIns="45710" rIns="91420" bIns="45710" anchor="ctr" anchorCtr="0">
            <a:noAutofit/>
          </a:bodyPr>
          <a:lstStyle>
            <a:lvl1pPr marL="0" indent="0" algn="l">
              <a:buNone/>
              <a:defRPr sz="1800" b="0" i="0" baseline="0">
                <a:solidFill>
                  <a:srgbClr val="004C69"/>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endParaRPr lang="en-US"/>
          </a:p>
        </p:txBody>
      </p:sp>
      <p:sp>
        <p:nvSpPr>
          <p:cNvPr id="53" name="Text Placeholder 17"/>
          <p:cNvSpPr>
            <a:spLocks noGrp="1"/>
          </p:cNvSpPr>
          <p:nvPr>
            <p:ph type="body" sz="quarter" idx="20" hasCustomPrompt="1"/>
          </p:nvPr>
        </p:nvSpPr>
        <p:spPr>
          <a:xfrm>
            <a:off x="575613" y="3272628"/>
            <a:ext cx="464815" cy="461327"/>
          </a:xfrm>
          <a:prstGeom prst="rect">
            <a:avLst/>
          </a:prstGeom>
          <a:noFill/>
          <a:ln>
            <a:noFill/>
          </a:ln>
        </p:spPr>
        <p:txBody>
          <a:bodyPr lIns="91420" tIns="45710" rIns="91420" bIns="45710" anchor="ctr" anchorCtr="0">
            <a:noAutofit/>
          </a:bodyPr>
          <a:lstStyle>
            <a:lvl1pPr marL="0" indent="0" algn="ctr">
              <a:buNone/>
              <a:defRPr sz="18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4</a:t>
            </a:r>
            <a:endParaRPr lang="en-US" dirty="0"/>
          </a:p>
        </p:txBody>
      </p:sp>
      <p:sp>
        <p:nvSpPr>
          <p:cNvPr id="54" name="Oval 53"/>
          <p:cNvSpPr/>
          <p:nvPr/>
        </p:nvSpPr>
        <p:spPr>
          <a:xfrm>
            <a:off x="575613" y="3921716"/>
            <a:ext cx="464815" cy="464815"/>
          </a:xfrm>
          <a:prstGeom prst="ellipse">
            <a:avLst/>
          </a:prstGeom>
          <a:solidFill>
            <a:schemeClr val="accent1">
              <a:lumMod val="75000"/>
            </a:schemeClr>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1800" dirty="0">
              <a:ln>
                <a:solidFill>
                  <a:schemeClr val="bg2"/>
                </a:solidFill>
              </a:ln>
              <a:solidFill>
                <a:schemeClr val="bg2"/>
              </a:solidFill>
              <a:cs typeface="Arial" panose="020B0604020202020204"/>
            </a:endParaRPr>
          </a:p>
        </p:txBody>
      </p:sp>
      <p:sp>
        <p:nvSpPr>
          <p:cNvPr id="55" name="Text Placeholder 17"/>
          <p:cNvSpPr>
            <a:spLocks noGrp="1"/>
          </p:cNvSpPr>
          <p:nvPr>
            <p:ph type="body" sz="quarter" idx="21"/>
          </p:nvPr>
        </p:nvSpPr>
        <p:spPr>
          <a:xfrm>
            <a:off x="1172387" y="3921716"/>
            <a:ext cx="2175886" cy="461327"/>
          </a:xfrm>
          <a:prstGeom prst="rect">
            <a:avLst/>
          </a:prstGeom>
        </p:spPr>
        <p:txBody>
          <a:bodyPr lIns="91420" tIns="45710" rIns="91420" bIns="45710" anchor="ctr" anchorCtr="0">
            <a:noAutofit/>
          </a:bodyPr>
          <a:lstStyle>
            <a:lvl1pPr marL="0" indent="0" algn="l">
              <a:buNone/>
              <a:defRPr sz="1800" b="0" i="0" baseline="0">
                <a:solidFill>
                  <a:srgbClr val="004C69"/>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endParaRPr lang="en-US"/>
          </a:p>
        </p:txBody>
      </p:sp>
      <p:sp>
        <p:nvSpPr>
          <p:cNvPr id="56" name="Text Placeholder 17"/>
          <p:cNvSpPr>
            <a:spLocks noGrp="1"/>
          </p:cNvSpPr>
          <p:nvPr>
            <p:ph type="body" sz="quarter" idx="22" hasCustomPrompt="1"/>
          </p:nvPr>
        </p:nvSpPr>
        <p:spPr>
          <a:xfrm>
            <a:off x="575614" y="3919763"/>
            <a:ext cx="464815" cy="461327"/>
          </a:xfrm>
          <a:prstGeom prst="rect">
            <a:avLst/>
          </a:prstGeom>
          <a:noFill/>
          <a:ln>
            <a:noFill/>
          </a:ln>
        </p:spPr>
        <p:txBody>
          <a:bodyPr lIns="91420" tIns="45710" rIns="91420" bIns="45710" anchor="ctr" anchorCtr="0">
            <a:noAutofit/>
          </a:bodyPr>
          <a:lstStyle>
            <a:lvl1pPr marL="0" indent="0" algn="ctr">
              <a:buNone/>
              <a:defRPr sz="18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5</a:t>
            </a:r>
            <a:endParaRPr lang="en-US" dirty="0"/>
          </a:p>
        </p:txBody>
      </p:sp>
      <p:sp>
        <p:nvSpPr>
          <p:cNvPr id="57" name="Oval 56"/>
          <p:cNvSpPr/>
          <p:nvPr/>
        </p:nvSpPr>
        <p:spPr>
          <a:xfrm>
            <a:off x="4414576" y="1983084"/>
            <a:ext cx="464815" cy="464815"/>
          </a:xfrm>
          <a:prstGeom prst="ellipse">
            <a:avLst/>
          </a:prstGeom>
          <a:solidFill>
            <a:schemeClr val="accent6"/>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1800" dirty="0">
              <a:ln>
                <a:solidFill>
                  <a:schemeClr val="bg2"/>
                </a:solidFill>
              </a:ln>
              <a:solidFill>
                <a:schemeClr val="bg2"/>
              </a:solidFill>
              <a:cs typeface="Arial" panose="020B0604020202020204"/>
            </a:endParaRPr>
          </a:p>
        </p:txBody>
      </p:sp>
      <p:sp>
        <p:nvSpPr>
          <p:cNvPr id="58" name="Oval 57"/>
          <p:cNvSpPr/>
          <p:nvPr/>
        </p:nvSpPr>
        <p:spPr>
          <a:xfrm>
            <a:off x="4414575" y="1332693"/>
            <a:ext cx="464815" cy="464815"/>
          </a:xfrm>
          <a:prstGeom prst="ellipse">
            <a:avLst/>
          </a:prstGeom>
          <a:solidFill>
            <a:srgbClr val="00394F"/>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1800" dirty="0">
              <a:ln>
                <a:solidFill>
                  <a:schemeClr val="bg2"/>
                </a:solidFill>
              </a:ln>
              <a:solidFill>
                <a:schemeClr val="bg2"/>
              </a:solidFill>
              <a:cs typeface="Arial" panose="020B0604020202020204"/>
            </a:endParaRPr>
          </a:p>
        </p:txBody>
      </p:sp>
      <p:sp>
        <p:nvSpPr>
          <p:cNvPr id="59" name="Oval 58"/>
          <p:cNvSpPr/>
          <p:nvPr/>
        </p:nvSpPr>
        <p:spPr>
          <a:xfrm>
            <a:off x="4414576" y="2631212"/>
            <a:ext cx="464815" cy="464815"/>
          </a:xfrm>
          <a:prstGeom prst="ellipse">
            <a:avLst/>
          </a:prstGeom>
          <a:solidFill>
            <a:schemeClr val="accent5"/>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1800" dirty="0">
              <a:ln>
                <a:solidFill>
                  <a:schemeClr val="bg2"/>
                </a:solidFill>
              </a:ln>
              <a:solidFill>
                <a:schemeClr val="bg2"/>
              </a:solidFill>
              <a:cs typeface="Arial" panose="020B0604020202020204"/>
            </a:endParaRPr>
          </a:p>
        </p:txBody>
      </p:sp>
      <p:sp>
        <p:nvSpPr>
          <p:cNvPr id="60" name="Text Placeholder 17"/>
          <p:cNvSpPr>
            <a:spLocks noGrp="1"/>
          </p:cNvSpPr>
          <p:nvPr>
            <p:ph type="body" sz="quarter" idx="23"/>
          </p:nvPr>
        </p:nvSpPr>
        <p:spPr>
          <a:xfrm>
            <a:off x="5011349" y="1338608"/>
            <a:ext cx="2175886" cy="461327"/>
          </a:xfrm>
          <a:prstGeom prst="rect">
            <a:avLst/>
          </a:prstGeom>
        </p:spPr>
        <p:txBody>
          <a:bodyPr lIns="91420" tIns="45710" rIns="91420" bIns="45710" anchor="ctr" anchorCtr="0">
            <a:noAutofit/>
          </a:bodyPr>
          <a:lstStyle>
            <a:lvl1pPr marL="0" indent="0" algn="l">
              <a:buNone/>
              <a:defRPr sz="1800" b="0" i="0" baseline="0">
                <a:solidFill>
                  <a:srgbClr val="004C69"/>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endParaRPr lang="en-US"/>
          </a:p>
        </p:txBody>
      </p:sp>
      <p:sp>
        <p:nvSpPr>
          <p:cNvPr id="61" name="Text Placeholder 17"/>
          <p:cNvSpPr>
            <a:spLocks noGrp="1"/>
          </p:cNvSpPr>
          <p:nvPr>
            <p:ph type="body" sz="quarter" idx="24"/>
          </p:nvPr>
        </p:nvSpPr>
        <p:spPr>
          <a:xfrm>
            <a:off x="5011350" y="1988327"/>
            <a:ext cx="2175886" cy="461327"/>
          </a:xfrm>
          <a:prstGeom prst="rect">
            <a:avLst/>
          </a:prstGeom>
        </p:spPr>
        <p:txBody>
          <a:bodyPr lIns="91420" tIns="45710" rIns="91420" bIns="45710" anchor="ctr" anchorCtr="0">
            <a:noAutofit/>
          </a:bodyPr>
          <a:lstStyle>
            <a:lvl1pPr marL="0" indent="0" algn="l">
              <a:buNone/>
              <a:defRPr sz="1800" b="0" i="0" baseline="0">
                <a:solidFill>
                  <a:srgbClr val="004C69"/>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endParaRPr lang="en-US"/>
          </a:p>
        </p:txBody>
      </p:sp>
      <p:sp>
        <p:nvSpPr>
          <p:cNvPr id="62" name="Text Placeholder 17"/>
          <p:cNvSpPr>
            <a:spLocks noGrp="1"/>
          </p:cNvSpPr>
          <p:nvPr>
            <p:ph type="body" sz="quarter" idx="25"/>
          </p:nvPr>
        </p:nvSpPr>
        <p:spPr>
          <a:xfrm>
            <a:off x="5011350" y="2631212"/>
            <a:ext cx="2175886" cy="461327"/>
          </a:xfrm>
          <a:prstGeom prst="rect">
            <a:avLst/>
          </a:prstGeom>
        </p:spPr>
        <p:txBody>
          <a:bodyPr lIns="91420" tIns="45710" rIns="91420" bIns="45710" anchor="ctr" anchorCtr="0">
            <a:noAutofit/>
          </a:bodyPr>
          <a:lstStyle>
            <a:lvl1pPr marL="0" indent="0" algn="l">
              <a:buNone/>
              <a:defRPr sz="1800" b="0" i="0" baseline="0">
                <a:solidFill>
                  <a:srgbClr val="004C69"/>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endParaRPr lang="en-US"/>
          </a:p>
        </p:txBody>
      </p:sp>
      <p:sp>
        <p:nvSpPr>
          <p:cNvPr id="63" name="Text Placeholder 17"/>
          <p:cNvSpPr>
            <a:spLocks noGrp="1"/>
          </p:cNvSpPr>
          <p:nvPr>
            <p:ph type="body" sz="quarter" idx="26" hasCustomPrompt="1"/>
          </p:nvPr>
        </p:nvSpPr>
        <p:spPr>
          <a:xfrm>
            <a:off x="4414576" y="1331287"/>
            <a:ext cx="464815" cy="461327"/>
          </a:xfrm>
          <a:prstGeom prst="rect">
            <a:avLst/>
          </a:prstGeom>
          <a:noFill/>
          <a:ln>
            <a:noFill/>
          </a:ln>
        </p:spPr>
        <p:txBody>
          <a:bodyPr lIns="91420" tIns="45710" rIns="91420" bIns="45710" anchor="ctr" anchorCtr="0">
            <a:noAutofit/>
          </a:bodyPr>
          <a:lstStyle>
            <a:lvl1pPr marL="0" indent="0" algn="ctr">
              <a:buNone/>
              <a:defRPr sz="18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6</a:t>
            </a:r>
            <a:endParaRPr lang="en-US" dirty="0"/>
          </a:p>
        </p:txBody>
      </p:sp>
      <p:sp>
        <p:nvSpPr>
          <p:cNvPr id="64" name="Text Placeholder 17"/>
          <p:cNvSpPr>
            <a:spLocks noGrp="1"/>
          </p:cNvSpPr>
          <p:nvPr>
            <p:ph type="body" sz="quarter" idx="27" hasCustomPrompt="1"/>
          </p:nvPr>
        </p:nvSpPr>
        <p:spPr>
          <a:xfrm>
            <a:off x="4414576" y="1983084"/>
            <a:ext cx="464815" cy="461327"/>
          </a:xfrm>
          <a:prstGeom prst="rect">
            <a:avLst/>
          </a:prstGeom>
          <a:noFill/>
          <a:ln>
            <a:noFill/>
          </a:ln>
        </p:spPr>
        <p:txBody>
          <a:bodyPr lIns="91420" tIns="45710" rIns="91420" bIns="45710" anchor="ctr" anchorCtr="0">
            <a:noAutofit/>
          </a:bodyPr>
          <a:lstStyle>
            <a:lvl1pPr marL="0" indent="0" algn="ctr">
              <a:buNone/>
              <a:defRPr sz="18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7</a:t>
            </a:r>
            <a:endParaRPr lang="en-US" dirty="0"/>
          </a:p>
        </p:txBody>
      </p:sp>
      <p:sp>
        <p:nvSpPr>
          <p:cNvPr id="65" name="Text Placeholder 17"/>
          <p:cNvSpPr>
            <a:spLocks noGrp="1"/>
          </p:cNvSpPr>
          <p:nvPr>
            <p:ph type="body" sz="quarter" idx="28" hasCustomPrompt="1"/>
          </p:nvPr>
        </p:nvSpPr>
        <p:spPr>
          <a:xfrm>
            <a:off x="4414577" y="2629259"/>
            <a:ext cx="464815" cy="461327"/>
          </a:xfrm>
          <a:prstGeom prst="rect">
            <a:avLst/>
          </a:prstGeom>
          <a:noFill/>
          <a:ln>
            <a:noFill/>
          </a:ln>
        </p:spPr>
        <p:txBody>
          <a:bodyPr lIns="91420" tIns="45710" rIns="91420" bIns="45710" anchor="ctr" anchorCtr="0">
            <a:noAutofit/>
          </a:bodyPr>
          <a:lstStyle>
            <a:lvl1pPr marL="0" indent="0" algn="ctr">
              <a:buNone/>
              <a:defRPr sz="18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8</a:t>
            </a:r>
            <a:endParaRPr lang="en-US" dirty="0"/>
          </a:p>
        </p:txBody>
      </p:sp>
      <p:sp>
        <p:nvSpPr>
          <p:cNvPr id="66" name="Oval 65"/>
          <p:cNvSpPr/>
          <p:nvPr/>
        </p:nvSpPr>
        <p:spPr>
          <a:xfrm>
            <a:off x="4414577" y="3278347"/>
            <a:ext cx="464815" cy="464815"/>
          </a:xfrm>
          <a:prstGeom prst="ellipse">
            <a:avLst/>
          </a:prstGeom>
          <a:solidFill>
            <a:schemeClr val="bg2"/>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1800" dirty="0">
              <a:ln>
                <a:solidFill>
                  <a:schemeClr val="bg2"/>
                </a:solidFill>
              </a:ln>
              <a:solidFill>
                <a:schemeClr val="bg2"/>
              </a:solidFill>
              <a:cs typeface="Arial" panose="020B0604020202020204"/>
            </a:endParaRPr>
          </a:p>
        </p:txBody>
      </p:sp>
      <p:sp>
        <p:nvSpPr>
          <p:cNvPr id="67" name="Text Placeholder 17"/>
          <p:cNvSpPr>
            <a:spLocks noGrp="1"/>
          </p:cNvSpPr>
          <p:nvPr>
            <p:ph type="body" sz="quarter" idx="29"/>
          </p:nvPr>
        </p:nvSpPr>
        <p:spPr>
          <a:xfrm>
            <a:off x="5011351" y="3278347"/>
            <a:ext cx="2175886" cy="461327"/>
          </a:xfrm>
          <a:prstGeom prst="rect">
            <a:avLst/>
          </a:prstGeom>
        </p:spPr>
        <p:txBody>
          <a:bodyPr lIns="91420" tIns="45710" rIns="91420" bIns="45710" anchor="ctr" anchorCtr="0">
            <a:noAutofit/>
          </a:bodyPr>
          <a:lstStyle>
            <a:lvl1pPr marL="0" indent="0" algn="l">
              <a:buNone/>
              <a:defRPr sz="1800" b="0" i="0" baseline="0">
                <a:solidFill>
                  <a:srgbClr val="004C69"/>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endParaRPr lang="en-US"/>
          </a:p>
        </p:txBody>
      </p:sp>
      <p:sp>
        <p:nvSpPr>
          <p:cNvPr id="68" name="Text Placeholder 17"/>
          <p:cNvSpPr>
            <a:spLocks noGrp="1"/>
          </p:cNvSpPr>
          <p:nvPr>
            <p:ph type="body" sz="quarter" idx="30" hasCustomPrompt="1"/>
          </p:nvPr>
        </p:nvSpPr>
        <p:spPr>
          <a:xfrm>
            <a:off x="4414578" y="3276394"/>
            <a:ext cx="464815" cy="461327"/>
          </a:xfrm>
          <a:prstGeom prst="rect">
            <a:avLst/>
          </a:prstGeom>
          <a:noFill/>
          <a:ln>
            <a:noFill/>
          </a:ln>
        </p:spPr>
        <p:txBody>
          <a:bodyPr lIns="91420" tIns="45710" rIns="91420" bIns="45710" anchor="ctr" anchorCtr="0">
            <a:noAutofit/>
          </a:bodyPr>
          <a:lstStyle>
            <a:lvl1pPr marL="0" indent="0" algn="ctr">
              <a:buNone/>
              <a:defRPr sz="18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9</a:t>
            </a:r>
            <a:endParaRPr lang="en-US" dirty="0"/>
          </a:p>
        </p:txBody>
      </p:sp>
      <p:sp>
        <p:nvSpPr>
          <p:cNvPr id="69" name="Oval 68"/>
          <p:cNvSpPr/>
          <p:nvPr/>
        </p:nvSpPr>
        <p:spPr>
          <a:xfrm>
            <a:off x="4414578" y="3925482"/>
            <a:ext cx="464815" cy="464815"/>
          </a:xfrm>
          <a:prstGeom prst="ellipse">
            <a:avLst/>
          </a:prstGeom>
          <a:solidFill>
            <a:schemeClr val="accent1">
              <a:lumMod val="75000"/>
            </a:schemeClr>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1800" dirty="0">
              <a:ln>
                <a:solidFill>
                  <a:schemeClr val="bg2"/>
                </a:solidFill>
              </a:ln>
              <a:solidFill>
                <a:schemeClr val="bg2"/>
              </a:solidFill>
              <a:cs typeface="Arial" panose="020B0604020202020204"/>
            </a:endParaRPr>
          </a:p>
        </p:txBody>
      </p:sp>
      <p:sp>
        <p:nvSpPr>
          <p:cNvPr id="70" name="Text Placeholder 17"/>
          <p:cNvSpPr>
            <a:spLocks noGrp="1"/>
          </p:cNvSpPr>
          <p:nvPr>
            <p:ph type="body" sz="quarter" idx="31"/>
          </p:nvPr>
        </p:nvSpPr>
        <p:spPr>
          <a:xfrm>
            <a:off x="5011352" y="3925482"/>
            <a:ext cx="2175886" cy="461327"/>
          </a:xfrm>
          <a:prstGeom prst="rect">
            <a:avLst/>
          </a:prstGeom>
        </p:spPr>
        <p:txBody>
          <a:bodyPr lIns="91420" tIns="45710" rIns="91420" bIns="45710" anchor="ctr" anchorCtr="0">
            <a:noAutofit/>
          </a:bodyPr>
          <a:lstStyle>
            <a:lvl1pPr marL="0" indent="0" algn="l">
              <a:buNone/>
              <a:defRPr sz="1800" b="0" i="0" baseline="0">
                <a:solidFill>
                  <a:srgbClr val="004C69"/>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endParaRPr lang="en-US"/>
          </a:p>
        </p:txBody>
      </p:sp>
      <p:sp>
        <p:nvSpPr>
          <p:cNvPr id="71" name="Text Placeholder 17"/>
          <p:cNvSpPr>
            <a:spLocks noGrp="1"/>
          </p:cNvSpPr>
          <p:nvPr>
            <p:ph type="body" sz="quarter" idx="32" hasCustomPrompt="1"/>
          </p:nvPr>
        </p:nvSpPr>
        <p:spPr>
          <a:xfrm>
            <a:off x="4414579" y="3923529"/>
            <a:ext cx="464815" cy="461327"/>
          </a:xfrm>
          <a:prstGeom prst="rect">
            <a:avLst/>
          </a:prstGeom>
          <a:noFill/>
          <a:ln>
            <a:noFill/>
          </a:ln>
        </p:spPr>
        <p:txBody>
          <a:bodyPr lIns="91420" tIns="45710" rIns="91420" bIns="45710" anchor="ctr" anchorCtr="0">
            <a:noAutofit/>
          </a:bodyPr>
          <a:lstStyle>
            <a:lvl1pPr marL="0" indent="0" algn="ctr">
              <a:buNone/>
              <a:defRPr sz="18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10</a:t>
            </a:r>
            <a:endParaRPr lang="en-US" dirty="0"/>
          </a:p>
        </p:txBody>
      </p:sp>
    </p:spTree>
  </p:cSld>
  <p:clrMapOvr>
    <a:masterClrMapping/>
  </p:clrMapOvr>
  <p:transition spd="slow">
    <p:wipe/>
  </p:transition>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showMasterSp="0">
  <p:cSld name="1_Closing Slide">
    <p:bg>
      <p:bgPr>
        <a:solidFill>
          <a:schemeClr val="accent5"/>
        </a:solidFill>
        <a:effectLst/>
      </p:bgPr>
    </p:bg>
    <p:spTree>
      <p:nvGrpSpPr>
        <p:cNvPr id="1" name=""/>
        <p:cNvGrpSpPr/>
        <p:nvPr/>
      </p:nvGrpSpPr>
      <p:grpSpPr>
        <a:xfrm>
          <a:off x="0" y="0"/>
          <a:ext cx="0" cy="0"/>
          <a:chOff x="0" y="0"/>
          <a:chExt cx="0" cy="0"/>
        </a:xfrm>
      </p:grpSpPr>
      <p:pic>
        <p:nvPicPr>
          <p:cNvPr id="2" name="Picture 1"/>
          <p:cNvPicPr>
            <a:picLocks noChangeAspect="1"/>
          </p:cNvPicPr>
          <p:nvPr userDrawn="1"/>
        </p:nvPicPr>
        <p:blipFill>
          <a:blip r:embed="rId2" cstate="print"/>
          <a:stretch>
            <a:fillRect/>
          </a:stretch>
        </p:blipFill>
        <p:spPr>
          <a:xfrm>
            <a:off x="0" y="1"/>
            <a:ext cx="9143999" cy="5165874"/>
          </a:xfrm>
          <a:prstGeom prst="rect">
            <a:avLst/>
          </a:prstGeom>
        </p:spPr>
      </p:pic>
      <p:grpSp>
        <p:nvGrpSpPr>
          <p:cNvPr id="4" name="Group 4"/>
          <p:cNvGrpSpPr>
            <a:grpSpLocks noChangeAspect="1"/>
          </p:cNvGrpSpPr>
          <p:nvPr userDrawn="1"/>
        </p:nvGrpSpPr>
        <p:grpSpPr bwMode="auto">
          <a:xfrm>
            <a:off x="3746294" y="2129856"/>
            <a:ext cx="1617944" cy="860542"/>
            <a:chOff x="310" y="249"/>
            <a:chExt cx="502" cy="267"/>
          </a:xfrm>
          <a:solidFill>
            <a:schemeClr val="accent5"/>
          </a:solidFill>
        </p:grpSpPr>
        <p:sp>
          <p:nvSpPr>
            <p:cNvPr id="5" name="Rectangle 5"/>
            <p:cNvSpPr>
              <a:spLocks noChangeArrowheads="1"/>
            </p:cNvSpPr>
            <p:nvPr userDrawn="1"/>
          </p:nvSpPr>
          <p:spPr bwMode="auto">
            <a:xfrm>
              <a:off x="452" y="426"/>
              <a:ext cx="22" cy="88"/>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p>
              <a:endParaRPr lang="en-US" dirty="0"/>
            </a:p>
          </p:txBody>
        </p:sp>
        <p:sp>
          <p:nvSpPr>
            <p:cNvPr id="6" name="Freeform 6"/>
            <p:cNvSpPr/>
            <p:nvPr userDrawn="1"/>
          </p:nvSpPr>
          <p:spPr bwMode="auto">
            <a:xfrm>
              <a:off x="585" y="425"/>
              <a:ext cx="66" cy="91"/>
            </a:xfrm>
            <a:custGeom>
              <a:avLst/>
              <a:gdLst>
                <a:gd name="T0" fmla="*/ 51 w 51"/>
                <a:gd name="T1" fmla="*/ 20 h 69"/>
                <a:gd name="T2" fmla="*/ 37 w 51"/>
                <a:gd name="T3" fmla="*/ 16 h 69"/>
                <a:gd name="T4" fmla="*/ 18 w 51"/>
                <a:gd name="T5" fmla="*/ 34 h 69"/>
                <a:gd name="T6" fmla="*/ 37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7" y="16"/>
                  </a:cubicBezTo>
                  <a:cubicBezTo>
                    <a:pt x="26" y="16"/>
                    <a:pt x="18" y="24"/>
                    <a:pt x="18" y="34"/>
                  </a:cubicBezTo>
                  <a:cubicBezTo>
                    <a:pt x="18" y="44"/>
                    <a:pt x="25" y="52"/>
                    <a:pt x="37" y="52"/>
                  </a:cubicBezTo>
                  <a:cubicBezTo>
                    <a:pt x="45"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en-US" dirty="0"/>
            </a:p>
          </p:txBody>
        </p:sp>
        <p:sp>
          <p:nvSpPr>
            <p:cNvPr id="7" name="Freeform 7"/>
            <p:cNvSpPr/>
            <p:nvPr userDrawn="1"/>
          </p:nvSpPr>
          <p:spPr bwMode="auto">
            <a:xfrm>
              <a:off x="355" y="425"/>
              <a:ext cx="67" cy="91"/>
            </a:xfrm>
            <a:custGeom>
              <a:avLst/>
              <a:gdLst>
                <a:gd name="T0" fmla="*/ 51 w 51"/>
                <a:gd name="T1" fmla="*/ 20 h 69"/>
                <a:gd name="T2" fmla="*/ 36 w 51"/>
                <a:gd name="T3" fmla="*/ 16 h 69"/>
                <a:gd name="T4" fmla="*/ 18 w 51"/>
                <a:gd name="T5" fmla="*/ 34 h 69"/>
                <a:gd name="T6" fmla="*/ 36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6" y="16"/>
                  </a:cubicBezTo>
                  <a:cubicBezTo>
                    <a:pt x="25" y="16"/>
                    <a:pt x="18" y="24"/>
                    <a:pt x="18" y="34"/>
                  </a:cubicBezTo>
                  <a:cubicBezTo>
                    <a:pt x="18" y="44"/>
                    <a:pt x="25" y="52"/>
                    <a:pt x="36" y="52"/>
                  </a:cubicBezTo>
                  <a:cubicBezTo>
                    <a:pt x="44"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en-US" dirty="0"/>
            </a:p>
          </p:txBody>
        </p:sp>
        <p:sp>
          <p:nvSpPr>
            <p:cNvPr id="8" name="Freeform 8"/>
            <p:cNvSpPr>
              <a:spLocks noEditPoints="1"/>
            </p:cNvSpPr>
            <p:nvPr userDrawn="1"/>
          </p:nvSpPr>
          <p:spPr bwMode="auto">
            <a:xfrm>
              <a:off x="675" y="425"/>
              <a:ext cx="91" cy="91"/>
            </a:xfrm>
            <a:custGeom>
              <a:avLst/>
              <a:gdLst>
                <a:gd name="T0" fmla="*/ 70 w 70"/>
                <a:gd name="T1" fmla="*/ 34 h 69"/>
                <a:gd name="T2" fmla="*/ 35 w 70"/>
                <a:gd name="T3" fmla="*/ 69 h 69"/>
                <a:gd name="T4" fmla="*/ 0 w 70"/>
                <a:gd name="T5" fmla="*/ 34 h 69"/>
                <a:gd name="T6" fmla="*/ 35 w 70"/>
                <a:gd name="T7" fmla="*/ 0 h 69"/>
                <a:gd name="T8" fmla="*/ 70 w 70"/>
                <a:gd name="T9" fmla="*/ 34 h 69"/>
                <a:gd name="T10" fmla="*/ 35 w 70"/>
                <a:gd name="T11" fmla="*/ 17 h 69"/>
                <a:gd name="T12" fmla="*/ 18 w 70"/>
                <a:gd name="T13" fmla="*/ 34 h 69"/>
                <a:gd name="T14" fmla="*/ 35 w 70"/>
                <a:gd name="T15" fmla="*/ 52 h 69"/>
                <a:gd name="T16" fmla="*/ 52 w 70"/>
                <a:gd name="T17" fmla="*/ 34 h 69"/>
                <a:gd name="T18" fmla="*/ 35 w 70"/>
                <a:gd name="T19" fmla="*/ 17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70" h="69">
                  <a:moveTo>
                    <a:pt x="70" y="34"/>
                  </a:moveTo>
                  <a:cubicBezTo>
                    <a:pt x="70" y="53"/>
                    <a:pt x="56" y="69"/>
                    <a:pt x="35" y="69"/>
                  </a:cubicBezTo>
                  <a:cubicBezTo>
                    <a:pt x="14" y="69"/>
                    <a:pt x="0" y="53"/>
                    <a:pt x="0" y="34"/>
                  </a:cubicBezTo>
                  <a:cubicBezTo>
                    <a:pt x="0" y="15"/>
                    <a:pt x="14" y="0"/>
                    <a:pt x="35" y="0"/>
                  </a:cubicBezTo>
                  <a:cubicBezTo>
                    <a:pt x="56" y="0"/>
                    <a:pt x="70" y="15"/>
                    <a:pt x="70" y="34"/>
                  </a:cubicBezTo>
                  <a:close/>
                  <a:moveTo>
                    <a:pt x="35" y="17"/>
                  </a:moveTo>
                  <a:cubicBezTo>
                    <a:pt x="25" y="17"/>
                    <a:pt x="18" y="25"/>
                    <a:pt x="18" y="34"/>
                  </a:cubicBezTo>
                  <a:cubicBezTo>
                    <a:pt x="18" y="44"/>
                    <a:pt x="25" y="52"/>
                    <a:pt x="35" y="52"/>
                  </a:cubicBezTo>
                  <a:cubicBezTo>
                    <a:pt x="45" y="52"/>
                    <a:pt x="52" y="44"/>
                    <a:pt x="52" y="34"/>
                  </a:cubicBezTo>
                  <a:cubicBezTo>
                    <a:pt x="52" y="25"/>
                    <a:pt x="45" y="17"/>
                    <a:pt x="35" y="17"/>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en-US" dirty="0"/>
            </a:p>
          </p:txBody>
        </p:sp>
        <p:sp>
          <p:nvSpPr>
            <p:cNvPr id="9" name="Freeform 9"/>
            <p:cNvSpPr/>
            <p:nvPr userDrawn="1"/>
          </p:nvSpPr>
          <p:spPr bwMode="auto">
            <a:xfrm>
              <a:off x="503" y="425"/>
              <a:ext cx="60" cy="91"/>
            </a:xfrm>
            <a:custGeom>
              <a:avLst/>
              <a:gdLst>
                <a:gd name="T0" fmla="*/ 42 w 46"/>
                <a:gd name="T1" fmla="*/ 16 h 69"/>
                <a:gd name="T2" fmla="*/ 29 w 46"/>
                <a:gd name="T3" fmla="*/ 14 h 69"/>
                <a:gd name="T4" fmla="*/ 18 w 46"/>
                <a:gd name="T5" fmla="*/ 20 h 69"/>
                <a:gd name="T6" fmla="*/ 26 w 46"/>
                <a:gd name="T7" fmla="*/ 26 h 69"/>
                <a:gd name="T8" fmla="*/ 30 w 46"/>
                <a:gd name="T9" fmla="*/ 27 h 69"/>
                <a:gd name="T10" fmla="*/ 46 w 46"/>
                <a:gd name="T11" fmla="*/ 47 h 69"/>
                <a:gd name="T12" fmla="*/ 19 w 46"/>
                <a:gd name="T13" fmla="*/ 69 h 69"/>
                <a:gd name="T14" fmla="*/ 1 w 46"/>
                <a:gd name="T15" fmla="*/ 67 h 69"/>
                <a:gd name="T16" fmla="*/ 1 w 46"/>
                <a:gd name="T17" fmla="*/ 52 h 69"/>
                <a:gd name="T18" fmla="*/ 16 w 46"/>
                <a:gd name="T19" fmla="*/ 54 h 69"/>
                <a:gd name="T20" fmla="*/ 29 w 46"/>
                <a:gd name="T21" fmla="*/ 48 h 69"/>
                <a:gd name="T22" fmla="*/ 21 w 46"/>
                <a:gd name="T23" fmla="*/ 41 h 69"/>
                <a:gd name="T24" fmla="*/ 18 w 46"/>
                <a:gd name="T25" fmla="*/ 40 h 69"/>
                <a:gd name="T26" fmla="*/ 0 w 46"/>
                <a:gd name="T27" fmla="*/ 21 h 69"/>
                <a:gd name="T28" fmla="*/ 25 w 46"/>
                <a:gd name="T29" fmla="*/ 0 h 69"/>
                <a:gd name="T30" fmla="*/ 42 w 46"/>
                <a:gd name="T31" fmla="*/ 2 h 69"/>
                <a:gd name="T32" fmla="*/ 42 w 46"/>
                <a:gd name="T33" fmla="*/ 16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46" h="69">
                  <a:moveTo>
                    <a:pt x="42" y="16"/>
                  </a:moveTo>
                  <a:cubicBezTo>
                    <a:pt x="41" y="16"/>
                    <a:pt x="34" y="14"/>
                    <a:pt x="29" y="14"/>
                  </a:cubicBezTo>
                  <a:cubicBezTo>
                    <a:pt x="22" y="14"/>
                    <a:pt x="18" y="16"/>
                    <a:pt x="18" y="20"/>
                  </a:cubicBezTo>
                  <a:cubicBezTo>
                    <a:pt x="18" y="24"/>
                    <a:pt x="23" y="25"/>
                    <a:pt x="26" y="26"/>
                  </a:cubicBezTo>
                  <a:cubicBezTo>
                    <a:pt x="30" y="27"/>
                    <a:pt x="30" y="27"/>
                    <a:pt x="30" y="27"/>
                  </a:cubicBezTo>
                  <a:cubicBezTo>
                    <a:pt x="41" y="31"/>
                    <a:pt x="46" y="38"/>
                    <a:pt x="46" y="47"/>
                  </a:cubicBezTo>
                  <a:cubicBezTo>
                    <a:pt x="46" y="63"/>
                    <a:pt x="32" y="69"/>
                    <a:pt x="19" y="69"/>
                  </a:cubicBezTo>
                  <a:cubicBezTo>
                    <a:pt x="10" y="69"/>
                    <a:pt x="1" y="67"/>
                    <a:pt x="1" y="67"/>
                  </a:cubicBezTo>
                  <a:cubicBezTo>
                    <a:pt x="1" y="52"/>
                    <a:pt x="1" y="52"/>
                    <a:pt x="1" y="52"/>
                  </a:cubicBezTo>
                  <a:cubicBezTo>
                    <a:pt x="2" y="52"/>
                    <a:pt x="9" y="54"/>
                    <a:pt x="16" y="54"/>
                  </a:cubicBezTo>
                  <a:cubicBezTo>
                    <a:pt x="25" y="54"/>
                    <a:pt x="29" y="52"/>
                    <a:pt x="29" y="48"/>
                  </a:cubicBezTo>
                  <a:cubicBezTo>
                    <a:pt x="29" y="45"/>
                    <a:pt x="25" y="43"/>
                    <a:pt x="21" y="41"/>
                  </a:cubicBezTo>
                  <a:cubicBezTo>
                    <a:pt x="20" y="41"/>
                    <a:pt x="19" y="41"/>
                    <a:pt x="18" y="40"/>
                  </a:cubicBezTo>
                  <a:cubicBezTo>
                    <a:pt x="8" y="37"/>
                    <a:pt x="0" y="32"/>
                    <a:pt x="0" y="21"/>
                  </a:cubicBezTo>
                  <a:cubicBezTo>
                    <a:pt x="0" y="8"/>
                    <a:pt x="10" y="0"/>
                    <a:pt x="25" y="0"/>
                  </a:cubicBezTo>
                  <a:cubicBezTo>
                    <a:pt x="34" y="0"/>
                    <a:pt x="41" y="2"/>
                    <a:pt x="42" y="2"/>
                  </a:cubicBezTo>
                  <a:lnTo>
                    <a:pt x="42" y="16"/>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en-US" dirty="0"/>
            </a:p>
          </p:txBody>
        </p:sp>
        <p:sp>
          <p:nvSpPr>
            <p:cNvPr id="10" name="Freeform 10"/>
            <p:cNvSpPr/>
            <p:nvPr userDrawn="1"/>
          </p:nvSpPr>
          <p:spPr bwMode="auto">
            <a:xfrm>
              <a:off x="31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en-US" dirty="0"/>
            </a:p>
          </p:txBody>
        </p:sp>
        <p:sp>
          <p:nvSpPr>
            <p:cNvPr id="11" name="Freeform 11"/>
            <p:cNvSpPr/>
            <p:nvPr userDrawn="1"/>
          </p:nvSpPr>
          <p:spPr bwMode="auto">
            <a:xfrm>
              <a:off x="37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en-US" dirty="0"/>
            </a:p>
          </p:txBody>
        </p:sp>
        <p:sp>
          <p:nvSpPr>
            <p:cNvPr id="12" name="Freeform 12"/>
            <p:cNvSpPr/>
            <p:nvPr userDrawn="1"/>
          </p:nvSpPr>
          <p:spPr bwMode="auto">
            <a:xfrm>
              <a:off x="430" y="249"/>
              <a:ext cx="22" cy="139"/>
            </a:xfrm>
            <a:custGeom>
              <a:avLst/>
              <a:gdLst>
                <a:gd name="T0" fmla="*/ 17 w 17"/>
                <a:gd name="T1" fmla="*/ 8 h 106"/>
                <a:gd name="T2" fmla="*/ 8 w 17"/>
                <a:gd name="T3" fmla="*/ 0 h 106"/>
                <a:gd name="T4" fmla="*/ 0 w 17"/>
                <a:gd name="T5" fmla="*/ 8 h 106"/>
                <a:gd name="T6" fmla="*/ 0 w 17"/>
                <a:gd name="T7" fmla="*/ 97 h 106"/>
                <a:gd name="T8" fmla="*/ 8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8" y="0"/>
                  </a:cubicBezTo>
                  <a:cubicBezTo>
                    <a:pt x="4" y="0"/>
                    <a:pt x="0" y="4"/>
                    <a:pt x="0" y="8"/>
                  </a:cubicBezTo>
                  <a:cubicBezTo>
                    <a:pt x="0" y="97"/>
                    <a:pt x="0" y="97"/>
                    <a:pt x="0" y="97"/>
                  </a:cubicBezTo>
                  <a:cubicBezTo>
                    <a:pt x="0" y="102"/>
                    <a:pt x="4" y="106"/>
                    <a:pt x="8"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en-US" dirty="0"/>
            </a:p>
          </p:txBody>
        </p:sp>
        <p:sp>
          <p:nvSpPr>
            <p:cNvPr id="13" name="Freeform 13"/>
            <p:cNvSpPr/>
            <p:nvPr userDrawn="1"/>
          </p:nvSpPr>
          <p:spPr bwMode="auto">
            <a:xfrm>
              <a:off x="49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en-US" dirty="0"/>
            </a:p>
          </p:txBody>
        </p:sp>
        <p:sp>
          <p:nvSpPr>
            <p:cNvPr id="14" name="Freeform 14"/>
            <p:cNvSpPr/>
            <p:nvPr userDrawn="1"/>
          </p:nvSpPr>
          <p:spPr bwMode="auto">
            <a:xfrm>
              <a:off x="55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en-US" dirty="0"/>
            </a:p>
          </p:txBody>
        </p:sp>
        <p:sp>
          <p:nvSpPr>
            <p:cNvPr id="15" name="Freeform 15"/>
            <p:cNvSpPr/>
            <p:nvPr userDrawn="1"/>
          </p:nvSpPr>
          <p:spPr bwMode="auto">
            <a:xfrm>
              <a:off x="61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en-US" dirty="0"/>
            </a:p>
          </p:txBody>
        </p:sp>
        <p:sp>
          <p:nvSpPr>
            <p:cNvPr id="16" name="Freeform 16"/>
            <p:cNvSpPr/>
            <p:nvPr userDrawn="1"/>
          </p:nvSpPr>
          <p:spPr bwMode="auto">
            <a:xfrm>
              <a:off x="670" y="249"/>
              <a:ext cx="22" cy="139"/>
            </a:xfrm>
            <a:custGeom>
              <a:avLst/>
              <a:gdLst>
                <a:gd name="T0" fmla="*/ 17 w 17"/>
                <a:gd name="T1" fmla="*/ 8 h 106"/>
                <a:gd name="T2" fmla="*/ 9 w 17"/>
                <a:gd name="T3" fmla="*/ 0 h 106"/>
                <a:gd name="T4" fmla="*/ 0 w 17"/>
                <a:gd name="T5" fmla="*/ 8 h 106"/>
                <a:gd name="T6" fmla="*/ 0 w 17"/>
                <a:gd name="T7" fmla="*/ 97 h 106"/>
                <a:gd name="T8" fmla="*/ 9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9" y="0"/>
                  </a:cubicBezTo>
                  <a:cubicBezTo>
                    <a:pt x="4" y="0"/>
                    <a:pt x="0" y="4"/>
                    <a:pt x="0" y="8"/>
                  </a:cubicBezTo>
                  <a:cubicBezTo>
                    <a:pt x="0" y="97"/>
                    <a:pt x="0" y="97"/>
                    <a:pt x="0" y="97"/>
                  </a:cubicBezTo>
                  <a:cubicBezTo>
                    <a:pt x="0" y="102"/>
                    <a:pt x="4" y="106"/>
                    <a:pt x="9"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en-US" dirty="0"/>
            </a:p>
          </p:txBody>
        </p:sp>
        <p:sp>
          <p:nvSpPr>
            <p:cNvPr id="17" name="Freeform 17"/>
            <p:cNvSpPr/>
            <p:nvPr userDrawn="1"/>
          </p:nvSpPr>
          <p:spPr bwMode="auto">
            <a:xfrm>
              <a:off x="73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en-US" dirty="0"/>
            </a:p>
          </p:txBody>
        </p:sp>
        <p:sp>
          <p:nvSpPr>
            <p:cNvPr id="18" name="Freeform 18"/>
            <p:cNvSpPr/>
            <p:nvPr userDrawn="1"/>
          </p:nvSpPr>
          <p:spPr bwMode="auto">
            <a:xfrm>
              <a:off x="790" y="321"/>
              <a:ext cx="22" cy="45"/>
            </a:xfrm>
            <a:custGeom>
              <a:avLst/>
              <a:gdLst>
                <a:gd name="T0" fmla="*/ 17 w 17"/>
                <a:gd name="T1" fmla="*/ 8 h 34"/>
                <a:gd name="T2" fmla="*/ 9 w 17"/>
                <a:gd name="T3" fmla="*/ 0 h 34"/>
                <a:gd name="T4" fmla="*/ 0 w 17"/>
                <a:gd name="T5" fmla="*/ 8 h 34"/>
                <a:gd name="T6" fmla="*/ 0 w 17"/>
                <a:gd name="T7" fmla="*/ 26 h 34"/>
                <a:gd name="T8" fmla="*/ 9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9" y="0"/>
                  </a:cubicBezTo>
                  <a:cubicBezTo>
                    <a:pt x="4" y="0"/>
                    <a:pt x="0" y="3"/>
                    <a:pt x="0" y="8"/>
                  </a:cubicBezTo>
                  <a:cubicBezTo>
                    <a:pt x="0" y="26"/>
                    <a:pt x="0" y="26"/>
                    <a:pt x="0" y="26"/>
                  </a:cubicBezTo>
                  <a:cubicBezTo>
                    <a:pt x="0" y="30"/>
                    <a:pt x="4" y="34"/>
                    <a:pt x="9"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en-US" dirty="0"/>
            </a:p>
          </p:txBody>
        </p:sp>
      </p:grpSp>
    </p:spTree>
  </p:cSld>
  <p:clrMapOvr>
    <a:masterClrMapping/>
  </p:clrMapOvr>
  <p:transition spd="slow">
    <p:wipe/>
  </p:transition>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showMasterSp="0">
  <p:cSld name="Closing Slide">
    <p:bg>
      <p:bgPr>
        <a:solidFill>
          <a:schemeClr val="accent5"/>
        </a:solidFill>
        <a:effectLst/>
      </p:bgPr>
    </p:bg>
    <p:spTree>
      <p:nvGrpSpPr>
        <p:cNvPr id="1" name=""/>
        <p:cNvGrpSpPr/>
        <p:nvPr/>
      </p:nvGrpSpPr>
      <p:grpSpPr>
        <a:xfrm>
          <a:off x="0" y="0"/>
          <a:ext cx="0" cy="0"/>
          <a:chOff x="0" y="0"/>
          <a:chExt cx="0" cy="0"/>
        </a:xfrm>
      </p:grpSpPr>
      <p:sp>
        <p:nvSpPr>
          <p:cNvPr id="3" name="Rectangle 2"/>
          <p:cNvSpPr/>
          <p:nvPr userDrawn="1"/>
        </p:nvSpPr>
        <p:spPr>
          <a:xfrm>
            <a:off x="0" y="0"/>
            <a:ext cx="9144000" cy="5143500"/>
          </a:xfrm>
          <a:prstGeom prst="rect">
            <a:avLst/>
          </a:prstGeom>
          <a:solidFill>
            <a:srgbClr val="00394F"/>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nvGrpSpPr>
          <p:cNvPr id="4" name="Group 4"/>
          <p:cNvGrpSpPr>
            <a:grpSpLocks noChangeAspect="1"/>
          </p:cNvGrpSpPr>
          <p:nvPr userDrawn="1"/>
        </p:nvGrpSpPr>
        <p:grpSpPr bwMode="auto">
          <a:xfrm>
            <a:off x="3746294" y="2129856"/>
            <a:ext cx="1617944" cy="860542"/>
            <a:chOff x="310" y="249"/>
            <a:chExt cx="502" cy="267"/>
          </a:xfrm>
          <a:solidFill>
            <a:schemeClr val="accent5"/>
          </a:solidFill>
        </p:grpSpPr>
        <p:sp>
          <p:nvSpPr>
            <p:cNvPr id="5" name="Rectangle 5"/>
            <p:cNvSpPr>
              <a:spLocks noChangeArrowheads="1"/>
            </p:cNvSpPr>
            <p:nvPr userDrawn="1"/>
          </p:nvSpPr>
          <p:spPr bwMode="auto">
            <a:xfrm>
              <a:off x="452" y="426"/>
              <a:ext cx="22" cy="88"/>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p>
              <a:endParaRPr lang="en-US" dirty="0"/>
            </a:p>
          </p:txBody>
        </p:sp>
        <p:sp>
          <p:nvSpPr>
            <p:cNvPr id="6" name="Freeform 6"/>
            <p:cNvSpPr/>
            <p:nvPr userDrawn="1"/>
          </p:nvSpPr>
          <p:spPr bwMode="auto">
            <a:xfrm>
              <a:off x="585" y="425"/>
              <a:ext cx="66" cy="91"/>
            </a:xfrm>
            <a:custGeom>
              <a:avLst/>
              <a:gdLst>
                <a:gd name="T0" fmla="*/ 51 w 51"/>
                <a:gd name="T1" fmla="*/ 20 h 69"/>
                <a:gd name="T2" fmla="*/ 37 w 51"/>
                <a:gd name="T3" fmla="*/ 16 h 69"/>
                <a:gd name="T4" fmla="*/ 18 w 51"/>
                <a:gd name="T5" fmla="*/ 34 h 69"/>
                <a:gd name="T6" fmla="*/ 37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7" y="16"/>
                  </a:cubicBezTo>
                  <a:cubicBezTo>
                    <a:pt x="26" y="16"/>
                    <a:pt x="18" y="24"/>
                    <a:pt x="18" y="34"/>
                  </a:cubicBezTo>
                  <a:cubicBezTo>
                    <a:pt x="18" y="44"/>
                    <a:pt x="25" y="52"/>
                    <a:pt x="37" y="52"/>
                  </a:cubicBezTo>
                  <a:cubicBezTo>
                    <a:pt x="45"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en-US" dirty="0"/>
            </a:p>
          </p:txBody>
        </p:sp>
        <p:sp>
          <p:nvSpPr>
            <p:cNvPr id="7" name="Freeform 7"/>
            <p:cNvSpPr/>
            <p:nvPr userDrawn="1"/>
          </p:nvSpPr>
          <p:spPr bwMode="auto">
            <a:xfrm>
              <a:off x="355" y="425"/>
              <a:ext cx="67" cy="91"/>
            </a:xfrm>
            <a:custGeom>
              <a:avLst/>
              <a:gdLst>
                <a:gd name="T0" fmla="*/ 51 w 51"/>
                <a:gd name="T1" fmla="*/ 20 h 69"/>
                <a:gd name="T2" fmla="*/ 36 w 51"/>
                <a:gd name="T3" fmla="*/ 16 h 69"/>
                <a:gd name="T4" fmla="*/ 18 w 51"/>
                <a:gd name="T5" fmla="*/ 34 h 69"/>
                <a:gd name="T6" fmla="*/ 36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6" y="16"/>
                  </a:cubicBezTo>
                  <a:cubicBezTo>
                    <a:pt x="25" y="16"/>
                    <a:pt x="18" y="24"/>
                    <a:pt x="18" y="34"/>
                  </a:cubicBezTo>
                  <a:cubicBezTo>
                    <a:pt x="18" y="44"/>
                    <a:pt x="25" y="52"/>
                    <a:pt x="36" y="52"/>
                  </a:cubicBezTo>
                  <a:cubicBezTo>
                    <a:pt x="44"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en-US" dirty="0"/>
            </a:p>
          </p:txBody>
        </p:sp>
        <p:sp>
          <p:nvSpPr>
            <p:cNvPr id="8" name="Freeform 8"/>
            <p:cNvSpPr>
              <a:spLocks noEditPoints="1"/>
            </p:cNvSpPr>
            <p:nvPr userDrawn="1"/>
          </p:nvSpPr>
          <p:spPr bwMode="auto">
            <a:xfrm>
              <a:off x="675" y="425"/>
              <a:ext cx="91" cy="91"/>
            </a:xfrm>
            <a:custGeom>
              <a:avLst/>
              <a:gdLst>
                <a:gd name="T0" fmla="*/ 70 w 70"/>
                <a:gd name="T1" fmla="*/ 34 h 69"/>
                <a:gd name="T2" fmla="*/ 35 w 70"/>
                <a:gd name="T3" fmla="*/ 69 h 69"/>
                <a:gd name="T4" fmla="*/ 0 w 70"/>
                <a:gd name="T5" fmla="*/ 34 h 69"/>
                <a:gd name="T6" fmla="*/ 35 w 70"/>
                <a:gd name="T7" fmla="*/ 0 h 69"/>
                <a:gd name="T8" fmla="*/ 70 w 70"/>
                <a:gd name="T9" fmla="*/ 34 h 69"/>
                <a:gd name="T10" fmla="*/ 35 w 70"/>
                <a:gd name="T11" fmla="*/ 17 h 69"/>
                <a:gd name="T12" fmla="*/ 18 w 70"/>
                <a:gd name="T13" fmla="*/ 34 h 69"/>
                <a:gd name="T14" fmla="*/ 35 w 70"/>
                <a:gd name="T15" fmla="*/ 52 h 69"/>
                <a:gd name="T16" fmla="*/ 52 w 70"/>
                <a:gd name="T17" fmla="*/ 34 h 69"/>
                <a:gd name="T18" fmla="*/ 35 w 70"/>
                <a:gd name="T19" fmla="*/ 17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70" h="69">
                  <a:moveTo>
                    <a:pt x="70" y="34"/>
                  </a:moveTo>
                  <a:cubicBezTo>
                    <a:pt x="70" y="53"/>
                    <a:pt x="56" y="69"/>
                    <a:pt x="35" y="69"/>
                  </a:cubicBezTo>
                  <a:cubicBezTo>
                    <a:pt x="14" y="69"/>
                    <a:pt x="0" y="53"/>
                    <a:pt x="0" y="34"/>
                  </a:cubicBezTo>
                  <a:cubicBezTo>
                    <a:pt x="0" y="15"/>
                    <a:pt x="14" y="0"/>
                    <a:pt x="35" y="0"/>
                  </a:cubicBezTo>
                  <a:cubicBezTo>
                    <a:pt x="56" y="0"/>
                    <a:pt x="70" y="15"/>
                    <a:pt x="70" y="34"/>
                  </a:cubicBezTo>
                  <a:close/>
                  <a:moveTo>
                    <a:pt x="35" y="17"/>
                  </a:moveTo>
                  <a:cubicBezTo>
                    <a:pt x="25" y="17"/>
                    <a:pt x="18" y="25"/>
                    <a:pt x="18" y="34"/>
                  </a:cubicBezTo>
                  <a:cubicBezTo>
                    <a:pt x="18" y="44"/>
                    <a:pt x="25" y="52"/>
                    <a:pt x="35" y="52"/>
                  </a:cubicBezTo>
                  <a:cubicBezTo>
                    <a:pt x="45" y="52"/>
                    <a:pt x="52" y="44"/>
                    <a:pt x="52" y="34"/>
                  </a:cubicBezTo>
                  <a:cubicBezTo>
                    <a:pt x="52" y="25"/>
                    <a:pt x="45" y="17"/>
                    <a:pt x="35" y="17"/>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en-US" dirty="0"/>
            </a:p>
          </p:txBody>
        </p:sp>
        <p:sp>
          <p:nvSpPr>
            <p:cNvPr id="9" name="Freeform 9"/>
            <p:cNvSpPr/>
            <p:nvPr userDrawn="1"/>
          </p:nvSpPr>
          <p:spPr bwMode="auto">
            <a:xfrm>
              <a:off x="503" y="425"/>
              <a:ext cx="60" cy="91"/>
            </a:xfrm>
            <a:custGeom>
              <a:avLst/>
              <a:gdLst>
                <a:gd name="T0" fmla="*/ 42 w 46"/>
                <a:gd name="T1" fmla="*/ 16 h 69"/>
                <a:gd name="T2" fmla="*/ 29 w 46"/>
                <a:gd name="T3" fmla="*/ 14 h 69"/>
                <a:gd name="T4" fmla="*/ 18 w 46"/>
                <a:gd name="T5" fmla="*/ 20 h 69"/>
                <a:gd name="T6" fmla="*/ 26 w 46"/>
                <a:gd name="T7" fmla="*/ 26 h 69"/>
                <a:gd name="T8" fmla="*/ 30 w 46"/>
                <a:gd name="T9" fmla="*/ 27 h 69"/>
                <a:gd name="T10" fmla="*/ 46 w 46"/>
                <a:gd name="T11" fmla="*/ 47 h 69"/>
                <a:gd name="T12" fmla="*/ 19 w 46"/>
                <a:gd name="T13" fmla="*/ 69 h 69"/>
                <a:gd name="T14" fmla="*/ 1 w 46"/>
                <a:gd name="T15" fmla="*/ 67 h 69"/>
                <a:gd name="T16" fmla="*/ 1 w 46"/>
                <a:gd name="T17" fmla="*/ 52 h 69"/>
                <a:gd name="T18" fmla="*/ 16 w 46"/>
                <a:gd name="T19" fmla="*/ 54 h 69"/>
                <a:gd name="T20" fmla="*/ 29 w 46"/>
                <a:gd name="T21" fmla="*/ 48 h 69"/>
                <a:gd name="T22" fmla="*/ 21 w 46"/>
                <a:gd name="T23" fmla="*/ 41 h 69"/>
                <a:gd name="T24" fmla="*/ 18 w 46"/>
                <a:gd name="T25" fmla="*/ 40 h 69"/>
                <a:gd name="T26" fmla="*/ 0 w 46"/>
                <a:gd name="T27" fmla="*/ 21 h 69"/>
                <a:gd name="T28" fmla="*/ 25 w 46"/>
                <a:gd name="T29" fmla="*/ 0 h 69"/>
                <a:gd name="T30" fmla="*/ 42 w 46"/>
                <a:gd name="T31" fmla="*/ 2 h 69"/>
                <a:gd name="T32" fmla="*/ 42 w 46"/>
                <a:gd name="T33" fmla="*/ 16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46" h="69">
                  <a:moveTo>
                    <a:pt x="42" y="16"/>
                  </a:moveTo>
                  <a:cubicBezTo>
                    <a:pt x="41" y="16"/>
                    <a:pt x="34" y="14"/>
                    <a:pt x="29" y="14"/>
                  </a:cubicBezTo>
                  <a:cubicBezTo>
                    <a:pt x="22" y="14"/>
                    <a:pt x="18" y="16"/>
                    <a:pt x="18" y="20"/>
                  </a:cubicBezTo>
                  <a:cubicBezTo>
                    <a:pt x="18" y="24"/>
                    <a:pt x="23" y="25"/>
                    <a:pt x="26" y="26"/>
                  </a:cubicBezTo>
                  <a:cubicBezTo>
                    <a:pt x="30" y="27"/>
                    <a:pt x="30" y="27"/>
                    <a:pt x="30" y="27"/>
                  </a:cubicBezTo>
                  <a:cubicBezTo>
                    <a:pt x="41" y="31"/>
                    <a:pt x="46" y="38"/>
                    <a:pt x="46" y="47"/>
                  </a:cubicBezTo>
                  <a:cubicBezTo>
                    <a:pt x="46" y="63"/>
                    <a:pt x="32" y="69"/>
                    <a:pt x="19" y="69"/>
                  </a:cubicBezTo>
                  <a:cubicBezTo>
                    <a:pt x="10" y="69"/>
                    <a:pt x="1" y="67"/>
                    <a:pt x="1" y="67"/>
                  </a:cubicBezTo>
                  <a:cubicBezTo>
                    <a:pt x="1" y="52"/>
                    <a:pt x="1" y="52"/>
                    <a:pt x="1" y="52"/>
                  </a:cubicBezTo>
                  <a:cubicBezTo>
                    <a:pt x="2" y="52"/>
                    <a:pt x="9" y="54"/>
                    <a:pt x="16" y="54"/>
                  </a:cubicBezTo>
                  <a:cubicBezTo>
                    <a:pt x="25" y="54"/>
                    <a:pt x="29" y="52"/>
                    <a:pt x="29" y="48"/>
                  </a:cubicBezTo>
                  <a:cubicBezTo>
                    <a:pt x="29" y="45"/>
                    <a:pt x="25" y="43"/>
                    <a:pt x="21" y="41"/>
                  </a:cubicBezTo>
                  <a:cubicBezTo>
                    <a:pt x="20" y="41"/>
                    <a:pt x="19" y="41"/>
                    <a:pt x="18" y="40"/>
                  </a:cubicBezTo>
                  <a:cubicBezTo>
                    <a:pt x="8" y="37"/>
                    <a:pt x="0" y="32"/>
                    <a:pt x="0" y="21"/>
                  </a:cubicBezTo>
                  <a:cubicBezTo>
                    <a:pt x="0" y="8"/>
                    <a:pt x="10" y="0"/>
                    <a:pt x="25" y="0"/>
                  </a:cubicBezTo>
                  <a:cubicBezTo>
                    <a:pt x="34" y="0"/>
                    <a:pt x="41" y="2"/>
                    <a:pt x="42" y="2"/>
                  </a:cubicBezTo>
                  <a:lnTo>
                    <a:pt x="42" y="16"/>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en-US" dirty="0"/>
            </a:p>
          </p:txBody>
        </p:sp>
        <p:sp>
          <p:nvSpPr>
            <p:cNvPr id="10" name="Freeform 10"/>
            <p:cNvSpPr/>
            <p:nvPr userDrawn="1"/>
          </p:nvSpPr>
          <p:spPr bwMode="auto">
            <a:xfrm>
              <a:off x="31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en-US" dirty="0"/>
            </a:p>
          </p:txBody>
        </p:sp>
        <p:sp>
          <p:nvSpPr>
            <p:cNvPr id="11" name="Freeform 11"/>
            <p:cNvSpPr/>
            <p:nvPr userDrawn="1"/>
          </p:nvSpPr>
          <p:spPr bwMode="auto">
            <a:xfrm>
              <a:off x="37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en-US" dirty="0"/>
            </a:p>
          </p:txBody>
        </p:sp>
        <p:sp>
          <p:nvSpPr>
            <p:cNvPr id="12" name="Freeform 12"/>
            <p:cNvSpPr/>
            <p:nvPr userDrawn="1"/>
          </p:nvSpPr>
          <p:spPr bwMode="auto">
            <a:xfrm>
              <a:off x="430" y="249"/>
              <a:ext cx="22" cy="139"/>
            </a:xfrm>
            <a:custGeom>
              <a:avLst/>
              <a:gdLst>
                <a:gd name="T0" fmla="*/ 17 w 17"/>
                <a:gd name="T1" fmla="*/ 8 h 106"/>
                <a:gd name="T2" fmla="*/ 8 w 17"/>
                <a:gd name="T3" fmla="*/ 0 h 106"/>
                <a:gd name="T4" fmla="*/ 0 w 17"/>
                <a:gd name="T5" fmla="*/ 8 h 106"/>
                <a:gd name="T6" fmla="*/ 0 w 17"/>
                <a:gd name="T7" fmla="*/ 97 h 106"/>
                <a:gd name="T8" fmla="*/ 8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8" y="0"/>
                  </a:cubicBezTo>
                  <a:cubicBezTo>
                    <a:pt x="4" y="0"/>
                    <a:pt x="0" y="4"/>
                    <a:pt x="0" y="8"/>
                  </a:cubicBezTo>
                  <a:cubicBezTo>
                    <a:pt x="0" y="97"/>
                    <a:pt x="0" y="97"/>
                    <a:pt x="0" y="97"/>
                  </a:cubicBezTo>
                  <a:cubicBezTo>
                    <a:pt x="0" y="102"/>
                    <a:pt x="4" y="106"/>
                    <a:pt x="8"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en-US" dirty="0"/>
            </a:p>
          </p:txBody>
        </p:sp>
        <p:sp>
          <p:nvSpPr>
            <p:cNvPr id="13" name="Freeform 13"/>
            <p:cNvSpPr/>
            <p:nvPr userDrawn="1"/>
          </p:nvSpPr>
          <p:spPr bwMode="auto">
            <a:xfrm>
              <a:off x="49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en-US" dirty="0"/>
            </a:p>
          </p:txBody>
        </p:sp>
        <p:sp>
          <p:nvSpPr>
            <p:cNvPr id="14" name="Freeform 14"/>
            <p:cNvSpPr/>
            <p:nvPr userDrawn="1"/>
          </p:nvSpPr>
          <p:spPr bwMode="auto">
            <a:xfrm>
              <a:off x="55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en-US" dirty="0"/>
            </a:p>
          </p:txBody>
        </p:sp>
        <p:sp>
          <p:nvSpPr>
            <p:cNvPr id="15" name="Freeform 15"/>
            <p:cNvSpPr/>
            <p:nvPr userDrawn="1"/>
          </p:nvSpPr>
          <p:spPr bwMode="auto">
            <a:xfrm>
              <a:off x="61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en-US" dirty="0"/>
            </a:p>
          </p:txBody>
        </p:sp>
        <p:sp>
          <p:nvSpPr>
            <p:cNvPr id="16" name="Freeform 16"/>
            <p:cNvSpPr/>
            <p:nvPr userDrawn="1"/>
          </p:nvSpPr>
          <p:spPr bwMode="auto">
            <a:xfrm>
              <a:off x="670" y="249"/>
              <a:ext cx="22" cy="139"/>
            </a:xfrm>
            <a:custGeom>
              <a:avLst/>
              <a:gdLst>
                <a:gd name="T0" fmla="*/ 17 w 17"/>
                <a:gd name="T1" fmla="*/ 8 h 106"/>
                <a:gd name="T2" fmla="*/ 9 w 17"/>
                <a:gd name="T3" fmla="*/ 0 h 106"/>
                <a:gd name="T4" fmla="*/ 0 w 17"/>
                <a:gd name="T5" fmla="*/ 8 h 106"/>
                <a:gd name="T6" fmla="*/ 0 w 17"/>
                <a:gd name="T7" fmla="*/ 97 h 106"/>
                <a:gd name="T8" fmla="*/ 9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9" y="0"/>
                  </a:cubicBezTo>
                  <a:cubicBezTo>
                    <a:pt x="4" y="0"/>
                    <a:pt x="0" y="4"/>
                    <a:pt x="0" y="8"/>
                  </a:cubicBezTo>
                  <a:cubicBezTo>
                    <a:pt x="0" y="97"/>
                    <a:pt x="0" y="97"/>
                    <a:pt x="0" y="97"/>
                  </a:cubicBezTo>
                  <a:cubicBezTo>
                    <a:pt x="0" y="102"/>
                    <a:pt x="4" y="106"/>
                    <a:pt x="9"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en-US" dirty="0"/>
            </a:p>
          </p:txBody>
        </p:sp>
        <p:sp>
          <p:nvSpPr>
            <p:cNvPr id="17" name="Freeform 17"/>
            <p:cNvSpPr/>
            <p:nvPr userDrawn="1"/>
          </p:nvSpPr>
          <p:spPr bwMode="auto">
            <a:xfrm>
              <a:off x="73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en-US" dirty="0"/>
            </a:p>
          </p:txBody>
        </p:sp>
        <p:sp>
          <p:nvSpPr>
            <p:cNvPr id="18" name="Freeform 18"/>
            <p:cNvSpPr/>
            <p:nvPr userDrawn="1"/>
          </p:nvSpPr>
          <p:spPr bwMode="auto">
            <a:xfrm>
              <a:off x="790" y="321"/>
              <a:ext cx="22" cy="45"/>
            </a:xfrm>
            <a:custGeom>
              <a:avLst/>
              <a:gdLst>
                <a:gd name="T0" fmla="*/ 17 w 17"/>
                <a:gd name="T1" fmla="*/ 8 h 34"/>
                <a:gd name="T2" fmla="*/ 9 w 17"/>
                <a:gd name="T3" fmla="*/ 0 h 34"/>
                <a:gd name="T4" fmla="*/ 0 w 17"/>
                <a:gd name="T5" fmla="*/ 8 h 34"/>
                <a:gd name="T6" fmla="*/ 0 w 17"/>
                <a:gd name="T7" fmla="*/ 26 h 34"/>
                <a:gd name="T8" fmla="*/ 9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9" y="0"/>
                  </a:cubicBezTo>
                  <a:cubicBezTo>
                    <a:pt x="4" y="0"/>
                    <a:pt x="0" y="3"/>
                    <a:pt x="0" y="8"/>
                  </a:cubicBezTo>
                  <a:cubicBezTo>
                    <a:pt x="0" y="26"/>
                    <a:pt x="0" y="26"/>
                    <a:pt x="0" y="26"/>
                  </a:cubicBezTo>
                  <a:cubicBezTo>
                    <a:pt x="0" y="30"/>
                    <a:pt x="4" y="34"/>
                    <a:pt x="9"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en-US" dirty="0"/>
            </a:p>
          </p:txBody>
        </p:sp>
      </p:grpSp>
    </p:spTree>
  </p:cSld>
  <p:clrMapOvr>
    <a:masterClrMapping/>
  </p:clrMapOvr>
  <p:transition spd="slow">
    <p:wipe/>
  </p:transition>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showMasterSp="0">
  <p:cSld name="3_Closing Slide">
    <p:bg>
      <p:bgPr>
        <a:solidFill>
          <a:schemeClr val="accent5"/>
        </a:solidFill>
        <a:effectLst/>
      </p:bgPr>
    </p:bg>
    <p:spTree>
      <p:nvGrpSpPr>
        <p:cNvPr id="1" name=""/>
        <p:cNvGrpSpPr/>
        <p:nvPr/>
      </p:nvGrpSpPr>
      <p:grpSpPr>
        <a:xfrm>
          <a:off x="0" y="0"/>
          <a:ext cx="0" cy="0"/>
          <a:chOff x="0" y="0"/>
          <a:chExt cx="0" cy="0"/>
        </a:xfrm>
      </p:grpSpPr>
      <p:grpSp>
        <p:nvGrpSpPr>
          <p:cNvPr id="4" name="Group 4"/>
          <p:cNvGrpSpPr>
            <a:grpSpLocks noChangeAspect="1"/>
          </p:cNvGrpSpPr>
          <p:nvPr userDrawn="1"/>
        </p:nvGrpSpPr>
        <p:grpSpPr bwMode="auto">
          <a:xfrm>
            <a:off x="3746294" y="2129856"/>
            <a:ext cx="1617944" cy="860542"/>
            <a:chOff x="310" y="249"/>
            <a:chExt cx="502" cy="267"/>
          </a:xfrm>
          <a:solidFill>
            <a:schemeClr val="accent1">
              <a:lumMod val="75000"/>
            </a:schemeClr>
          </a:solidFill>
        </p:grpSpPr>
        <p:sp>
          <p:nvSpPr>
            <p:cNvPr id="5" name="Rectangle 5"/>
            <p:cNvSpPr>
              <a:spLocks noChangeArrowheads="1"/>
            </p:cNvSpPr>
            <p:nvPr userDrawn="1"/>
          </p:nvSpPr>
          <p:spPr bwMode="auto">
            <a:xfrm>
              <a:off x="452" y="426"/>
              <a:ext cx="22" cy="88"/>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p>
              <a:endParaRPr lang="en-US" dirty="0"/>
            </a:p>
          </p:txBody>
        </p:sp>
        <p:sp>
          <p:nvSpPr>
            <p:cNvPr id="6" name="Freeform 6"/>
            <p:cNvSpPr/>
            <p:nvPr userDrawn="1"/>
          </p:nvSpPr>
          <p:spPr bwMode="auto">
            <a:xfrm>
              <a:off x="585" y="425"/>
              <a:ext cx="66" cy="91"/>
            </a:xfrm>
            <a:custGeom>
              <a:avLst/>
              <a:gdLst>
                <a:gd name="T0" fmla="*/ 51 w 51"/>
                <a:gd name="T1" fmla="*/ 20 h 69"/>
                <a:gd name="T2" fmla="*/ 37 w 51"/>
                <a:gd name="T3" fmla="*/ 16 h 69"/>
                <a:gd name="T4" fmla="*/ 18 w 51"/>
                <a:gd name="T5" fmla="*/ 34 h 69"/>
                <a:gd name="T6" fmla="*/ 37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7" y="16"/>
                  </a:cubicBezTo>
                  <a:cubicBezTo>
                    <a:pt x="26" y="16"/>
                    <a:pt x="18" y="24"/>
                    <a:pt x="18" y="34"/>
                  </a:cubicBezTo>
                  <a:cubicBezTo>
                    <a:pt x="18" y="44"/>
                    <a:pt x="25" y="52"/>
                    <a:pt x="37" y="52"/>
                  </a:cubicBezTo>
                  <a:cubicBezTo>
                    <a:pt x="45"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en-US" dirty="0"/>
            </a:p>
          </p:txBody>
        </p:sp>
        <p:sp>
          <p:nvSpPr>
            <p:cNvPr id="7" name="Freeform 7"/>
            <p:cNvSpPr/>
            <p:nvPr userDrawn="1"/>
          </p:nvSpPr>
          <p:spPr bwMode="auto">
            <a:xfrm>
              <a:off x="355" y="425"/>
              <a:ext cx="67" cy="91"/>
            </a:xfrm>
            <a:custGeom>
              <a:avLst/>
              <a:gdLst>
                <a:gd name="T0" fmla="*/ 51 w 51"/>
                <a:gd name="T1" fmla="*/ 20 h 69"/>
                <a:gd name="T2" fmla="*/ 36 w 51"/>
                <a:gd name="T3" fmla="*/ 16 h 69"/>
                <a:gd name="T4" fmla="*/ 18 w 51"/>
                <a:gd name="T5" fmla="*/ 34 h 69"/>
                <a:gd name="T6" fmla="*/ 36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6" y="16"/>
                  </a:cubicBezTo>
                  <a:cubicBezTo>
                    <a:pt x="25" y="16"/>
                    <a:pt x="18" y="24"/>
                    <a:pt x="18" y="34"/>
                  </a:cubicBezTo>
                  <a:cubicBezTo>
                    <a:pt x="18" y="44"/>
                    <a:pt x="25" y="52"/>
                    <a:pt x="36" y="52"/>
                  </a:cubicBezTo>
                  <a:cubicBezTo>
                    <a:pt x="44"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en-US" dirty="0"/>
            </a:p>
          </p:txBody>
        </p:sp>
        <p:sp>
          <p:nvSpPr>
            <p:cNvPr id="8" name="Freeform 8"/>
            <p:cNvSpPr>
              <a:spLocks noEditPoints="1"/>
            </p:cNvSpPr>
            <p:nvPr userDrawn="1"/>
          </p:nvSpPr>
          <p:spPr bwMode="auto">
            <a:xfrm>
              <a:off x="675" y="425"/>
              <a:ext cx="91" cy="91"/>
            </a:xfrm>
            <a:custGeom>
              <a:avLst/>
              <a:gdLst>
                <a:gd name="T0" fmla="*/ 70 w 70"/>
                <a:gd name="T1" fmla="*/ 34 h 69"/>
                <a:gd name="T2" fmla="*/ 35 w 70"/>
                <a:gd name="T3" fmla="*/ 69 h 69"/>
                <a:gd name="T4" fmla="*/ 0 w 70"/>
                <a:gd name="T5" fmla="*/ 34 h 69"/>
                <a:gd name="T6" fmla="*/ 35 w 70"/>
                <a:gd name="T7" fmla="*/ 0 h 69"/>
                <a:gd name="T8" fmla="*/ 70 w 70"/>
                <a:gd name="T9" fmla="*/ 34 h 69"/>
                <a:gd name="T10" fmla="*/ 35 w 70"/>
                <a:gd name="T11" fmla="*/ 17 h 69"/>
                <a:gd name="T12" fmla="*/ 18 w 70"/>
                <a:gd name="T13" fmla="*/ 34 h 69"/>
                <a:gd name="T14" fmla="*/ 35 w 70"/>
                <a:gd name="T15" fmla="*/ 52 h 69"/>
                <a:gd name="T16" fmla="*/ 52 w 70"/>
                <a:gd name="T17" fmla="*/ 34 h 69"/>
                <a:gd name="T18" fmla="*/ 35 w 70"/>
                <a:gd name="T19" fmla="*/ 17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70" h="69">
                  <a:moveTo>
                    <a:pt x="70" y="34"/>
                  </a:moveTo>
                  <a:cubicBezTo>
                    <a:pt x="70" y="53"/>
                    <a:pt x="56" y="69"/>
                    <a:pt x="35" y="69"/>
                  </a:cubicBezTo>
                  <a:cubicBezTo>
                    <a:pt x="14" y="69"/>
                    <a:pt x="0" y="53"/>
                    <a:pt x="0" y="34"/>
                  </a:cubicBezTo>
                  <a:cubicBezTo>
                    <a:pt x="0" y="15"/>
                    <a:pt x="14" y="0"/>
                    <a:pt x="35" y="0"/>
                  </a:cubicBezTo>
                  <a:cubicBezTo>
                    <a:pt x="56" y="0"/>
                    <a:pt x="70" y="15"/>
                    <a:pt x="70" y="34"/>
                  </a:cubicBezTo>
                  <a:close/>
                  <a:moveTo>
                    <a:pt x="35" y="17"/>
                  </a:moveTo>
                  <a:cubicBezTo>
                    <a:pt x="25" y="17"/>
                    <a:pt x="18" y="25"/>
                    <a:pt x="18" y="34"/>
                  </a:cubicBezTo>
                  <a:cubicBezTo>
                    <a:pt x="18" y="44"/>
                    <a:pt x="25" y="52"/>
                    <a:pt x="35" y="52"/>
                  </a:cubicBezTo>
                  <a:cubicBezTo>
                    <a:pt x="45" y="52"/>
                    <a:pt x="52" y="44"/>
                    <a:pt x="52" y="34"/>
                  </a:cubicBezTo>
                  <a:cubicBezTo>
                    <a:pt x="52" y="25"/>
                    <a:pt x="45" y="17"/>
                    <a:pt x="35" y="17"/>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en-US" dirty="0"/>
            </a:p>
          </p:txBody>
        </p:sp>
        <p:sp>
          <p:nvSpPr>
            <p:cNvPr id="9" name="Freeform 9"/>
            <p:cNvSpPr/>
            <p:nvPr userDrawn="1"/>
          </p:nvSpPr>
          <p:spPr bwMode="auto">
            <a:xfrm>
              <a:off x="503" y="425"/>
              <a:ext cx="60" cy="91"/>
            </a:xfrm>
            <a:custGeom>
              <a:avLst/>
              <a:gdLst>
                <a:gd name="T0" fmla="*/ 42 w 46"/>
                <a:gd name="T1" fmla="*/ 16 h 69"/>
                <a:gd name="T2" fmla="*/ 29 w 46"/>
                <a:gd name="T3" fmla="*/ 14 h 69"/>
                <a:gd name="T4" fmla="*/ 18 w 46"/>
                <a:gd name="T5" fmla="*/ 20 h 69"/>
                <a:gd name="T6" fmla="*/ 26 w 46"/>
                <a:gd name="T7" fmla="*/ 26 h 69"/>
                <a:gd name="T8" fmla="*/ 30 w 46"/>
                <a:gd name="T9" fmla="*/ 27 h 69"/>
                <a:gd name="T10" fmla="*/ 46 w 46"/>
                <a:gd name="T11" fmla="*/ 47 h 69"/>
                <a:gd name="T12" fmla="*/ 19 w 46"/>
                <a:gd name="T13" fmla="*/ 69 h 69"/>
                <a:gd name="T14" fmla="*/ 1 w 46"/>
                <a:gd name="T15" fmla="*/ 67 h 69"/>
                <a:gd name="T16" fmla="*/ 1 w 46"/>
                <a:gd name="T17" fmla="*/ 52 h 69"/>
                <a:gd name="T18" fmla="*/ 16 w 46"/>
                <a:gd name="T19" fmla="*/ 54 h 69"/>
                <a:gd name="T20" fmla="*/ 29 w 46"/>
                <a:gd name="T21" fmla="*/ 48 h 69"/>
                <a:gd name="T22" fmla="*/ 21 w 46"/>
                <a:gd name="T23" fmla="*/ 41 h 69"/>
                <a:gd name="T24" fmla="*/ 18 w 46"/>
                <a:gd name="T25" fmla="*/ 40 h 69"/>
                <a:gd name="T26" fmla="*/ 0 w 46"/>
                <a:gd name="T27" fmla="*/ 21 h 69"/>
                <a:gd name="T28" fmla="*/ 25 w 46"/>
                <a:gd name="T29" fmla="*/ 0 h 69"/>
                <a:gd name="T30" fmla="*/ 42 w 46"/>
                <a:gd name="T31" fmla="*/ 2 h 69"/>
                <a:gd name="T32" fmla="*/ 42 w 46"/>
                <a:gd name="T33" fmla="*/ 16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46" h="69">
                  <a:moveTo>
                    <a:pt x="42" y="16"/>
                  </a:moveTo>
                  <a:cubicBezTo>
                    <a:pt x="41" y="16"/>
                    <a:pt x="34" y="14"/>
                    <a:pt x="29" y="14"/>
                  </a:cubicBezTo>
                  <a:cubicBezTo>
                    <a:pt x="22" y="14"/>
                    <a:pt x="18" y="16"/>
                    <a:pt x="18" y="20"/>
                  </a:cubicBezTo>
                  <a:cubicBezTo>
                    <a:pt x="18" y="24"/>
                    <a:pt x="23" y="25"/>
                    <a:pt x="26" y="26"/>
                  </a:cubicBezTo>
                  <a:cubicBezTo>
                    <a:pt x="30" y="27"/>
                    <a:pt x="30" y="27"/>
                    <a:pt x="30" y="27"/>
                  </a:cubicBezTo>
                  <a:cubicBezTo>
                    <a:pt x="41" y="31"/>
                    <a:pt x="46" y="38"/>
                    <a:pt x="46" y="47"/>
                  </a:cubicBezTo>
                  <a:cubicBezTo>
                    <a:pt x="46" y="63"/>
                    <a:pt x="32" y="69"/>
                    <a:pt x="19" y="69"/>
                  </a:cubicBezTo>
                  <a:cubicBezTo>
                    <a:pt x="10" y="69"/>
                    <a:pt x="1" y="67"/>
                    <a:pt x="1" y="67"/>
                  </a:cubicBezTo>
                  <a:cubicBezTo>
                    <a:pt x="1" y="52"/>
                    <a:pt x="1" y="52"/>
                    <a:pt x="1" y="52"/>
                  </a:cubicBezTo>
                  <a:cubicBezTo>
                    <a:pt x="2" y="52"/>
                    <a:pt x="9" y="54"/>
                    <a:pt x="16" y="54"/>
                  </a:cubicBezTo>
                  <a:cubicBezTo>
                    <a:pt x="25" y="54"/>
                    <a:pt x="29" y="52"/>
                    <a:pt x="29" y="48"/>
                  </a:cubicBezTo>
                  <a:cubicBezTo>
                    <a:pt x="29" y="45"/>
                    <a:pt x="25" y="43"/>
                    <a:pt x="21" y="41"/>
                  </a:cubicBezTo>
                  <a:cubicBezTo>
                    <a:pt x="20" y="41"/>
                    <a:pt x="19" y="41"/>
                    <a:pt x="18" y="40"/>
                  </a:cubicBezTo>
                  <a:cubicBezTo>
                    <a:pt x="8" y="37"/>
                    <a:pt x="0" y="32"/>
                    <a:pt x="0" y="21"/>
                  </a:cubicBezTo>
                  <a:cubicBezTo>
                    <a:pt x="0" y="8"/>
                    <a:pt x="10" y="0"/>
                    <a:pt x="25" y="0"/>
                  </a:cubicBezTo>
                  <a:cubicBezTo>
                    <a:pt x="34" y="0"/>
                    <a:pt x="41" y="2"/>
                    <a:pt x="42" y="2"/>
                  </a:cubicBezTo>
                  <a:lnTo>
                    <a:pt x="42" y="16"/>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en-US" dirty="0"/>
            </a:p>
          </p:txBody>
        </p:sp>
        <p:sp>
          <p:nvSpPr>
            <p:cNvPr id="10" name="Freeform 10"/>
            <p:cNvSpPr/>
            <p:nvPr userDrawn="1"/>
          </p:nvSpPr>
          <p:spPr bwMode="auto">
            <a:xfrm>
              <a:off x="31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en-US" dirty="0"/>
            </a:p>
          </p:txBody>
        </p:sp>
        <p:sp>
          <p:nvSpPr>
            <p:cNvPr id="11" name="Freeform 11"/>
            <p:cNvSpPr/>
            <p:nvPr userDrawn="1"/>
          </p:nvSpPr>
          <p:spPr bwMode="auto">
            <a:xfrm>
              <a:off x="37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en-US" dirty="0"/>
            </a:p>
          </p:txBody>
        </p:sp>
        <p:sp>
          <p:nvSpPr>
            <p:cNvPr id="12" name="Freeform 12"/>
            <p:cNvSpPr/>
            <p:nvPr userDrawn="1"/>
          </p:nvSpPr>
          <p:spPr bwMode="auto">
            <a:xfrm>
              <a:off x="430" y="249"/>
              <a:ext cx="22" cy="139"/>
            </a:xfrm>
            <a:custGeom>
              <a:avLst/>
              <a:gdLst>
                <a:gd name="T0" fmla="*/ 17 w 17"/>
                <a:gd name="T1" fmla="*/ 8 h 106"/>
                <a:gd name="T2" fmla="*/ 8 w 17"/>
                <a:gd name="T3" fmla="*/ 0 h 106"/>
                <a:gd name="T4" fmla="*/ 0 w 17"/>
                <a:gd name="T5" fmla="*/ 8 h 106"/>
                <a:gd name="T6" fmla="*/ 0 w 17"/>
                <a:gd name="T7" fmla="*/ 97 h 106"/>
                <a:gd name="T8" fmla="*/ 8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8" y="0"/>
                  </a:cubicBezTo>
                  <a:cubicBezTo>
                    <a:pt x="4" y="0"/>
                    <a:pt x="0" y="4"/>
                    <a:pt x="0" y="8"/>
                  </a:cubicBezTo>
                  <a:cubicBezTo>
                    <a:pt x="0" y="97"/>
                    <a:pt x="0" y="97"/>
                    <a:pt x="0" y="97"/>
                  </a:cubicBezTo>
                  <a:cubicBezTo>
                    <a:pt x="0" y="102"/>
                    <a:pt x="4" y="106"/>
                    <a:pt x="8"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en-US" dirty="0"/>
            </a:p>
          </p:txBody>
        </p:sp>
        <p:sp>
          <p:nvSpPr>
            <p:cNvPr id="13" name="Freeform 13"/>
            <p:cNvSpPr/>
            <p:nvPr userDrawn="1"/>
          </p:nvSpPr>
          <p:spPr bwMode="auto">
            <a:xfrm>
              <a:off x="49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en-US" dirty="0"/>
            </a:p>
          </p:txBody>
        </p:sp>
        <p:sp>
          <p:nvSpPr>
            <p:cNvPr id="14" name="Freeform 14"/>
            <p:cNvSpPr/>
            <p:nvPr userDrawn="1"/>
          </p:nvSpPr>
          <p:spPr bwMode="auto">
            <a:xfrm>
              <a:off x="55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en-US" dirty="0"/>
            </a:p>
          </p:txBody>
        </p:sp>
        <p:sp>
          <p:nvSpPr>
            <p:cNvPr id="15" name="Freeform 15"/>
            <p:cNvSpPr/>
            <p:nvPr userDrawn="1"/>
          </p:nvSpPr>
          <p:spPr bwMode="auto">
            <a:xfrm>
              <a:off x="61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en-US" dirty="0"/>
            </a:p>
          </p:txBody>
        </p:sp>
        <p:sp>
          <p:nvSpPr>
            <p:cNvPr id="16" name="Freeform 16"/>
            <p:cNvSpPr/>
            <p:nvPr userDrawn="1"/>
          </p:nvSpPr>
          <p:spPr bwMode="auto">
            <a:xfrm>
              <a:off x="670" y="249"/>
              <a:ext cx="22" cy="139"/>
            </a:xfrm>
            <a:custGeom>
              <a:avLst/>
              <a:gdLst>
                <a:gd name="T0" fmla="*/ 17 w 17"/>
                <a:gd name="T1" fmla="*/ 8 h 106"/>
                <a:gd name="T2" fmla="*/ 9 w 17"/>
                <a:gd name="T3" fmla="*/ 0 h 106"/>
                <a:gd name="T4" fmla="*/ 0 w 17"/>
                <a:gd name="T5" fmla="*/ 8 h 106"/>
                <a:gd name="T6" fmla="*/ 0 w 17"/>
                <a:gd name="T7" fmla="*/ 97 h 106"/>
                <a:gd name="T8" fmla="*/ 9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9" y="0"/>
                  </a:cubicBezTo>
                  <a:cubicBezTo>
                    <a:pt x="4" y="0"/>
                    <a:pt x="0" y="4"/>
                    <a:pt x="0" y="8"/>
                  </a:cubicBezTo>
                  <a:cubicBezTo>
                    <a:pt x="0" y="97"/>
                    <a:pt x="0" y="97"/>
                    <a:pt x="0" y="97"/>
                  </a:cubicBezTo>
                  <a:cubicBezTo>
                    <a:pt x="0" y="102"/>
                    <a:pt x="4" y="106"/>
                    <a:pt x="9"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en-US" dirty="0"/>
            </a:p>
          </p:txBody>
        </p:sp>
        <p:sp>
          <p:nvSpPr>
            <p:cNvPr id="17" name="Freeform 17"/>
            <p:cNvSpPr/>
            <p:nvPr userDrawn="1"/>
          </p:nvSpPr>
          <p:spPr bwMode="auto">
            <a:xfrm>
              <a:off x="73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en-US" dirty="0"/>
            </a:p>
          </p:txBody>
        </p:sp>
        <p:sp>
          <p:nvSpPr>
            <p:cNvPr id="18" name="Freeform 18"/>
            <p:cNvSpPr/>
            <p:nvPr userDrawn="1"/>
          </p:nvSpPr>
          <p:spPr bwMode="auto">
            <a:xfrm>
              <a:off x="790" y="321"/>
              <a:ext cx="22" cy="45"/>
            </a:xfrm>
            <a:custGeom>
              <a:avLst/>
              <a:gdLst>
                <a:gd name="T0" fmla="*/ 17 w 17"/>
                <a:gd name="T1" fmla="*/ 8 h 34"/>
                <a:gd name="T2" fmla="*/ 9 w 17"/>
                <a:gd name="T3" fmla="*/ 0 h 34"/>
                <a:gd name="T4" fmla="*/ 0 w 17"/>
                <a:gd name="T5" fmla="*/ 8 h 34"/>
                <a:gd name="T6" fmla="*/ 0 w 17"/>
                <a:gd name="T7" fmla="*/ 26 h 34"/>
                <a:gd name="T8" fmla="*/ 9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9" y="0"/>
                  </a:cubicBezTo>
                  <a:cubicBezTo>
                    <a:pt x="4" y="0"/>
                    <a:pt x="0" y="3"/>
                    <a:pt x="0" y="8"/>
                  </a:cubicBezTo>
                  <a:cubicBezTo>
                    <a:pt x="0" y="26"/>
                    <a:pt x="0" y="26"/>
                    <a:pt x="0" y="26"/>
                  </a:cubicBezTo>
                  <a:cubicBezTo>
                    <a:pt x="0" y="30"/>
                    <a:pt x="4" y="34"/>
                    <a:pt x="9"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en-US" dirty="0"/>
            </a:p>
          </p:txBody>
        </p:sp>
      </p:grpSp>
    </p:spTree>
  </p:cSld>
  <p:clrMapOvr>
    <a:masterClrMapping/>
  </p:clrMapOvr>
  <p:transition spd="slow">
    <p:wipe/>
  </p:transition>
</p:sldLayout>
</file>

<file path=ppt/slideLayouts/slideLayout13.xml><?xml version="1.0" encoding="utf-8"?>
<p:sldLayout xmlns:a="http://schemas.openxmlformats.org/drawingml/2006/main" xmlns:r="http://schemas.openxmlformats.org/officeDocument/2006/relationships" xmlns:p="http://schemas.openxmlformats.org/presentationml/2006/main" userDrawn="1">
  <p:cSld name="Title and Content">
    <p:spTree>
      <p:nvGrpSpPr>
        <p:cNvPr id="1" name=""/>
        <p:cNvGrpSpPr/>
        <p:nvPr/>
      </p:nvGrpSpPr>
      <p:grpSpPr>
        <a:xfrm>
          <a:off x="0" y="0"/>
          <a:ext cx="0" cy="0"/>
          <a:chOff x="0" y="0"/>
          <a:chExt cx="0" cy="0"/>
        </a:xfrm>
      </p:grpSpPr>
      <p:sp>
        <p:nvSpPr>
          <p:cNvPr id="4" name="Slide Number Placeholder 6"/>
          <p:cNvSpPr>
            <a:spLocks noGrp="1"/>
          </p:cNvSpPr>
          <p:nvPr>
            <p:ph type="sldNum" sz="quarter" idx="4"/>
          </p:nvPr>
        </p:nvSpPr>
        <p:spPr>
          <a:xfrm>
            <a:off x="8473441" y="4954263"/>
            <a:ext cx="676910" cy="189238"/>
          </a:xfrm>
          <a:prstGeom prst="rect">
            <a:avLst/>
          </a:prstGeom>
        </p:spPr>
        <p:txBody>
          <a:bodyPr vert="horz" lIns="91440" tIns="45720" rIns="91440" bIns="45720" rtlCol="0" anchor="ctr"/>
          <a:lstStyle>
            <a:lvl1pPr algn="r">
              <a:defRPr sz="525">
                <a:solidFill>
                  <a:schemeClr val="tx2"/>
                </a:solidFill>
              </a:defRPr>
            </a:lvl1pPr>
          </a:lstStyle>
          <a:p>
            <a:pPr defTabSz="386080">
              <a:defRPr/>
            </a:pPr>
            <a:fld id="{2F5CCB13-0A32-4557-88E9-079F0C330695}" type="slidenum">
              <a:rPr lang="en-US" kern="0" smtClean="0">
                <a:solidFill>
                  <a:srgbClr val="595959"/>
                </a:solidFill>
              </a:rPr>
            </a:fld>
            <a:endParaRPr lang="en-US" kern="0" dirty="0">
              <a:solidFill>
                <a:srgbClr val="595959"/>
              </a:solidFill>
            </a:endParaRPr>
          </a:p>
        </p:txBody>
      </p:sp>
      <p:sp>
        <p:nvSpPr>
          <p:cNvPr id="5" name="Rectangle 3"/>
          <p:cNvSpPr>
            <a:spLocks noGrp="1" noChangeArrowheads="1"/>
          </p:cNvSpPr>
          <p:nvPr>
            <p:ph idx="1"/>
          </p:nvPr>
        </p:nvSpPr>
        <p:spPr bwMode="auto">
          <a:xfrm>
            <a:off x="144065" y="798944"/>
            <a:ext cx="8853286" cy="415531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vert="horz" wrap="square" lIns="91440" tIns="45720" rIns="182880" bIns="45720" numCol="1" anchor="t" anchorCtr="0" compatLnSpc="1"/>
          <a:lstStyle>
            <a:lvl1pPr marL="170180" indent="-170180">
              <a:lnSpc>
                <a:spcPct val="100000"/>
              </a:lnSpc>
              <a:spcBef>
                <a:spcPts val="600"/>
              </a:spcBef>
              <a:spcAft>
                <a:spcPts val="600"/>
              </a:spcAft>
              <a:buFont typeface="Wingdings" panose="05000000000000000000" pitchFamily="2" charset="2"/>
              <a:buChar char="§"/>
              <a:defRPr>
                <a:solidFill>
                  <a:srgbClr val="000000"/>
                </a:solidFill>
              </a:defRPr>
            </a:lvl1pPr>
            <a:lvl2pPr>
              <a:lnSpc>
                <a:spcPct val="100000"/>
              </a:lnSpc>
              <a:spcBef>
                <a:spcPts val="300"/>
              </a:spcBef>
              <a:spcAft>
                <a:spcPts val="300"/>
              </a:spcAft>
              <a:defRPr>
                <a:solidFill>
                  <a:srgbClr val="000000"/>
                </a:solidFill>
              </a:defRPr>
            </a:lvl2pPr>
            <a:lvl3pPr>
              <a:lnSpc>
                <a:spcPct val="100000"/>
              </a:lnSpc>
              <a:spcBef>
                <a:spcPts val="300"/>
              </a:spcBef>
              <a:spcAft>
                <a:spcPts val="300"/>
              </a:spcAft>
              <a:defRPr>
                <a:solidFill>
                  <a:srgbClr val="000000"/>
                </a:solidFill>
              </a:defRPr>
            </a:lvl3pPr>
            <a:lvl4pPr>
              <a:lnSpc>
                <a:spcPct val="100000"/>
              </a:lnSpc>
              <a:spcBef>
                <a:spcPts val="300"/>
              </a:spcBef>
              <a:spcAft>
                <a:spcPts val="300"/>
              </a:spcAft>
              <a:defRPr>
                <a:solidFill>
                  <a:srgbClr val="000000"/>
                </a:solidFill>
              </a:defRPr>
            </a:lvl4pPr>
          </a:lstStyle>
          <a:p>
            <a:pPr lvl="0"/>
            <a:r>
              <a:rPr lang="en-US">
                <a:sym typeface="Arial" panose="020B0604020202020204" pitchFamily="34" charset="0"/>
              </a:rPr>
              <a:t>Click to edit Master text styles</a:t>
            </a:r>
            <a:endParaRPr lang="en-US">
              <a:sym typeface="Arial" panose="020B0604020202020204" pitchFamily="34" charset="0"/>
            </a:endParaRPr>
          </a:p>
          <a:p>
            <a:pPr lvl="1"/>
            <a:r>
              <a:rPr lang="en-US">
                <a:sym typeface="Arial" panose="020B0604020202020204" pitchFamily="34" charset="0"/>
              </a:rPr>
              <a:t>Second level</a:t>
            </a:r>
            <a:endParaRPr lang="en-US">
              <a:sym typeface="Arial" panose="020B0604020202020204" pitchFamily="34" charset="0"/>
            </a:endParaRPr>
          </a:p>
          <a:p>
            <a:pPr lvl="2"/>
            <a:r>
              <a:rPr lang="en-US">
                <a:sym typeface="Arial" panose="020B0604020202020204" pitchFamily="34" charset="0"/>
              </a:rPr>
              <a:t>Third level</a:t>
            </a:r>
            <a:endParaRPr lang="en-US">
              <a:sym typeface="Arial" panose="020B0604020202020204" pitchFamily="34" charset="0"/>
            </a:endParaRPr>
          </a:p>
          <a:p>
            <a:pPr lvl="3"/>
            <a:r>
              <a:rPr lang="en-US">
                <a:sym typeface="Arial" panose="020B0604020202020204" pitchFamily="34" charset="0"/>
              </a:rPr>
              <a:t>Fourth level</a:t>
            </a:r>
            <a:endParaRPr lang="en-US">
              <a:sym typeface="Arial" panose="020B0604020202020204" pitchFamily="34" charset="0"/>
            </a:endParaRPr>
          </a:p>
        </p:txBody>
      </p:sp>
      <p:sp>
        <p:nvSpPr>
          <p:cNvPr id="6" name="Rectangle 2"/>
          <p:cNvSpPr>
            <a:spLocks noGrp="1" noChangeArrowheads="1"/>
          </p:cNvSpPr>
          <p:nvPr>
            <p:ph type="title"/>
          </p:nvPr>
        </p:nvSpPr>
        <p:spPr bwMode="auto">
          <a:xfrm>
            <a:off x="1" y="41393"/>
            <a:ext cx="9144000" cy="75755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vert="horz" wrap="square" lIns="91440" tIns="45720" rIns="91440" bIns="45720" numCol="1" anchor="ctr" anchorCtr="0" compatLnSpc="1"/>
          <a:lstStyle>
            <a:lvl1pPr>
              <a:lnSpc>
                <a:spcPct val="100000"/>
              </a:lnSpc>
              <a:defRPr sz="2400"/>
            </a:lvl1pPr>
          </a:lstStyle>
          <a:p>
            <a:pPr lvl="0"/>
            <a:r>
              <a:rPr lang="en-US">
                <a:sym typeface="Arial" panose="020B0604020202020204" pitchFamily="34" charset="0"/>
              </a:rPr>
              <a:t>Click to edit Master title style</a:t>
            </a:r>
            <a:endParaRPr lang="en-US" dirty="0">
              <a:sym typeface="Arial" panose="020B0604020202020204" pitchFamily="34" charset="0"/>
            </a:endParaRPr>
          </a:p>
        </p:txBody>
      </p:sp>
    </p:spTree>
  </p:cSld>
  <p:clrMapOvr>
    <a:masterClrMapping/>
  </p:clrMapOvr>
  <p:transition/>
</p:sldLayout>
</file>

<file path=ppt/slideLayouts/slideLayout14.xml><?xml version="1.0" encoding="utf-8"?>
<p:sldLayout xmlns:a="http://schemas.openxmlformats.org/drawingml/2006/main" xmlns:r="http://schemas.openxmlformats.org/officeDocument/2006/relationships" xmlns:p="http://schemas.openxmlformats.org/presentationml/2006/main" type="titleOnly">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a:p>
        </p:txBody>
      </p:sp>
    </p:spTree>
  </p:cSld>
  <p:clrMapOvr>
    <a:masterClrMapping/>
  </p:clrMapOvr>
  <p:transition spd="slow">
    <p:wipe/>
  </p:transition>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5" Type="http://schemas.openxmlformats.org/officeDocument/2006/relationships/theme" Target="../theme/theme1.xml"/><Relationship Id="rId14" Type="http://schemas.openxmlformats.org/officeDocument/2006/relationships/slideLayout" Target="../slideLayouts/slideLayout14.xml"/><Relationship Id="rId13" Type="http://schemas.openxmlformats.org/officeDocument/2006/relationships/slideLayout" Target="../slideLayouts/slideLayout13.xml"/><Relationship Id="rId12" Type="http://schemas.openxmlformats.org/officeDocument/2006/relationships/slideLayout" Target="../slideLayouts/slideLayout12.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1026" name="Title Placeholder 5"/>
          <p:cNvSpPr>
            <a:spLocks noGrp="1"/>
          </p:cNvSpPr>
          <p:nvPr>
            <p:ph type="title"/>
          </p:nvPr>
        </p:nvSpPr>
        <p:spPr bwMode="auto">
          <a:xfrm>
            <a:off x="438150" y="341313"/>
            <a:ext cx="8345488" cy="7318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24" tIns="45712" rIns="91424" bIns="45712" numCol="1" anchor="ctr" anchorCtr="0" compatLnSpc="1"/>
          <a:lstStyle/>
          <a:p>
            <a:pPr lvl="0"/>
            <a:r>
              <a:rPr lang="en-GB" altLang="en-US" dirty="0"/>
              <a:t>Title Goes Here</a:t>
            </a:r>
            <a:endParaRPr lang="en-GB" altLang="en-US" dirty="0"/>
          </a:p>
        </p:txBody>
      </p:sp>
      <p:sp>
        <p:nvSpPr>
          <p:cNvPr id="12" name="Rectangle 7"/>
          <p:cNvSpPr>
            <a:spLocks noChangeArrowheads="1"/>
          </p:cNvSpPr>
          <p:nvPr/>
        </p:nvSpPr>
        <p:spPr bwMode="ltGray">
          <a:xfrm>
            <a:off x="8515707" y="4742907"/>
            <a:ext cx="218414" cy="154518"/>
          </a:xfrm>
          <a:prstGeom prst="rect">
            <a:avLst/>
          </a:prstGeom>
          <a:noFill/>
          <a:ln w="9525" algn="ctr">
            <a:noFill/>
            <a:miter lim="800000"/>
          </a:ln>
          <a:effectLst/>
        </p:spPr>
        <p:txBody>
          <a:bodyPr wrap="none" lIns="61586" tIns="30792" rIns="61586" bIns="30792" anchor="b">
            <a:spAutoFit/>
          </a:bodyPr>
          <a:lstStyle/>
          <a:p>
            <a:pPr algn="r" defTabSz="610870" rtl="0" fontAlgn="auto">
              <a:spcBef>
                <a:spcPts val="0"/>
              </a:spcBef>
              <a:spcAft>
                <a:spcPts val="0"/>
              </a:spcAft>
              <a:defRPr/>
            </a:pPr>
            <a:fld id="{6A1E46DC-7EF6-4EA2-B285-14272867D133}" type="slidenum">
              <a:rPr sz="600">
                <a:solidFill>
                  <a:schemeClr val="accent3">
                    <a:lumMod val="85000"/>
                  </a:schemeClr>
                </a:solidFill>
                <a:latin typeface="+mn-lt"/>
                <a:ea typeface="+mn-ea"/>
                <a:cs typeface="CiscoSans Thin"/>
              </a:rPr>
            </a:fld>
            <a:endParaRPr sz="600">
              <a:solidFill>
                <a:schemeClr val="accent3">
                  <a:lumMod val="85000"/>
                </a:schemeClr>
              </a:solidFill>
              <a:latin typeface="+mn-lt"/>
              <a:ea typeface="+mn-ea"/>
              <a:cs typeface="CiscoSans Thin"/>
            </a:endParaRPr>
          </a:p>
        </p:txBody>
      </p:sp>
      <p:sp>
        <p:nvSpPr>
          <p:cNvPr id="13" name="Rectangle 4"/>
          <p:cNvSpPr>
            <a:spLocks noChangeArrowheads="1"/>
          </p:cNvSpPr>
          <p:nvPr/>
        </p:nvSpPr>
        <p:spPr bwMode="ltGray">
          <a:xfrm>
            <a:off x="5867508" y="4741653"/>
            <a:ext cx="2658018" cy="154518"/>
          </a:xfrm>
          <a:prstGeom prst="rect">
            <a:avLst/>
          </a:prstGeom>
          <a:noFill/>
          <a:ln w="9525">
            <a:noFill/>
            <a:miter lim="800000"/>
          </a:ln>
          <a:effectLst/>
        </p:spPr>
        <p:txBody>
          <a:bodyPr lIns="61586" tIns="30792" rIns="61586" bIns="30792" anchor="b">
            <a:spAutoFit/>
          </a:bodyPr>
          <a:lstStyle/>
          <a:p>
            <a:pPr defTabSz="610870" rtl="0" fontAlgn="auto">
              <a:spcBef>
                <a:spcPts val="0"/>
              </a:spcBef>
              <a:spcAft>
                <a:spcPts val="0"/>
              </a:spcAft>
              <a:defRPr/>
            </a:pPr>
            <a:r>
              <a:rPr lang="pt-BR" sz="600">
                <a:solidFill>
                  <a:schemeClr val="accent3">
                    <a:lumMod val="85000"/>
                  </a:schemeClr>
                </a:solidFill>
                <a:latin typeface="+mn-lt"/>
                <a:ea typeface="+mn-ea"/>
                <a:cs typeface="CiscoSans Thin"/>
              </a:rPr>
              <a:t>© 2016 Cisco e/ou suas afiliadas. Todos os direitos reservados.   Confidencial da Cisco</a:t>
            </a:r>
            <a:endParaRPr lang="pt-BR" sz="600">
              <a:solidFill>
                <a:schemeClr val="accent3">
                  <a:lumMod val="85000"/>
                </a:schemeClr>
              </a:solidFill>
              <a:latin typeface="+mn-lt"/>
              <a:ea typeface="+mn-ea"/>
              <a:cs typeface="CiscoSans Thin"/>
            </a:endParaRPr>
          </a:p>
        </p:txBody>
      </p:sp>
      <p:grpSp>
        <p:nvGrpSpPr>
          <p:cNvPr id="6" name="Group 4"/>
          <p:cNvGrpSpPr>
            <a:grpSpLocks noChangeAspect="1"/>
          </p:cNvGrpSpPr>
          <p:nvPr userDrawn="1"/>
        </p:nvGrpSpPr>
        <p:grpSpPr bwMode="auto">
          <a:xfrm>
            <a:off x="508039" y="4715197"/>
            <a:ext cx="340257" cy="180974"/>
            <a:chOff x="310" y="249"/>
            <a:chExt cx="502" cy="267"/>
          </a:xfrm>
          <a:solidFill>
            <a:schemeClr val="accent5"/>
          </a:solidFill>
        </p:grpSpPr>
        <p:sp>
          <p:nvSpPr>
            <p:cNvPr id="7" name="Rectangle 5"/>
            <p:cNvSpPr>
              <a:spLocks noChangeArrowheads="1"/>
            </p:cNvSpPr>
            <p:nvPr userDrawn="1"/>
          </p:nvSpPr>
          <p:spPr bwMode="auto">
            <a:xfrm>
              <a:off x="452" y="426"/>
              <a:ext cx="22" cy="88"/>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p>
              <a:endParaRPr lang="en-US" dirty="0"/>
            </a:p>
          </p:txBody>
        </p:sp>
        <p:sp>
          <p:nvSpPr>
            <p:cNvPr id="8" name="Freeform 6"/>
            <p:cNvSpPr/>
            <p:nvPr userDrawn="1"/>
          </p:nvSpPr>
          <p:spPr bwMode="auto">
            <a:xfrm>
              <a:off x="585" y="425"/>
              <a:ext cx="66" cy="91"/>
            </a:xfrm>
            <a:custGeom>
              <a:avLst/>
              <a:gdLst>
                <a:gd name="T0" fmla="*/ 51 w 51"/>
                <a:gd name="T1" fmla="*/ 20 h 69"/>
                <a:gd name="T2" fmla="*/ 37 w 51"/>
                <a:gd name="T3" fmla="*/ 16 h 69"/>
                <a:gd name="T4" fmla="*/ 18 w 51"/>
                <a:gd name="T5" fmla="*/ 34 h 69"/>
                <a:gd name="T6" fmla="*/ 37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7" y="16"/>
                  </a:cubicBezTo>
                  <a:cubicBezTo>
                    <a:pt x="26" y="16"/>
                    <a:pt x="18" y="24"/>
                    <a:pt x="18" y="34"/>
                  </a:cubicBezTo>
                  <a:cubicBezTo>
                    <a:pt x="18" y="44"/>
                    <a:pt x="25" y="52"/>
                    <a:pt x="37" y="52"/>
                  </a:cubicBezTo>
                  <a:cubicBezTo>
                    <a:pt x="45"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en-US" dirty="0"/>
            </a:p>
          </p:txBody>
        </p:sp>
        <p:sp>
          <p:nvSpPr>
            <p:cNvPr id="9" name="Freeform 7"/>
            <p:cNvSpPr/>
            <p:nvPr userDrawn="1"/>
          </p:nvSpPr>
          <p:spPr bwMode="auto">
            <a:xfrm>
              <a:off x="355" y="425"/>
              <a:ext cx="67" cy="91"/>
            </a:xfrm>
            <a:custGeom>
              <a:avLst/>
              <a:gdLst>
                <a:gd name="T0" fmla="*/ 51 w 51"/>
                <a:gd name="T1" fmla="*/ 20 h 69"/>
                <a:gd name="T2" fmla="*/ 36 w 51"/>
                <a:gd name="T3" fmla="*/ 16 h 69"/>
                <a:gd name="T4" fmla="*/ 18 w 51"/>
                <a:gd name="T5" fmla="*/ 34 h 69"/>
                <a:gd name="T6" fmla="*/ 36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6" y="16"/>
                  </a:cubicBezTo>
                  <a:cubicBezTo>
                    <a:pt x="25" y="16"/>
                    <a:pt x="18" y="24"/>
                    <a:pt x="18" y="34"/>
                  </a:cubicBezTo>
                  <a:cubicBezTo>
                    <a:pt x="18" y="44"/>
                    <a:pt x="25" y="52"/>
                    <a:pt x="36" y="52"/>
                  </a:cubicBezTo>
                  <a:cubicBezTo>
                    <a:pt x="44"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en-US" dirty="0"/>
            </a:p>
          </p:txBody>
        </p:sp>
        <p:sp>
          <p:nvSpPr>
            <p:cNvPr id="10" name="Freeform 8"/>
            <p:cNvSpPr>
              <a:spLocks noEditPoints="1"/>
            </p:cNvSpPr>
            <p:nvPr userDrawn="1"/>
          </p:nvSpPr>
          <p:spPr bwMode="auto">
            <a:xfrm>
              <a:off x="675" y="425"/>
              <a:ext cx="91" cy="91"/>
            </a:xfrm>
            <a:custGeom>
              <a:avLst/>
              <a:gdLst>
                <a:gd name="T0" fmla="*/ 70 w 70"/>
                <a:gd name="T1" fmla="*/ 34 h 69"/>
                <a:gd name="T2" fmla="*/ 35 w 70"/>
                <a:gd name="T3" fmla="*/ 69 h 69"/>
                <a:gd name="T4" fmla="*/ 0 w 70"/>
                <a:gd name="T5" fmla="*/ 34 h 69"/>
                <a:gd name="T6" fmla="*/ 35 w 70"/>
                <a:gd name="T7" fmla="*/ 0 h 69"/>
                <a:gd name="T8" fmla="*/ 70 w 70"/>
                <a:gd name="T9" fmla="*/ 34 h 69"/>
                <a:gd name="T10" fmla="*/ 35 w 70"/>
                <a:gd name="T11" fmla="*/ 17 h 69"/>
                <a:gd name="T12" fmla="*/ 18 w 70"/>
                <a:gd name="T13" fmla="*/ 34 h 69"/>
                <a:gd name="T14" fmla="*/ 35 w 70"/>
                <a:gd name="T15" fmla="*/ 52 h 69"/>
                <a:gd name="T16" fmla="*/ 52 w 70"/>
                <a:gd name="T17" fmla="*/ 34 h 69"/>
                <a:gd name="T18" fmla="*/ 35 w 70"/>
                <a:gd name="T19" fmla="*/ 17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70" h="69">
                  <a:moveTo>
                    <a:pt x="70" y="34"/>
                  </a:moveTo>
                  <a:cubicBezTo>
                    <a:pt x="70" y="53"/>
                    <a:pt x="56" y="69"/>
                    <a:pt x="35" y="69"/>
                  </a:cubicBezTo>
                  <a:cubicBezTo>
                    <a:pt x="14" y="69"/>
                    <a:pt x="0" y="53"/>
                    <a:pt x="0" y="34"/>
                  </a:cubicBezTo>
                  <a:cubicBezTo>
                    <a:pt x="0" y="15"/>
                    <a:pt x="14" y="0"/>
                    <a:pt x="35" y="0"/>
                  </a:cubicBezTo>
                  <a:cubicBezTo>
                    <a:pt x="56" y="0"/>
                    <a:pt x="70" y="15"/>
                    <a:pt x="70" y="34"/>
                  </a:cubicBezTo>
                  <a:close/>
                  <a:moveTo>
                    <a:pt x="35" y="17"/>
                  </a:moveTo>
                  <a:cubicBezTo>
                    <a:pt x="25" y="17"/>
                    <a:pt x="18" y="25"/>
                    <a:pt x="18" y="34"/>
                  </a:cubicBezTo>
                  <a:cubicBezTo>
                    <a:pt x="18" y="44"/>
                    <a:pt x="25" y="52"/>
                    <a:pt x="35" y="52"/>
                  </a:cubicBezTo>
                  <a:cubicBezTo>
                    <a:pt x="45" y="52"/>
                    <a:pt x="52" y="44"/>
                    <a:pt x="52" y="34"/>
                  </a:cubicBezTo>
                  <a:cubicBezTo>
                    <a:pt x="52" y="25"/>
                    <a:pt x="45" y="17"/>
                    <a:pt x="35" y="17"/>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en-US" dirty="0"/>
            </a:p>
          </p:txBody>
        </p:sp>
        <p:sp>
          <p:nvSpPr>
            <p:cNvPr id="11" name="Freeform 9"/>
            <p:cNvSpPr/>
            <p:nvPr userDrawn="1"/>
          </p:nvSpPr>
          <p:spPr bwMode="auto">
            <a:xfrm>
              <a:off x="503" y="425"/>
              <a:ext cx="60" cy="91"/>
            </a:xfrm>
            <a:custGeom>
              <a:avLst/>
              <a:gdLst>
                <a:gd name="T0" fmla="*/ 42 w 46"/>
                <a:gd name="T1" fmla="*/ 16 h 69"/>
                <a:gd name="T2" fmla="*/ 29 w 46"/>
                <a:gd name="T3" fmla="*/ 14 h 69"/>
                <a:gd name="T4" fmla="*/ 18 w 46"/>
                <a:gd name="T5" fmla="*/ 20 h 69"/>
                <a:gd name="T6" fmla="*/ 26 w 46"/>
                <a:gd name="T7" fmla="*/ 26 h 69"/>
                <a:gd name="T8" fmla="*/ 30 w 46"/>
                <a:gd name="T9" fmla="*/ 27 h 69"/>
                <a:gd name="T10" fmla="*/ 46 w 46"/>
                <a:gd name="T11" fmla="*/ 47 h 69"/>
                <a:gd name="T12" fmla="*/ 19 w 46"/>
                <a:gd name="T13" fmla="*/ 69 h 69"/>
                <a:gd name="T14" fmla="*/ 1 w 46"/>
                <a:gd name="T15" fmla="*/ 67 h 69"/>
                <a:gd name="T16" fmla="*/ 1 w 46"/>
                <a:gd name="T17" fmla="*/ 52 h 69"/>
                <a:gd name="T18" fmla="*/ 16 w 46"/>
                <a:gd name="T19" fmla="*/ 54 h 69"/>
                <a:gd name="T20" fmla="*/ 29 w 46"/>
                <a:gd name="T21" fmla="*/ 48 h 69"/>
                <a:gd name="T22" fmla="*/ 21 w 46"/>
                <a:gd name="T23" fmla="*/ 41 h 69"/>
                <a:gd name="T24" fmla="*/ 18 w 46"/>
                <a:gd name="T25" fmla="*/ 40 h 69"/>
                <a:gd name="T26" fmla="*/ 0 w 46"/>
                <a:gd name="T27" fmla="*/ 21 h 69"/>
                <a:gd name="T28" fmla="*/ 25 w 46"/>
                <a:gd name="T29" fmla="*/ 0 h 69"/>
                <a:gd name="T30" fmla="*/ 42 w 46"/>
                <a:gd name="T31" fmla="*/ 2 h 69"/>
                <a:gd name="T32" fmla="*/ 42 w 46"/>
                <a:gd name="T33" fmla="*/ 16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46" h="69">
                  <a:moveTo>
                    <a:pt x="42" y="16"/>
                  </a:moveTo>
                  <a:cubicBezTo>
                    <a:pt x="41" y="16"/>
                    <a:pt x="34" y="14"/>
                    <a:pt x="29" y="14"/>
                  </a:cubicBezTo>
                  <a:cubicBezTo>
                    <a:pt x="22" y="14"/>
                    <a:pt x="18" y="16"/>
                    <a:pt x="18" y="20"/>
                  </a:cubicBezTo>
                  <a:cubicBezTo>
                    <a:pt x="18" y="24"/>
                    <a:pt x="23" y="25"/>
                    <a:pt x="26" y="26"/>
                  </a:cubicBezTo>
                  <a:cubicBezTo>
                    <a:pt x="30" y="27"/>
                    <a:pt x="30" y="27"/>
                    <a:pt x="30" y="27"/>
                  </a:cubicBezTo>
                  <a:cubicBezTo>
                    <a:pt x="41" y="31"/>
                    <a:pt x="46" y="38"/>
                    <a:pt x="46" y="47"/>
                  </a:cubicBezTo>
                  <a:cubicBezTo>
                    <a:pt x="46" y="63"/>
                    <a:pt x="32" y="69"/>
                    <a:pt x="19" y="69"/>
                  </a:cubicBezTo>
                  <a:cubicBezTo>
                    <a:pt x="10" y="69"/>
                    <a:pt x="1" y="67"/>
                    <a:pt x="1" y="67"/>
                  </a:cubicBezTo>
                  <a:cubicBezTo>
                    <a:pt x="1" y="52"/>
                    <a:pt x="1" y="52"/>
                    <a:pt x="1" y="52"/>
                  </a:cubicBezTo>
                  <a:cubicBezTo>
                    <a:pt x="2" y="52"/>
                    <a:pt x="9" y="54"/>
                    <a:pt x="16" y="54"/>
                  </a:cubicBezTo>
                  <a:cubicBezTo>
                    <a:pt x="25" y="54"/>
                    <a:pt x="29" y="52"/>
                    <a:pt x="29" y="48"/>
                  </a:cubicBezTo>
                  <a:cubicBezTo>
                    <a:pt x="29" y="45"/>
                    <a:pt x="25" y="43"/>
                    <a:pt x="21" y="41"/>
                  </a:cubicBezTo>
                  <a:cubicBezTo>
                    <a:pt x="20" y="41"/>
                    <a:pt x="19" y="41"/>
                    <a:pt x="18" y="40"/>
                  </a:cubicBezTo>
                  <a:cubicBezTo>
                    <a:pt x="8" y="37"/>
                    <a:pt x="0" y="32"/>
                    <a:pt x="0" y="21"/>
                  </a:cubicBezTo>
                  <a:cubicBezTo>
                    <a:pt x="0" y="8"/>
                    <a:pt x="10" y="0"/>
                    <a:pt x="25" y="0"/>
                  </a:cubicBezTo>
                  <a:cubicBezTo>
                    <a:pt x="34" y="0"/>
                    <a:pt x="41" y="2"/>
                    <a:pt x="42" y="2"/>
                  </a:cubicBezTo>
                  <a:lnTo>
                    <a:pt x="42" y="16"/>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en-US" dirty="0"/>
            </a:p>
          </p:txBody>
        </p:sp>
        <p:sp>
          <p:nvSpPr>
            <p:cNvPr id="14" name="Freeform 10"/>
            <p:cNvSpPr/>
            <p:nvPr userDrawn="1"/>
          </p:nvSpPr>
          <p:spPr bwMode="auto">
            <a:xfrm>
              <a:off x="31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en-US" dirty="0"/>
            </a:p>
          </p:txBody>
        </p:sp>
        <p:sp>
          <p:nvSpPr>
            <p:cNvPr id="15" name="Freeform 11"/>
            <p:cNvSpPr/>
            <p:nvPr userDrawn="1"/>
          </p:nvSpPr>
          <p:spPr bwMode="auto">
            <a:xfrm>
              <a:off x="37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en-US" dirty="0"/>
            </a:p>
          </p:txBody>
        </p:sp>
        <p:sp>
          <p:nvSpPr>
            <p:cNvPr id="16" name="Freeform 12"/>
            <p:cNvSpPr/>
            <p:nvPr userDrawn="1"/>
          </p:nvSpPr>
          <p:spPr bwMode="auto">
            <a:xfrm>
              <a:off x="430" y="249"/>
              <a:ext cx="22" cy="139"/>
            </a:xfrm>
            <a:custGeom>
              <a:avLst/>
              <a:gdLst>
                <a:gd name="T0" fmla="*/ 17 w 17"/>
                <a:gd name="T1" fmla="*/ 8 h 106"/>
                <a:gd name="T2" fmla="*/ 8 w 17"/>
                <a:gd name="T3" fmla="*/ 0 h 106"/>
                <a:gd name="T4" fmla="*/ 0 w 17"/>
                <a:gd name="T5" fmla="*/ 8 h 106"/>
                <a:gd name="T6" fmla="*/ 0 w 17"/>
                <a:gd name="T7" fmla="*/ 97 h 106"/>
                <a:gd name="T8" fmla="*/ 8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8" y="0"/>
                  </a:cubicBezTo>
                  <a:cubicBezTo>
                    <a:pt x="4" y="0"/>
                    <a:pt x="0" y="4"/>
                    <a:pt x="0" y="8"/>
                  </a:cubicBezTo>
                  <a:cubicBezTo>
                    <a:pt x="0" y="97"/>
                    <a:pt x="0" y="97"/>
                    <a:pt x="0" y="97"/>
                  </a:cubicBezTo>
                  <a:cubicBezTo>
                    <a:pt x="0" y="102"/>
                    <a:pt x="4" y="106"/>
                    <a:pt x="8"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en-US" dirty="0"/>
            </a:p>
          </p:txBody>
        </p:sp>
        <p:sp>
          <p:nvSpPr>
            <p:cNvPr id="17" name="Freeform 13"/>
            <p:cNvSpPr/>
            <p:nvPr userDrawn="1"/>
          </p:nvSpPr>
          <p:spPr bwMode="auto">
            <a:xfrm>
              <a:off x="49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en-US" dirty="0"/>
            </a:p>
          </p:txBody>
        </p:sp>
        <p:sp>
          <p:nvSpPr>
            <p:cNvPr id="18" name="Freeform 14"/>
            <p:cNvSpPr/>
            <p:nvPr userDrawn="1"/>
          </p:nvSpPr>
          <p:spPr bwMode="auto">
            <a:xfrm>
              <a:off x="55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en-US" dirty="0"/>
            </a:p>
          </p:txBody>
        </p:sp>
        <p:sp>
          <p:nvSpPr>
            <p:cNvPr id="19" name="Freeform 15"/>
            <p:cNvSpPr/>
            <p:nvPr userDrawn="1"/>
          </p:nvSpPr>
          <p:spPr bwMode="auto">
            <a:xfrm>
              <a:off x="61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en-US" dirty="0"/>
            </a:p>
          </p:txBody>
        </p:sp>
        <p:sp>
          <p:nvSpPr>
            <p:cNvPr id="20" name="Freeform 16"/>
            <p:cNvSpPr/>
            <p:nvPr userDrawn="1"/>
          </p:nvSpPr>
          <p:spPr bwMode="auto">
            <a:xfrm>
              <a:off x="670" y="249"/>
              <a:ext cx="22" cy="139"/>
            </a:xfrm>
            <a:custGeom>
              <a:avLst/>
              <a:gdLst>
                <a:gd name="T0" fmla="*/ 17 w 17"/>
                <a:gd name="T1" fmla="*/ 8 h 106"/>
                <a:gd name="T2" fmla="*/ 9 w 17"/>
                <a:gd name="T3" fmla="*/ 0 h 106"/>
                <a:gd name="T4" fmla="*/ 0 w 17"/>
                <a:gd name="T5" fmla="*/ 8 h 106"/>
                <a:gd name="T6" fmla="*/ 0 w 17"/>
                <a:gd name="T7" fmla="*/ 97 h 106"/>
                <a:gd name="T8" fmla="*/ 9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9" y="0"/>
                  </a:cubicBezTo>
                  <a:cubicBezTo>
                    <a:pt x="4" y="0"/>
                    <a:pt x="0" y="4"/>
                    <a:pt x="0" y="8"/>
                  </a:cubicBezTo>
                  <a:cubicBezTo>
                    <a:pt x="0" y="97"/>
                    <a:pt x="0" y="97"/>
                    <a:pt x="0" y="97"/>
                  </a:cubicBezTo>
                  <a:cubicBezTo>
                    <a:pt x="0" y="102"/>
                    <a:pt x="4" y="106"/>
                    <a:pt x="9"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en-US" dirty="0"/>
            </a:p>
          </p:txBody>
        </p:sp>
        <p:sp>
          <p:nvSpPr>
            <p:cNvPr id="21" name="Freeform 17"/>
            <p:cNvSpPr/>
            <p:nvPr userDrawn="1"/>
          </p:nvSpPr>
          <p:spPr bwMode="auto">
            <a:xfrm>
              <a:off x="73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en-US" dirty="0"/>
            </a:p>
          </p:txBody>
        </p:sp>
        <p:sp>
          <p:nvSpPr>
            <p:cNvPr id="22" name="Freeform 18"/>
            <p:cNvSpPr/>
            <p:nvPr userDrawn="1"/>
          </p:nvSpPr>
          <p:spPr bwMode="auto">
            <a:xfrm>
              <a:off x="790" y="321"/>
              <a:ext cx="22" cy="45"/>
            </a:xfrm>
            <a:custGeom>
              <a:avLst/>
              <a:gdLst>
                <a:gd name="T0" fmla="*/ 17 w 17"/>
                <a:gd name="T1" fmla="*/ 8 h 34"/>
                <a:gd name="T2" fmla="*/ 9 w 17"/>
                <a:gd name="T3" fmla="*/ 0 h 34"/>
                <a:gd name="T4" fmla="*/ 0 w 17"/>
                <a:gd name="T5" fmla="*/ 8 h 34"/>
                <a:gd name="T6" fmla="*/ 0 w 17"/>
                <a:gd name="T7" fmla="*/ 26 h 34"/>
                <a:gd name="T8" fmla="*/ 9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9" y="0"/>
                  </a:cubicBezTo>
                  <a:cubicBezTo>
                    <a:pt x="4" y="0"/>
                    <a:pt x="0" y="3"/>
                    <a:pt x="0" y="8"/>
                  </a:cubicBezTo>
                  <a:cubicBezTo>
                    <a:pt x="0" y="26"/>
                    <a:pt x="0" y="26"/>
                    <a:pt x="0" y="26"/>
                  </a:cubicBezTo>
                  <a:cubicBezTo>
                    <a:pt x="0" y="30"/>
                    <a:pt x="4" y="34"/>
                    <a:pt x="9"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en-US" dirty="0"/>
            </a:p>
          </p:txBody>
        </p:sp>
      </p:gr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2" r:id="rId14"/>
  </p:sldLayoutIdLst>
  <p:transition spd="slow">
    <p:wipe/>
  </p:transition>
  <p:txStyles>
    <p:titleStyle>
      <a:lvl1pPr algn="l" defTabSz="684530" rtl="0" eaLnBrk="1" fontAlgn="base" hangingPunct="1">
        <a:lnSpc>
          <a:spcPct val="80000"/>
        </a:lnSpc>
        <a:spcBef>
          <a:spcPct val="0"/>
        </a:spcBef>
        <a:spcAft>
          <a:spcPct val="0"/>
        </a:spcAft>
        <a:defRPr lang="en-US" sz="3200" kern="1200" dirty="0">
          <a:solidFill>
            <a:schemeClr val="accent4"/>
          </a:solidFill>
          <a:latin typeface="+mj-lt"/>
          <a:ea typeface="MS PGothic" charset="0"/>
          <a:cs typeface="CiscoSans"/>
        </a:defRPr>
      </a:lvl1pPr>
      <a:lvl2pPr algn="l" defTabSz="684530" rtl="0" eaLnBrk="1" fontAlgn="base" hangingPunct="1">
        <a:lnSpc>
          <a:spcPct val="80000"/>
        </a:lnSpc>
        <a:spcBef>
          <a:spcPct val="0"/>
        </a:spcBef>
        <a:spcAft>
          <a:spcPct val="0"/>
        </a:spcAft>
        <a:defRPr sz="3200">
          <a:solidFill>
            <a:srgbClr val="676767"/>
          </a:solidFill>
          <a:latin typeface="Arial" panose="020B0604020202020204" pitchFamily="34" charset="0"/>
          <a:ea typeface="MS PGothic" charset="0"/>
          <a:cs typeface="CiscoSans" pitchFamily="34" charset="0"/>
        </a:defRPr>
      </a:lvl2pPr>
      <a:lvl3pPr algn="l" defTabSz="684530" rtl="0" eaLnBrk="1" fontAlgn="base" hangingPunct="1">
        <a:lnSpc>
          <a:spcPct val="80000"/>
        </a:lnSpc>
        <a:spcBef>
          <a:spcPct val="0"/>
        </a:spcBef>
        <a:spcAft>
          <a:spcPct val="0"/>
        </a:spcAft>
        <a:defRPr sz="3200">
          <a:solidFill>
            <a:srgbClr val="676767"/>
          </a:solidFill>
          <a:latin typeface="Arial" panose="020B0604020202020204" pitchFamily="34" charset="0"/>
          <a:ea typeface="MS PGothic" charset="0"/>
          <a:cs typeface="CiscoSans" pitchFamily="34" charset="0"/>
        </a:defRPr>
      </a:lvl3pPr>
      <a:lvl4pPr algn="l" defTabSz="684530" rtl="0" eaLnBrk="1" fontAlgn="base" hangingPunct="1">
        <a:lnSpc>
          <a:spcPct val="80000"/>
        </a:lnSpc>
        <a:spcBef>
          <a:spcPct val="0"/>
        </a:spcBef>
        <a:spcAft>
          <a:spcPct val="0"/>
        </a:spcAft>
        <a:defRPr sz="3200">
          <a:solidFill>
            <a:srgbClr val="676767"/>
          </a:solidFill>
          <a:latin typeface="Arial" panose="020B0604020202020204" pitchFamily="34" charset="0"/>
          <a:ea typeface="MS PGothic" charset="0"/>
          <a:cs typeface="CiscoSans" pitchFamily="34" charset="0"/>
        </a:defRPr>
      </a:lvl4pPr>
      <a:lvl5pPr algn="l" defTabSz="684530" rtl="0" eaLnBrk="1" fontAlgn="base" hangingPunct="1">
        <a:lnSpc>
          <a:spcPct val="80000"/>
        </a:lnSpc>
        <a:spcBef>
          <a:spcPct val="0"/>
        </a:spcBef>
        <a:spcAft>
          <a:spcPct val="0"/>
        </a:spcAft>
        <a:defRPr sz="3200">
          <a:solidFill>
            <a:srgbClr val="676767"/>
          </a:solidFill>
          <a:latin typeface="Arial" panose="020B0604020202020204" pitchFamily="34" charset="0"/>
          <a:ea typeface="MS PGothic" charset="0"/>
          <a:cs typeface="CiscoSans" pitchFamily="34" charset="0"/>
        </a:defRPr>
      </a:lvl5pPr>
      <a:lvl6pPr marL="457200" algn="l" defTabSz="684530" rtl="0" eaLnBrk="1" fontAlgn="base" hangingPunct="1">
        <a:lnSpc>
          <a:spcPct val="80000"/>
        </a:lnSpc>
        <a:spcBef>
          <a:spcPct val="0"/>
        </a:spcBef>
        <a:spcAft>
          <a:spcPct val="0"/>
        </a:spcAft>
        <a:defRPr sz="3200">
          <a:solidFill>
            <a:srgbClr val="676767"/>
          </a:solidFill>
          <a:latin typeface="Arial" panose="020B0604020202020204" pitchFamily="34" charset="0"/>
          <a:ea typeface="MS PGothic" charset="0"/>
        </a:defRPr>
      </a:lvl6pPr>
      <a:lvl7pPr marL="914400" algn="l" defTabSz="684530" rtl="0" eaLnBrk="1" fontAlgn="base" hangingPunct="1">
        <a:lnSpc>
          <a:spcPct val="80000"/>
        </a:lnSpc>
        <a:spcBef>
          <a:spcPct val="0"/>
        </a:spcBef>
        <a:spcAft>
          <a:spcPct val="0"/>
        </a:spcAft>
        <a:defRPr sz="3200">
          <a:solidFill>
            <a:srgbClr val="676767"/>
          </a:solidFill>
          <a:latin typeface="Arial" panose="020B0604020202020204" pitchFamily="34" charset="0"/>
          <a:ea typeface="MS PGothic" charset="0"/>
        </a:defRPr>
      </a:lvl7pPr>
      <a:lvl8pPr marL="1371600" algn="l" defTabSz="684530" rtl="0" eaLnBrk="1" fontAlgn="base" hangingPunct="1">
        <a:lnSpc>
          <a:spcPct val="80000"/>
        </a:lnSpc>
        <a:spcBef>
          <a:spcPct val="0"/>
        </a:spcBef>
        <a:spcAft>
          <a:spcPct val="0"/>
        </a:spcAft>
        <a:defRPr sz="3200">
          <a:solidFill>
            <a:srgbClr val="676767"/>
          </a:solidFill>
          <a:latin typeface="Arial" panose="020B0604020202020204" pitchFamily="34" charset="0"/>
          <a:ea typeface="MS PGothic" charset="0"/>
        </a:defRPr>
      </a:lvl8pPr>
      <a:lvl9pPr marL="1828800" algn="l" defTabSz="684530" rtl="0" eaLnBrk="1" fontAlgn="base" hangingPunct="1">
        <a:lnSpc>
          <a:spcPct val="80000"/>
        </a:lnSpc>
        <a:spcBef>
          <a:spcPct val="0"/>
        </a:spcBef>
        <a:spcAft>
          <a:spcPct val="0"/>
        </a:spcAft>
        <a:defRPr sz="3200">
          <a:solidFill>
            <a:srgbClr val="676767"/>
          </a:solidFill>
          <a:latin typeface="Arial" panose="020B0604020202020204" pitchFamily="34" charset="0"/>
          <a:ea typeface="MS PGothic" charset="0"/>
        </a:defRPr>
      </a:lvl9pPr>
    </p:titleStyle>
    <p:bodyStyle>
      <a:lvl1pPr marL="170180" indent="-170180" algn="l" defTabSz="684530" rtl="0" eaLnBrk="1" fontAlgn="base" hangingPunct="1">
        <a:lnSpc>
          <a:spcPct val="95000"/>
        </a:lnSpc>
        <a:spcBef>
          <a:spcPts val="1075"/>
        </a:spcBef>
        <a:spcAft>
          <a:spcPct val="0"/>
        </a:spcAft>
        <a:buClr>
          <a:schemeClr val="tx2"/>
        </a:buClr>
        <a:buSzPct val="90000"/>
        <a:buFont typeface="Arial" panose="020B0604020202020204" pitchFamily="34" charset="0"/>
        <a:buChar char="•"/>
        <a:defRPr lang="en-US" sz="1500" kern="1200" dirty="0">
          <a:solidFill>
            <a:schemeClr val="tx1"/>
          </a:solidFill>
          <a:latin typeface="+mn-lt"/>
          <a:ea typeface="MS PGothic" charset="0"/>
          <a:cs typeface="CiscoSans"/>
        </a:defRPr>
      </a:lvl1pPr>
      <a:lvl2pPr marL="358775" indent="-215900" algn="l" defTabSz="684530" rtl="0" eaLnBrk="1" fontAlgn="base" hangingPunct="1">
        <a:lnSpc>
          <a:spcPct val="95000"/>
        </a:lnSpc>
        <a:spcBef>
          <a:spcPts val="600"/>
        </a:spcBef>
        <a:spcAft>
          <a:spcPct val="0"/>
        </a:spcAft>
        <a:buClr>
          <a:schemeClr val="tx2"/>
        </a:buClr>
        <a:buFont typeface="Arial" panose="020B0604020202020204" pitchFamily="34" charset="0"/>
        <a:buChar char="•"/>
        <a:defRPr lang="en-US" sz="1400" kern="1200" dirty="0">
          <a:solidFill>
            <a:schemeClr val="tx1"/>
          </a:solidFill>
          <a:latin typeface="+mn-lt"/>
          <a:ea typeface="MS PGothic" charset="0"/>
          <a:cs typeface="CiscoSans"/>
        </a:defRPr>
      </a:lvl2pPr>
      <a:lvl3pPr marL="431800" indent="-170180" algn="l" defTabSz="684530" rtl="0" eaLnBrk="1" fontAlgn="base" hangingPunct="1">
        <a:lnSpc>
          <a:spcPct val="95000"/>
        </a:lnSpc>
        <a:spcBef>
          <a:spcPts val="625"/>
        </a:spcBef>
        <a:spcAft>
          <a:spcPct val="0"/>
        </a:spcAft>
        <a:buFont typeface="Arial" panose="020B0604020202020204" pitchFamily="34" charset="0"/>
        <a:buChar char="•"/>
        <a:defRPr lang="en-US" sz="1200" kern="1200" dirty="0">
          <a:solidFill>
            <a:schemeClr val="tx1"/>
          </a:solidFill>
          <a:latin typeface="+mn-lt"/>
          <a:ea typeface="MS PGothic" charset="0"/>
          <a:cs typeface="CiscoSans"/>
        </a:defRPr>
      </a:lvl3pPr>
      <a:lvl4pPr marL="503555" indent="-170180" algn="l" defTabSz="684530" rtl="0" eaLnBrk="1" fontAlgn="base" hangingPunct="1">
        <a:lnSpc>
          <a:spcPct val="95000"/>
        </a:lnSpc>
        <a:spcBef>
          <a:spcPts val="625"/>
        </a:spcBef>
        <a:spcAft>
          <a:spcPct val="0"/>
        </a:spcAft>
        <a:buFont typeface="Arial" panose="020B0604020202020204" pitchFamily="34" charset="0"/>
        <a:buChar char="•"/>
        <a:defRPr lang="en-US" sz="1100" kern="1200" dirty="0">
          <a:solidFill>
            <a:schemeClr val="tx1"/>
          </a:solidFill>
          <a:latin typeface="+mn-lt"/>
          <a:ea typeface="MS PGothic" charset="0"/>
          <a:cs typeface="CiscoSans"/>
        </a:defRPr>
      </a:lvl4pPr>
      <a:lvl5pPr marL="574675" indent="-170180" algn="l" defTabSz="684530" rtl="0" eaLnBrk="1" fontAlgn="base" hangingPunct="1">
        <a:lnSpc>
          <a:spcPct val="95000"/>
        </a:lnSpc>
        <a:spcBef>
          <a:spcPts val="625"/>
        </a:spcBef>
        <a:spcAft>
          <a:spcPct val="0"/>
        </a:spcAft>
        <a:buFont typeface="Arial" panose="020B0604020202020204" pitchFamily="34" charset="0"/>
        <a:buChar char="•"/>
        <a:defRPr lang="en-US" sz="1100" kern="1200" dirty="0">
          <a:solidFill>
            <a:schemeClr val="tx1"/>
          </a:solidFill>
          <a:latin typeface="+mn-lt"/>
          <a:ea typeface="MS PGothic" charset="0"/>
          <a:cs typeface="CiscoSans"/>
        </a:defRPr>
      </a:lvl5pPr>
      <a:lvl6pPr marL="863600" indent="-171450" algn="l" defTabSz="685800" rtl="0" eaLnBrk="1" latinLnBrk="0" hangingPunct="1">
        <a:spcBef>
          <a:spcPts val="600"/>
        </a:spcBef>
        <a:buFont typeface="Arial" panose="020B0604020202020204" pitchFamily="34" charset="0"/>
        <a:buChar char="•"/>
        <a:defRPr sz="900" kern="1200" baseline="0">
          <a:solidFill>
            <a:schemeClr val="tx1"/>
          </a:solidFill>
          <a:latin typeface="+mn-lt"/>
          <a:ea typeface="+mn-ea"/>
          <a:cs typeface="+mn-cs"/>
        </a:defRPr>
      </a:lvl6pPr>
      <a:lvl7pPr marL="935990" indent="-171450" algn="l" defTabSz="685800" rtl="0" eaLnBrk="1" latinLnBrk="0" hangingPunct="1">
        <a:spcBef>
          <a:spcPts val="600"/>
        </a:spcBef>
        <a:buFont typeface="Arial" panose="020B0604020202020204" pitchFamily="34" charset="0"/>
        <a:buChar char="•"/>
        <a:defRPr sz="800" kern="1200" baseline="0">
          <a:solidFill>
            <a:schemeClr val="tx1"/>
          </a:solidFill>
          <a:latin typeface="+mn-lt"/>
          <a:ea typeface="+mn-ea"/>
          <a:cs typeface="+mn-cs"/>
        </a:defRPr>
      </a:lvl7pPr>
      <a:lvl8pPr marL="2400300" indent="0" algn="l" defTabSz="685800" rtl="0" eaLnBrk="1" latinLnBrk="0" hangingPunct="1">
        <a:spcBef>
          <a:spcPct val="20000"/>
        </a:spcBef>
        <a:buFont typeface="Arial" panose="020B0604020202020204" pitchFamily="34" charset="0"/>
        <a:buNone/>
        <a:defRPr sz="1500" kern="1200">
          <a:solidFill>
            <a:schemeClr val="tx1"/>
          </a:solidFill>
          <a:latin typeface="+mn-lt"/>
          <a:ea typeface="+mn-ea"/>
          <a:cs typeface="+mn-cs"/>
        </a:defRPr>
      </a:lvl8pPr>
      <a:lvl9pPr marL="2914650" indent="-171450" algn="l" defTabSz="685800" rtl="0" eaLnBrk="1" latinLnBrk="0" hangingPunct="1">
        <a:spcBef>
          <a:spcPct val="20000"/>
        </a:spcBef>
        <a:buFont typeface="Arial" panose="020B0604020202020204" pitchFamily="34" charset="0"/>
        <a:buChar char="•"/>
        <a:defRPr sz="1500" kern="1200">
          <a:solidFill>
            <a:schemeClr val="tx1"/>
          </a:solidFill>
          <a:latin typeface="+mn-lt"/>
          <a:ea typeface="+mn-ea"/>
          <a:cs typeface="+mn-cs"/>
        </a:defRPr>
      </a:lvl9pPr>
    </p:bodyStyle>
    <p:otherStyle>
      <a:defPPr>
        <a:defRPr lang="en-US"/>
      </a:defPPr>
      <a:lvl1pPr marL="0" algn="l" defTabSz="685800" rtl="0" eaLnBrk="1" latinLnBrk="0" hangingPunct="1">
        <a:defRPr sz="1400" kern="1200">
          <a:solidFill>
            <a:schemeClr val="tx1"/>
          </a:solidFill>
          <a:latin typeface="+mn-lt"/>
          <a:ea typeface="+mn-ea"/>
          <a:cs typeface="+mn-cs"/>
        </a:defRPr>
      </a:lvl1pPr>
      <a:lvl2pPr marL="342900" algn="l" defTabSz="685800" rtl="0" eaLnBrk="1" latinLnBrk="0" hangingPunct="1">
        <a:defRPr sz="1400" kern="1200">
          <a:solidFill>
            <a:schemeClr val="tx1"/>
          </a:solidFill>
          <a:latin typeface="+mn-lt"/>
          <a:ea typeface="+mn-ea"/>
          <a:cs typeface="+mn-cs"/>
        </a:defRPr>
      </a:lvl2pPr>
      <a:lvl3pPr marL="685800" algn="l" defTabSz="685800" rtl="0" eaLnBrk="1" latinLnBrk="0" hangingPunct="1">
        <a:defRPr sz="1400" kern="1200">
          <a:solidFill>
            <a:schemeClr val="tx1"/>
          </a:solidFill>
          <a:latin typeface="+mn-lt"/>
          <a:ea typeface="+mn-ea"/>
          <a:cs typeface="+mn-cs"/>
        </a:defRPr>
      </a:lvl3pPr>
      <a:lvl4pPr marL="1028700" algn="l" defTabSz="685800" rtl="0" eaLnBrk="1" latinLnBrk="0" hangingPunct="1">
        <a:defRPr sz="1400" kern="1200">
          <a:solidFill>
            <a:schemeClr val="tx1"/>
          </a:solidFill>
          <a:latin typeface="+mn-lt"/>
          <a:ea typeface="+mn-ea"/>
          <a:cs typeface="+mn-cs"/>
        </a:defRPr>
      </a:lvl4pPr>
      <a:lvl5pPr marL="1371600" algn="l" defTabSz="685800" rtl="0" eaLnBrk="1" latinLnBrk="0" hangingPunct="1">
        <a:defRPr sz="1400" kern="1200">
          <a:solidFill>
            <a:schemeClr val="tx1"/>
          </a:solidFill>
          <a:latin typeface="+mn-lt"/>
          <a:ea typeface="+mn-ea"/>
          <a:cs typeface="+mn-cs"/>
        </a:defRPr>
      </a:lvl5pPr>
      <a:lvl6pPr marL="1714500" algn="l" defTabSz="685800" rtl="0" eaLnBrk="1" latinLnBrk="0" hangingPunct="1">
        <a:defRPr sz="1400" kern="1200">
          <a:solidFill>
            <a:schemeClr val="tx1"/>
          </a:solidFill>
          <a:latin typeface="+mn-lt"/>
          <a:ea typeface="+mn-ea"/>
          <a:cs typeface="+mn-cs"/>
        </a:defRPr>
      </a:lvl6pPr>
      <a:lvl7pPr marL="2057400" algn="l" defTabSz="685800" rtl="0" eaLnBrk="1" latinLnBrk="0" hangingPunct="1">
        <a:defRPr sz="1400" kern="1200">
          <a:solidFill>
            <a:schemeClr val="tx1"/>
          </a:solidFill>
          <a:latin typeface="+mn-lt"/>
          <a:ea typeface="+mn-ea"/>
          <a:cs typeface="+mn-cs"/>
        </a:defRPr>
      </a:lvl7pPr>
      <a:lvl8pPr marL="2400300" algn="l" defTabSz="685800" rtl="0" eaLnBrk="1" latinLnBrk="0" hangingPunct="1">
        <a:defRPr sz="1400" kern="1200">
          <a:solidFill>
            <a:schemeClr val="tx1"/>
          </a:solidFill>
          <a:latin typeface="+mn-lt"/>
          <a:ea typeface="+mn-ea"/>
          <a:cs typeface="+mn-cs"/>
        </a:defRPr>
      </a:lvl8pPr>
      <a:lvl9pPr marL="2743200" algn="l" defTabSz="685800" rtl="0" eaLnBrk="1" latinLnBrk="0" hangingPunct="1">
        <a:defRPr sz="14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notesSlide" Target="../notesSlides/notesSlide1.xml"/><Relationship Id="rId2" Type="http://schemas.openxmlformats.org/officeDocument/2006/relationships/slideLayout" Target="../slideLayouts/slideLayout1.xml"/><Relationship Id="rId1" Type="http://schemas.openxmlformats.org/officeDocument/2006/relationships/tags" Target="../tags/tag1.xml"/></Relationships>
</file>

<file path=ppt/slides/_rels/slide2.xml.rels><?xml version="1.0" encoding="UTF-8" standalone="yes"?>
<Relationships xmlns="http://schemas.openxmlformats.org/package/2006/relationships"><Relationship Id="rId3" Type="http://schemas.openxmlformats.org/officeDocument/2006/relationships/notesSlide" Target="../notesSlides/notesSlide2.xml"/><Relationship Id="rId2" Type="http://schemas.openxmlformats.org/officeDocument/2006/relationships/slideLayout" Target="../slideLayouts/slideLayout1.xml"/><Relationship Id="rId1" Type="http://schemas.openxmlformats.org/officeDocument/2006/relationships/tags" Target="../tags/tag2.xml"/></Relationships>
</file>

<file path=ppt/slides/_rels/slide3.xml.rels><?xml version="1.0" encoding="UTF-8" standalone="yes"?>
<Relationships xmlns="http://schemas.openxmlformats.org/package/2006/relationships"><Relationship Id="rId3" Type="http://schemas.openxmlformats.org/officeDocument/2006/relationships/notesSlide" Target="../notesSlides/notesSlide3.xml"/><Relationship Id="rId2" Type="http://schemas.openxmlformats.org/officeDocument/2006/relationships/slideLayout" Target="../slideLayouts/slideLayout4.xml"/><Relationship Id="rId1" Type="http://schemas.openxmlformats.org/officeDocument/2006/relationships/tags" Target="../tags/tag3.xml"/></Relationships>
</file>

<file path=ppt/slides/_rels/slide4.xml.rels><?xml version="1.0" encoding="UTF-8" standalone="yes"?>
<Relationships xmlns="http://schemas.openxmlformats.org/package/2006/relationships"><Relationship Id="rId3" Type="http://schemas.openxmlformats.org/officeDocument/2006/relationships/notesSlide" Target="../notesSlides/notesSlide4.xml"/><Relationship Id="rId2" Type="http://schemas.openxmlformats.org/officeDocument/2006/relationships/slideLayout" Target="../slideLayouts/slideLayout5.xml"/><Relationship Id="rId1" Type="http://schemas.openxmlformats.org/officeDocument/2006/relationships/image" Target="../media/image3.png"/></Relationships>
</file>

<file path=ppt/slides/_rels/slide5.xml.rels><?xml version="1.0" encoding="UTF-8" standalone="yes"?>
<Relationships xmlns="http://schemas.openxmlformats.org/package/2006/relationships"><Relationship Id="rId3" Type="http://schemas.openxmlformats.org/officeDocument/2006/relationships/notesSlide" Target="../notesSlides/notesSlide5.xml"/><Relationship Id="rId2" Type="http://schemas.openxmlformats.org/officeDocument/2006/relationships/slideLayout" Target="../slideLayouts/slideLayout5.xml"/><Relationship Id="rId1" Type="http://schemas.openxmlformats.org/officeDocument/2006/relationships/image" Target="../media/image4.png"/></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5.xml"/></Relationships>
</file>

<file path=ppt/slides/_rels/slide7.xml.rels><?xml version="1.0" encoding="UTF-8" standalone="yes"?>
<Relationships xmlns="http://schemas.openxmlformats.org/package/2006/relationships"><Relationship Id="rId3" Type="http://schemas.openxmlformats.org/officeDocument/2006/relationships/notesSlide" Target="../notesSlides/notesSlide7.xml"/><Relationship Id="rId2" Type="http://schemas.openxmlformats.org/officeDocument/2006/relationships/slideLayout" Target="../slideLayouts/slideLayout5.xml"/><Relationship Id="rId1" Type="http://schemas.openxmlformats.org/officeDocument/2006/relationships/image" Target="../media/image5.png"/></Relationships>
</file>

<file path=ppt/slides/_rels/slide8.xml.rels><?xml version="1.0" encoding="UTF-8" standalone="yes"?>
<Relationships xmlns="http://schemas.openxmlformats.org/package/2006/relationships"><Relationship Id="rId3" Type="http://schemas.openxmlformats.org/officeDocument/2006/relationships/notesSlide" Target="../notesSlides/notesSlide8.xml"/><Relationship Id="rId2" Type="http://schemas.openxmlformats.org/officeDocument/2006/relationships/slideLayout" Target="../slideLayouts/slideLayout5.xml"/><Relationship Id="rId1" Type="http://schemas.openxmlformats.org/officeDocument/2006/relationships/image" Target="../media/image6.png"/></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5.xml"/></Relationships>
</file>

<file path=ppt/slides/_rels/slide10.xml.rels><?xml version="1.0" encoding="UTF-8" standalone="yes"?>
<Relationships xmlns="http://schemas.openxmlformats.org/package/2006/relationships"><Relationship Id="rId3" Type="http://schemas.openxmlformats.org/officeDocument/2006/relationships/notesSlide" Target="../notesSlides/notesSlide10.xml"/><Relationship Id="rId2" Type="http://schemas.openxmlformats.org/officeDocument/2006/relationships/slideLayout" Target="../slideLayouts/slideLayout4.xml"/><Relationship Id="rId1" Type="http://schemas.openxmlformats.org/officeDocument/2006/relationships/tags" Target="../tags/tag4.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5.xml"/></Relationships>
</file>

<file path=ppt/slides/_rels/slide12.xml.rels><?xml version="1.0" encoding="UTF-8" standalone="yes"?>
<Relationships xmlns="http://schemas.openxmlformats.org/package/2006/relationships"><Relationship Id="rId3" Type="http://schemas.openxmlformats.org/officeDocument/2006/relationships/notesSlide" Target="../notesSlides/notesSlide12.xml"/><Relationship Id="rId2" Type="http://schemas.openxmlformats.org/officeDocument/2006/relationships/slideLayout" Target="../slideLayouts/slideLayout5.xml"/><Relationship Id="rId1" Type="http://schemas.openxmlformats.org/officeDocument/2006/relationships/image" Target="../media/image7.png"/></Relationships>
</file>

<file path=ppt/slides/_rels/slide13.xml.rels><?xml version="1.0" encoding="UTF-8" standalone="yes"?>
<Relationships xmlns="http://schemas.openxmlformats.org/package/2006/relationships"><Relationship Id="rId3" Type="http://schemas.openxmlformats.org/officeDocument/2006/relationships/notesSlide" Target="../notesSlides/notesSlide13.xml"/><Relationship Id="rId2" Type="http://schemas.openxmlformats.org/officeDocument/2006/relationships/slideLayout" Target="../slideLayouts/slideLayout5.xml"/><Relationship Id="rId1" Type="http://schemas.openxmlformats.org/officeDocument/2006/relationships/image" Target="../media/image8.png"/></Relationships>
</file>

<file path=ppt/slides/_rels/slide14.xml.rels><?xml version="1.0" encoding="UTF-8" standalone="yes"?>
<Relationships xmlns="http://schemas.openxmlformats.org/package/2006/relationships"><Relationship Id="rId3" Type="http://schemas.openxmlformats.org/officeDocument/2006/relationships/notesSlide" Target="../notesSlides/notesSlide14.xml"/><Relationship Id="rId2" Type="http://schemas.openxmlformats.org/officeDocument/2006/relationships/slideLayout" Target="../slideLayouts/slideLayout5.xml"/><Relationship Id="rId1" Type="http://schemas.openxmlformats.org/officeDocument/2006/relationships/image" Target="../media/image9.png"/></Relationships>
</file>

<file path=ppt/slides/_rels/slide15.xml.rels><?xml version="1.0" encoding="UTF-8" standalone="yes"?>
<Relationships xmlns="http://schemas.openxmlformats.org/package/2006/relationships"><Relationship Id="rId3" Type="http://schemas.openxmlformats.org/officeDocument/2006/relationships/notesSlide" Target="../notesSlides/notesSlide15.xml"/><Relationship Id="rId2" Type="http://schemas.openxmlformats.org/officeDocument/2006/relationships/slideLayout" Target="../slideLayouts/slideLayout5.xml"/><Relationship Id="rId1" Type="http://schemas.openxmlformats.org/officeDocument/2006/relationships/image" Target="../media/image10.png"/></Relationships>
</file>

<file path=ppt/slides/_rels/slide16.xml.rels><?xml version="1.0" encoding="UTF-8" standalone="yes"?>
<Relationships xmlns="http://schemas.openxmlformats.org/package/2006/relationships"><Relationship Id="rId3" Type="http://schemas.openxmlformats.org/officeDocument/2006/relationships/notesSlide" Target="../notesSlides/notesSlide16.xml"/><Relationship Id="rId2" Type="http://schemas.openxmlformats.org/officeDocument/2006/relationships/slideLayout" Target="../slideLayouts/slideLayout5.xml"/><Relationship Id="rId1" Type="http://schemas.openxmlformats.org/officeDocument/2006/relationships/image" Target="../media/image11.png"/></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5.xml"/></Relationships>
</file>

<file path=ppt/slides/_rels/slide18.xml.rels><?xml version="1.0" encoding="UTF-8" standalone="yes"?>
<Relationships xmlns="http://schemas.openxmlformats.org/package/2006/relationships"><Relationship Id="rId3" Type="http://schemas.openxmlformats.org/officeDocument/2006/relationships/notesSlide" Target="../notesSlides/notesSlide18.xml"/><Relationship Id="rId2" Type="http://schemas.openxmlformats.org/officeDocument/2006/relationships/slideLayout" Target="../slideLayouts/slideLayout4.xml"/><Relationship Id="rId1" Type="http://schemas.openxmlformats.org/officeDocument/2006/relationships/tags" Target="../tags/tag5.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5.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5.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5.xml"/></Relationships>
</file>

<file path=ppt/slides/_rels/slide22.xml.rels><?xml version="1.0" encoding="UTF-8" standalone="yes"?>
<Relationships xmlns="http://schemas.openxmlformats.org/package/2006/relationships"><Relationship Id="rId3" Type="http://schemas.openxmlformats.org/officeDocument/2006/relationships/notesSlide" Target="../notesSlides/notesSlide22.xml"/><Relationship Id="rId2" Type="http://schemas.openxmlformats.org/officeDocument/2006/relationships/slideLayout" Target="../slideLayouts/slideLayout5.xml"/><Relationship Id="rId1" Type="http://schemas.openxmlformats.org/officeDocument/2006/relationships/image" Target="../media/image12.png"/></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5.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5.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5.xml"/></Relationships>
</file>

<file path=ppt/slides/_rels/slide26.xml.rels><?xml version="1.0" encoding="UTF-8" standalone="yes"?>
<Relationships xmlns="http://schemas.openxmlformats.org/package/2006/relationships"><Relationship Id="rId3" Type="http://schemas.openxmlformats.org/officeDocument/2006/relationships/notesSlide" Target="../notesSlides/notesSlide26.xml"/><Relationship Id="rId2" Type="http://schemas.openxmlformats.org/officeDocument/2006/relationships/slideLayout" Target="../slideLayouts/slideLayout4.xml"/><Relationship Id="rId1" Type="http://schemas.openxmlformats.org/officeDocument/2006/relationships/tags" Target="../tags/tag6.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5.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5.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5.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5.xml"/></Relationships>
</file>

<file path=ppt/slides/_rels/slide31.xml.rels><?xml version="1.0" encoding="UTF-8" standalone="yes"?>
<Relationships xmlns="http://schemas.openxmlformats.org/package/2006/relationships"><Relationship Id="rId3" Type="http://schemas.openxmlformats.org/officeDocument/2006/relationships/notesSlide" Target="../notesSlides/notesSlide31.xml"/><Relationship Id="rId2" Type="http://schemas.openxmlformats.org/officeDocument/2006/relationships/slideLayout" Target="../slideLayouts/slideLayout5.xml"/><Relationship Id="rId1" Type="http://schemas.openxmlformats.org/officeDocument/2006/relationships/image" Target="../media/image13.png"/></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5.xml"/></Relationships>
</file>

<file path=ppt/slides/_rels/slide33.xml.rels><?xml version="1.0" encoding="UTF-8" standalone="yes"?>
<Relationships xmlns="http://schemas.openxmlformats.org/package/2006/relationships"><Relationship Id="rId3" Type="http://schemas.openxmlformats.org/officeDocument/2006/relationships/notesSlide" Target="../notesSlides/notesSlide33.xml"/><Relationship Id="rId2" Type="http://schemas.openxmlformats.org/officeDocument/2006/relationships/slideLayout" Target="../slideLayouts/slideLayout4.xml"/><Relationship Id="rId1" Type="http://schemas.openxmlformats.org/officeDocument/2006/relationships/tags" Target="../tags/tag7.xml"/></Relationships>
</file>

<file path=ppt/slides/_rels/slide34.xml.rels><?xml version="1.0" encoding="UTF-8" standalone="yes"?>
<Relationships xmlns="http://schemas.openxmlformats.org/package/2006/relationships"><Relationship Id="rId3" Type="http://schemas.openxmlformats.org/officeDocument/2006/relationships/notesSlide" Target="../notesSlides/notesSlide34.xml"/><Relationship Id="rId2" Type="http://schemas.openxmlformats.org/officeDocument/2006/relationships/slideLayout" Target="../slideLayouts/slideLayout13.xml"/><Relationship Id="rId1" Type="http://schemas.openxmlformats.org/officeDocument/2006/relationships/tags" Target="../tags/tag8.xml"/></Relationships>
</file>

<file path=ppt/slides/_rels/slide35.xml.rels><?xml version="1.0" encoding="UTF-8" standalone="yes"?>
<Relationships xmlns="http://schemas.openxmlformats.org/package/2006/relationships"><Relationship Id="rId3" Type="http://schemas.openxmlformats.org/officeDocument/2006/relationships/notesSlide" Target="../notesSlides/notesSlide35.xml"/><Relationship Id="rId2" Type="http://schemas.openxmlformats.org/officeDocument/2006/relationships/slideLayout" Target="../slideLayouts/slideLayout13.xml"/><Relationship Id="rId1" Type="http://schemas.openxmlformats.org/officeDocument/2006/relationships/tags" Target="../tags/tag9.xml"/></Relationships>
</file>

<file path=ppt/slides/_rels/slide36.xml.rels><?xml version="1.0" encoding="UTF-8" standalone="yes"?>
<Relationships xmlns="http://schemas.openxmlformats.org/package/2006/relationships"><Relationship Id="rId3" Type="http://schemas.openxmlformats.org/officeDocument/2006/relationships/notesSlide" Target="../notesSlides/notesSlide36.xml"/><Relationship Id="rId2" Type="http://schemas.openxmlformats.org/officeDocument/2006/relationships/slideLayout" Target="../slideLayouts/slideLayout13.xml"/><Relationship Id="rId1" Type="http://schemas.openxmlformats.org/officeDocument/2006/relationships/tags" Target="../tags/tag10.xml"/></Relationships>
</file>

<file path=ppt/slides/_rels/slide37.xml.rels><?xml version="1.0" encoding="UTF-8" standalone="yes"?>
<Relationships xmlns="http://schemas.openxmlformats.org/package/2006/relationships"><Relationship Id="rId3" Type="http://schemas.openxmlformats.org/officeDocument/2006/relationships/notesSlide" Target="../notesSlides/notesSlide37.xml"/><Relationship Id="rId2" Type="http://schemas.openxmlformats.org/officeDocument/2006/relationships/slideLayout" Target="../slideLayouts/slideLayout10.xml"/><Relationship Id="rId1" Type="http://schemas.openxmlformats.org/officeDocument/2006/relationships/tags" Target="../tags/tag1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p:cNvSpPr>
            <a:spLocks noGrp="1"/>
          </p:cNvSpPr>
          <p:nvPr>
            <p:ph type="ctrTitle"/>
          </p:nvPr>
        </p:nvSpPr>
        <p:spPr>
          <a:xfrm>
            <a:off x="469497" y="1219200"/>
            <a:ext cx="6557379" cy="1666626"/>
          </a:xfrm>
        </p:spPr>
        <p:txBody>
          <a:bodyPr/>
          <a:lstStyle/>
          <a:p>
            <a:pPr rtl="0"/>
            <a:r>
              <a:rPr lang="pt-BR">
                <a:solidFill>
                  <a:schemeClr val="accent5">
                    <a:lumMod val="40000"/>
                    <a:lumOff val="60000"/>
                  </a:schemeClr>
                </a:solidFill>
              </a:rPr>
              <a:t>Módulo 7: Comutação Ethernet</a:t>
            </a:r>
            <a:endParaRPr lang="pt-BR">
              <a:solidFill>
                <a:schemeClr val="accent5">
                  <a:lumMod val="40000"/>
                  <a:lumOff val="60000"/>
                </a:schemeClr>
              </a:solidFill>
            </a:endParaRPr>
          </a:p>
        </p:txBody>
      </p:sp>
      <p:sp>
        <p:nvSpPr>
          <p:cNvPr id="5" name="Text Placeholder 4"/>
          <p:cNvSpPr>
            <a:spLocks noGrp="1"/>
          </p:cNvSpPr>
          <p:nvPr>
            <p:ph type="body" sz="quarter" idx="13"/>
          </p:nvPr>
        </p:nvSpPr>
        <p:spPr>
          <a:xfrm>
            <a:off x="469497" y="3127609"/>
            <a:ext cx="5925246" cy="299001"/>
          </a:xfrm>
        </p:spPr>
        <p:txBody>
          <a:bodyPr/>
          <a:lstStyle/>
          <a:p>
            <a:pPr rtl="0"/>
            <a:r>
              <a:rPr lang="pt-BR">
                <a:solidFill>
                  <a:schemeClr val="bg2">
                    <a:lumMod val="40000"/>
                    <a:lumOff val="60000"/>
                  </a:schemeClr>
                </a:solidFill>
              </a:rPr>
              <a:t>Material do instrutor</a:t>
            </a:r>
            <a:endParaRPr lang="pt-BR">
              <a:solidFill>
                <a:schemeClr val="bg2">
                  <a:lumMod val="40000"/>
                  <a:lumOff val="60000"/>
                </a:schemeClr>
              </a:solidFill>
            </a:endParaRPr>
          </a:p>
        </p:txBody>
      </p:sp>
      <p:sp>
        <p:nvSpPr>
          <p:cNvPr id="7" name="Subtitle 6"/>
          <p:cNvSpPr>
            <a:spLocks noGrp="1"/>
          </p:cNvSpPr>
          <p:nvPr>
            <p:ph type="subTitle" idx="1"/>
          </p:nvPr>
        </p:nvSpPr>
        <p:spPr>
          <a:xfrm>
            <a:off x="469497" y="3809526"/>
            <a:ext cx="2368954" cy="902174"/>
          </a:xfrm>
        </p:spPr>
        <p:txBody>
          <a:bodyPr/>
          <a:lstStyle/>
          <a:p>
            <a:pPr rtl="0"/>
            <a:r>
              <a:rPr lang="pt-BR">
                <a:solidFill>
                  <a:schemeClr val="accent5">
                    <a:lumMod val="40000"/>
                    <a:lumOff val="60000"/>
                  </a:schemeClr>
                </a:solidFill>
              </a:rPr>
              <a:t>Introdução às redes v7.0 (ITN)</a:t>
            </a:r>
            <a:endParaRPr lang="pt-BR">
              <a:solidFill>
                <a:schemeClr val="accent5">
                  <a:lumMod val="40000"/>
                  <a:lumOff val="60000"/>
                </a:schemeClr>
              </a:solidFill>
            </a:endParaRPr>
          </a:p>
          <a:p>
            <a:endParaRPr lang="en-US" dirty="0"/>
          </a:p>
        </p:txBody>
      </p:sp>
    </p:spTree>
    <p:custDataLst>
      <p:tags r:id="rId1"/>
    </p:custDataLst>
  </p:cSld>
  <p:clrMapOvr>
    <a:masterClrMapping/>
  </p:clrMapOvr>
  <p:transition spd="slow">
    <p:wipe/>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Subtitle 6"/>
          <p:cNvSpPr>
            <a:spLocks noGrp="1"/>
          </p:cNvSpPr>
          <p:nvPr>
            <p:ph type="subTitle" idx="1"/>
          </p:nvPr>
        </p:nvSpPr>
        <p:spPr>
          <a:xfrm>
            <a:off x="469497" y="3809526"/>
            <a:ext cx="2368954" cy="902174"/>
          </a:xfrm>
        </p:spPr>
        <p:txBody>
          <a:bodyPr/>
          <a:lstStyle/>
          <a:p>
            <a:pPr rtl="0"/>
            <a:r>
              <a:rPr lang="pt-BR">
                <a:solidFill>
                  <a:schemeClr val="accent5">
                    <a:lumMod val="40000"/>
                    <a:lumOff val="60000"/>
                  </a:schemeClr>
                </a:solidFill>
              </a:rPr>
              <a:t>Introdução às redes v7.0 (ITN)</a:t>
            </a:r>
            <a:endParaRPr lang="pt-BR">
              <a:solidFill>
                <a:schemeClr val="accent5">
                  <a:lumMod val="40000"/>
                  <a:lumOff val="60000"/>
                </a:schemeClr>
              </a:solidFill>
            </a:endParaRPr>
          </a:p>
          <a:p>
            <a:endParaRPr lang="en-US" dirty="0"/>
          </a:p>
        </p:txBody>
      </p:sp>
      <p:sp>
        <p:nvSpPr>
          <p:cNvPr id="6" name="Title 5"/>
          <p:cNvSpPr>
            <a:spLocks noGrp="1"/>
          </p:cNvSpPr>
          <p:nvPr>
            <p:ph type="ctrTitle"/>
          </p:nvPr>
        </p:nvSpPr>
        <p:spPr>
          <a:xfrm>
            <a:off x="469497" y="2316480"/>
            <a:ext cx="6672708" cy="1080143"/>
          </a:xfrm>
        </p:spPr>
        <p:txBody>
          <a:bodyPr/>
          <a:lstStyle/>
          <a:p>
            <a:pPr rtl="0"/>
            <a:r>
              <a:rPr lang="pt-BR">
                <a:solidFill>
                  <a:schemeClr val="accent5">
                    <a:lumMod val="40000"/>
                    <a:lumOff val="60000"/>
                  </a:schemeClr>
                </a:solidFill>
              </a:rPr>
              <a:t>Módulo 7: Comutação Ethernet</a:t>
            </a:r>
            <a:endParaRPr lang="pt-BR">
              <a:solidFill>
                <a:schemeClr val="accent5">
                  <a:lumMod val="40000"/>
                  <a:lumOff val="60000"/>
                </a:schemeClr>
              </a:solidFill>
            </a:endParaRPr>
          </a:p>
        </p:txBody>
      </p:sp>
    </p:spTree>
    <p:custDataLst>
      <p:tags r:id="rId1"/>
    </p:custDataLst>
  </p:cSld>
  <p:clrMapOvr>
    <a:masterClrMapping/>
  </p:clrMapOvr>
  <p:transition spd="slow">
    <p:wipe/>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416425" y="1788160"/>
            <a:ext cx="7598042" cy="929640"/>
          </a:xfrm>
        </p:spPr>
        <p:txBody>
          <a:bodyPr/>
          <a:lstStyle/>
          <a:p>
            <a:pPr rtl="0"/>
            <a:r>
              <a:rPr lang="pt-BR">
                <a:solidFill>
                  <a:schemeClr val="accent5">
                    <a:lumMod val="40000"/>
                    <a:lumOff val="60000"/>
                  </a:schemeClr>
                </a:solidFill>
              </a:rPr>
              <a:t>7.1 Quadros Ethernet</a:t>
            </a:r>
            <a:endParaRPr lang="pt-BR">
              <a:solidFill>
                <a:schemeClr val="accent5">
                  <a:lumMod val="40000"/>
                  <a:lumOff val="60000"/>
                </a:schemeClr>
              </a:solidFill>
            </a:endParaRPr>
          </a:p>
        </p:txBody>
      </p:sp>
    </p:spTree>
    <p:custDataLst>
      <p:tags r:id="rId1"/>
    </p:custDataLst>
  </p:cSld>
  <p:clrMapOvr>
    <a:masterClrMapping/>
  </p:clrMapOvr>
  <p:transition spd="slow">
    <p:wipe/>
  </p:transition>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a:xfrm>
            <a:off x="0" y="0"/>
            <a:ext cx="8345488" cy="731837"/>
          </a:xfrm>
        </p:spPr>
        <p:txBody>
          <a:bodyPr/>
          <a:lstStyle/>
          <a:p>
            <a:pPr rtl="0"/>
            <a:r>
              <a:rPr lang="pt-BR" sz="1600"/>
              <a:t>Quadro Ethernet </a:t>
            </a:r>
            <a:br>
              <a:rPr lang="en-US" dirty="0"/>
            </a:br>
            <a:r>
              <a:rPr lang="pt-BR" sz="2400"/>
              <a:t>Encapsulamento Ethernet</a:t>
            </a:r>
            <a:endParaRPr lang="pt-BR" sz="2400"/>
          </a:p>
        </p:txBody>
      </p:sp>
      <p:sp>
        <p:nvSpPr>
          <p:cNvPr id="8" name="Content Placeholder 7"/>
          <p:cNvSpPr>
            <a:spLocks noGrp="1"/>
          </p:cNvSpPr>
          <p:nvPr>
            <p:ph idx="1"/>
          </p:nvPr>
        </p:nvSpPr>
        <p:spPr>
          <a:xfrm>
            <a:off x="474662" y="731837"/>
            <a:ext cx="3364449" cy="3689897"/>
          </a:xfrm>
        </p:spPr>
        <p:txBody>
          <a:bodyPr/>
          <a:lstStyle/>
          <a:p>
            <a:pPr marL="342900" indent="-342900" algn="l" rtl="0">
              <a:buFont typeface="Arial" panose="020B0604020202020204" pitchFamily="34" charset="0"/>
              <a:buChar char="•"/>
            </a:pPr>
            <a:r>
              <a:rPr lang="pt-BR">
                <a:solidFill>
                  <a:srgbClr val="000000"/>
                </a:solidFill>
              </a:rPr>
              <a:t>Ela opera na camada de enlace de dados e na camada física.</a:t>
            </a:r>
            <a:endParaRPr lang="pt-BR">
              <a:solidFill>
                <a:srgbClr val="000000"/>
              </a:solidFill>
            </a:endParaRPr>
          </a:p>
          <a:p>
            <a:pPr marL="342900" indent="-342900" algn="l" rtl="0">
              <a:buFont typeface="Arial" panose="020B0604020202020204" pitchFamily="34" charset="0"/>
              <a:buChar char="•"/>
            </a:pPr>
            <a:r>
              <a:rPr lang="pt-BR">
                <a:solidFill>
                  <a:srgbClr val="000000"/>
                </a:solidFill>
              </a:rPr>
              <a:t>É uma família de tecnologias de rede definidas nos padrões IEEE 802.2 e 802.3.</a:t>
            </a:r>
            <a:endParaRPr lang="pt-BR">
              <a:solidFill>
                <a:srgbClr val="000000"/>
              </a:solidFill>
            </a:endParaRPr>
          </a:p>
        </p:txBody>
      </p:sp>
      <p:pic>
        <p:nvPicPr>
          <p:cNvPr id="4" name="Picture 3"/>
          <p:cNvPicPr>
            <a:picLocks noChangeAspect="1"/>
          </p:cNvPicPr>
          <p:nvPr/>
        </p:nvPicPr>
        <p:blipFill>
          <a:blip r:embed="rId1"/>
          <a:stretch>
            <a:fillRect/>
          </a:stretch>
        </p:blipFill>
        <p:spPr>
          <a:xfrm>
            <a:off x="3944473" y="731837"/>
            <a:ext cx="4734478" cy="3463645"/>
          </a:xfrm>
          <a:prstGeom prst="rect">
            <a:avLst/>
          </a:prstGeom>
        </p:spPr>
      </p:pic>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a:xfrm>
            <a:off x="0" y="0"/>
            <a:ext cx="8345488" cy="731837"/>
          </a:xfrm>
        </p:spPr>
        <p:txBody>
          <a:bodyPr/>
          <a:lstStyle/>
          <a:p>
            <a:pPr rtl="0"/>
            <a:r>
              <a:rPr lang="pt-BR" sz="2400"/>
              <a:t>Sublcamadasde link de dados</a:t>
            </a:r>
            <a:r>
              <a:rPr lang="pt-BR" sz="1600"/>
              <a:t>de quadros Ethernet</a:t>
            </a:r>
            <a:endParaRPr lang="pt-BR" sz="1600"/>
          </a:p>
        </p:txBody>
      </p:sp>
      <p:sp>
        <p:nvSpPr>
          <p:cNvPr id="5" name="TextBox 4"/>
          <p:cNvSpPr txBox="1"/>
          <p:nvPr/>
        </p:nvSpPr>
        <p:spPr>
          <a:xfrm>
            <a:off x="340658" y="770964"/>
            <a:ext cx="4973079" cy="2646878"/>
          </a:xfrm>
          <a:prstGeom prst="rect">
            <a:avLst/>
          </a:prstGeom>
          <a:noFill/>
        </p:spPr>
        <p:txBody>
          <a:bodyPr wrap="square" rtlCol="0">
            <a:spAutoFit/>
          </a:bodyPr>
          <a:lstStyle/>
          <a:p>
            <a:pPr rtl="0"/>
            <a:r>
              <a:rPr lang="pt-BR">
                <a:solidFill>
                  <a:srgbClr val="000000"/>
                </a:solidFill>
              </a:rPr>
              <a:t>Os padrões LAN/MAN 802, incluindo Ethernet, usam duas subcamadas separadas da camada de link de dados para operar:</a:t>
            </a:r>
            <a:endParaRPr lang="pt-BR">
              <a:solidFill>
                <a:srgbClr val="000000"/>
              </a:solidFill>
            </a:endParaRPr>
          </a:p>
          <a:p>
            <a:pPr marL="285750" indent="-285750" rtl="0">
              <a:buFont typeface="Arial" panose="020B0604020202020204" pitchFamily="34" charset="0"/>
              <a:buChar char="•"/>
            </a:pPr>
            <a:r>
              <a:rPr lang="pt-BR" sz="1600" b="1">
                <a:solidFill>
                  <a:srgbClr val="000000"/>
                </a:solidFill>
              </a:rPr>
              <a:t>Subcamada LLC</a:t>
            </a:r>
            <a:r>
              <a:rPr lang="pt-BR" sz="1600">
                <a:solidFill>
                  <a:srgbClr val="000000"/>
                </a:solidFill>
              </a:rPr>
              <a:t>: (IEEE 802.2) Coloca informações no quadro para identificar qual protocolo de camada de rede é usado para o quadro.</a:t>
            </a:r>
            <a:endParaRPr lang="pt-BR" sz="1600">
              <a:solidFill>
                <a:srgbClr val="000000"/>
              </a:solidFill>
            </a:endParaRPr>
          </a:p>
          <a:p>
            <a:pPr marL="285750" indent="-285750" rtl="0">
              <a:buFont typeface="Arial" panose="020B0604020202020204" pitchFamily="34" charset="0"/>
              <a:buChar char="•"/>
            </a:pPr>
            <a:r>
              <a:rPr lang="pt-BR" sz="1600" b="1">
                <a:solidFill>
                  <a:srgbClr val="000000"/>
                </a:solidFill>
              </a:rPr>
              <a:t>Sublayer MAC</a:t>
            </a:r>
            <a:r>
              <a:rPr lang="pt-BR" sz="1600">
                <a:solidFill>
                  <a:srgbClr val="000000"/>
                </a:solidFill>
              </a:rPr>
              <a:t>: (IEEE 802.3, 802.11 ou 802.15) Responsável pelo encapsulamento de dados e controle de acesso a mídia e fornece endereçamento de camada de link de dados. </a:t>
            </a:r>
            <a:endParaRPr lang="pt-BR" sz="1600">
              <a:solidFill>
                <a:srgbClr val="000000"/>
              </a:solidFill>
            </a:endParaRPr>
          </a:p>
        </p:txBody>
      </p:sp>
      <p:pic>
        <p:nvPicPr>
          <p:cNvPr id="4" name="Content Placeholder 3"/>
          <p:cNvPicPr>
            <a:picLocks noGrp="1" noChangeAspect="1"/>
          </p:cNvPicPr>
          <p:nvPr>
            <p:ph idx="1"/>
          </p:nvPr>
        </p:nvPicPr>
        <p:blipFill>
          <a:blip r:embed="rId1"/>
          <a:stretch>
            <a:fillRect/>
          </a:stretch>
        </p:blipFill>
        <p:spPr>
          <a:xfrm>
            <a:off x="5313737" y="1061103"/>
            <a:ext cx="3248735" cy="2628247"/>
          </a:xfrm>
        </p:spPr>
      </p:pic>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a:xfrm>
            <a:off x="0" y="0"/>
            <a:ext cx="8345488" cy="731837"/>
          </a:xfrm>
        </p:spPr>
        <p:txBody>
          <a:bodyPr/>
          <a:lstStyle/>
          <a:p>
            <a:pPr rtl="0"/>
            <a:r>
              <a:rPr lang="pt-BR" sz="1600"/>
              <a:t>Quadro Ethernet </a:t>
            </a:r>
            <a:br>
              <a:rPr lang="en-US" dirty="0"/>
            </a:br>
            <a:r>
              <a:rPr lang="pt-BR" sz="2400"/>
              <a:t>Subcamada MAC</a:t>
            </a:r>
            <a:endParaRPr lang="pt-BR" sz="2400"/>
          </a:p>
        </p:txBody>
      </p:sp>
      <p:sp>
        <p:nvSpPr>
          <p:cNvPr id="8" name="Content Placeholder 7"/>
          <p:cNvSpPr>
            <a:spLocks noGrp="1"/>
          </p:cNvSpPr>
          <p:nvPr>
            <p:ph idx="1"/>
          </p:nvPr>
        </p:nvSpPr>
        <p:spPr>
          <a:xfrm>
            <a:off x="224405" y="731837"/>
            <a:ext cx="8280057" cy="3689897"/>
          </a:xfrm>
        </p:spPr>
        <p:txBody>
          <a:bodyPr/>
          <a:lstStyle/>
          <a:p>
            <a:pPr algn="l" rtl="0"/>
            <a:r>
              <a:rPr lang="pt-BR" sz="1600">
                <a:solidFill>
                  <a:srgbClr val="000000"/>
                </a:solidFill>
              </a:rPr>
              <a:t>A subcamada MAC é responsável pelo encapsulamento de dados e acesso à mídia.</a:t>
            </a:r>
            <a:endParaRPr lang="pt-BR" sz="1600">
              <a:solidFill>
                <a:srgbClr val="000000"/>
              </a:solidFill>
            </a:endParaRPr>
          </a:p>
          <a:p>
            <a:pPr algn="l"/>
            <a:endParaRPr lang="en-US" sz="1600" b="1" dirty="0">
              <a:solidFill>
                <a:srgbClr val="000000"/>
              </a:solidFill>
            </a:endParaRPr>
          </a:p>
          <a:p>
            <a:pPr algn="l" rtl="0"/>
            <a:r>
              <a:rPr lang="pt-BR" sz="1600" b="1">
                <a:solidFill>
                  <a:srgbClr val="000000"/>
                </a:solidFill>
              </a:rPr>
              <a:t>Encapsulamento de dados</a:t>
            </a:r>
            <a:endParaRPr lang="pt-BR" sz="1600" b="1">
              <a:solidFill>
                <a:srgbClr val="000000"/>
              </a:solidFill>
            </a:endParaRPr>
          </a:p>
          <a:p>
            <a:pPr algn="l" rtl="0"/>
            <a:r>
              <a:rPr lang="pt-BR" sz="1600">
                <a:solidFill>
                  <a:srgbClr val="000000"/>
                </a:solidFill>
              </a:rPr>
              <a:t>O encapsulamento de dados IEEE 802.3 inclui o seguinte:</a:t>
            </a:r>
            <a:endParaRPr lang="pt-BR" sz="1600">
              <a:solidFill>
                <a:srgbClr val="000000"/>
              </a:solidFill>
            </a:endParaRPr>
          </a:p>
          <a:p>
            <a:pPr marL="457200" indent="-457200" algn="l" rtl="0">
              <a:buFont typeface="+mj-lt"/>
              <a:buAutoNum type="arabicPeriod"/>
            </a:pPr>
            <a:r>
              <a:rPr lang="pt-BR" sz="1400" b="1">
                <a:solidFill>
                  <a:srgbClr val="000000"/>
                </a:solidFill>
              </a:rPr>
              <a:t>Quadro Ethernet</a:t>
            </a:r>
            <a:r>
              <a:rPr lang="pt-BR" sz="1400">
                <a:solidFill>
                  <a:srgbClr val="000000"/>
                </a:solidFill>
              </a:rPr>
              <a:t> - Esta é a estrutura interna do quadro Ethernet. </a:t>
            </a:r>
            <a:endParaRPr lang="pt-BR" sz="1400">
              <a:solidFill>
                <a:srgbClr val="000000"/>
              </a:solidFill>
            </a:endParaRPr>
          </a:p>
          <a:p>
            <a:pPr marL="457200" indent="-457200" algn="l" rtl="0">
              <a:buFont typeface="+mj-lt"/>
              <a:buAutoNum type="arabicPeriod"/>
            </a:pPr>
            <a:r>
              <a:rPr lang="pt-BR" sz="1400" b="1">
                <a:solidFill>
                  <a:srgbClr val="000000"/>
                </a:solidFill>
              </a:rPr>
              <a:t>Endereçamento</a:t>
            </a:r>
            <a:r>
              <a:rPr lang="pt-BR" sz="1400">
                <a:solidFill>
                  <a:srgbClr val="000000"/>
                </a:solidFill>
              </a:rPr>
              <a:t> Ethernet - O quadro Ethernet inclui um endereço MAC de origem e de destino para fornecer o quadro Ethernet da NIC Ethernet para a NIC Ethernet na mesma LAN. </a:t>
            </a:r>
            <a:endParaRPr lang="pt-BR" sz="1400">
              <a:solidFill>
                <a:srgbClr val="000000"/>
              </a:solidFill>
            </a:endParaRPr>
          </a:p>
          <a:p>
            <a:pPr marL="457200" indent="-457200" algn="l" rtl="0">
              <a:buFont typeface="+mj-lt"/>
              <a:buAutoNum type="arabicPeriod"/>
            </a:pPr>
            <a:r>
              <a:rPr lang="pt-BR" sz="1400" b="1">
                <a:solidFill>
                  <a:srgbClr val="000000"/>
                </a:solidFill>
              </a:rPr>
              <a:t>Detecção de erro Ethernet</a:t>
            </a:r>
            <a:r>
              <a:rPr lang="pt-BR" sz="1400">
                <a:solidFill>
                  <a:srgbClr val="000000"/>
                </a:solidFill>
              </a:rPr>
              <a:t> - O quadro Ethernet inclui um trailer de sequência de verificação de quadros (FCS) usado para detecção de erros. </a:t>
            </a:r>
            <a:endParaRPr lang="pt-BR" sz="1400">
              <a:solidFill>
                <a:srgbClr val="000000"/>
              </a:solidFill>
            </a:endParaRPr>
          </a:p>
          <a:p>
            <a:pPr algn="l"/>
            <a:endParaRPr lang="en-US" dirty="0">
              <a:solidFill>
                <a:srgbClr val="000000"/>
              </a:solidFill>
            </a:endParaRPr>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a:xfrm>
            <a:off x="0" y="0"/>
            <a:ext cx="8345488" cy="731837"/>
          </a:xfrm>
        </p:spPr>
        <p:txBody>
          <a:bodyPr/>
          <a:lstStyle/>
          <a:p>
            <a:pPr rtl="0"/>
            <a:r>
              <a:rPr lang="pt-BR" sz="1600"/>
              <a:t>Quadro Ethernet </a:t>
            </a:r>
            <a:br>
              <a:rPr lang="en-US" dirty="0"/>
            </a:br>
            <a:r>
              <a:rPr lang="pt-BR" sz="2400"/>
              <a:t>Subcamada MAC</a:t>
            </a:r>
            <a:endParaRPr lang="pt-BR" sz="2400"/>
          </a:p>
        </p:txBody>
      </p:sp>
      <p:sp>
        <p:nvSpPr>
          <p:cNvPr id="8" name="Content Placeholder 7"/>
          <p:cNvSpPr>
            <a:spLocks noGrp="1"/>
          </p:cNvSpPr>
          <p:nvPr>
            <p:ph idx="1"/>
          </p:nvPr>
        </p:nvSpPr>
        <p:spPr>
          <a:xfrm>
            <a:off x="219076" y="731837"/>
            <a:ext cx="4620554" cy="3689897"/>
          </a:xfrm>
        </p:spPr>
        <p:txBody>
          <a:bodyPr/>
          <a:lstStyle/>
          <a:p>
            <a:pPr marL="0" indent="0" algn="l" rtl="0"/>
            <a:r>
              <a:rPr lang="pt-BR" sz="1400" b="1">
                <a:solidFill>
                  <a:srgbClr val="000000"/>
                </a:solidFill>
              </a:rPr>
              <a:t>Acesso à mídia</a:t>
            </a:r>
            <a:endParaRPr lang="pt-BR" sz="1400" b="1">
              <a:solidFill>
                <a:srgbClr val="000000"/>
              </a:solidFill>
            </a:endParaRPr>
          </a:p>
          <a:p>
            <a:pPr marL="285750" indent="-285750" algn="l" rtl="0">
              <a:buFont typeface="Arial" panose="020B0604020202020204" pitchFamily="34" charset="0"/>
              <a:buChar char="•"/>
            </a:pPr>
            <a:r>
              <a:rPr lang="pt-BR" sz="1600">
                <a:solidFill>
                  <a:srgbClr val="000000"/>
                </a:solidFill>
              </a:rPr>
              <a:t>A subcamada MAC IEEE 802.3 inclui as especificações para diferentes padrões de comunicação Ethernet em vários tipos de mídia, incluindo cobre e fibra.</a:t>
            </a:r>
            <a:endParaRPr lang="pt-BR" sz="1600">
              <a:solidFill>
                <a:srgbClr val="000000"/>
              </a:solidFill>
            </a:endParaRPr>
          </a:p>
          <a:p>
            <a:pPr marL="285750" indent="-285750" algn="l" rtl="0">
              <a:buFont typeface="Arial" panose="020B0604020202020204" pitchFamily="34" charset="0"/>
              <a:buChar char="•"/>
            </a:pPr>
            <a:r>
              <a:rPr lang="pt-BR" sz="1600">
                <a:solidFill>
                  <a:srgbClr val="000000"/>
                </a:solidFill>
              </a:rPr>
              <a:t>Ethernet herdada usando uma topologia de barramento ou hubs, é um meio compartilhado, semi-duplex. Ethernet sobre um meio half-duplex usa um método de acesso baseado em contenção, detecção de múltiplos acessos/colisões (CSMA/CD). </a:t>
            </a:r>
            <a:endParaRPr lang="pt-BR" sz="1600">
              <a:solidFill>
                <a:srgbClr val="000000"/>
              </a:solidFill>
            </a:endParaRPr>
          </a:p>
          <a:p>
            <a:pPr marL="285750" indent="-285750" algn="l" rtl="0">
              <a:buFont typeface="Arial" panose="020B0604020202020204" pitchFamily="34" charset="0"/>
              <a:buChar char="•"/>
            </a:pPr>
            <a:r>
              <a:rPr lang="pt-BR" sz="1600">
                <a:solidFill>
                  <a:srgbClr val="000000"/>
                </a:solidFill>
              </a:rPr>
              <a:t>As LANs Ethernet de hoje usam switches que operam em full-duplex. As comunicações full-duplex com switches Ethernet não exigem controle de acesso através do CSMA/CD.</a:t>
            </a:r>
            <a:endParaRPr lang="pt-BR" sz="1600">
              <a:solidFill>
                <a:srgbClr val="000000"/>
              </a:solidFill>
            </a:endParaRPr>
          </a:p>
        </p:txBody>
      </p:sp>
      <p:pic>
        <p:nvPicPr>
          <p:cNvPr id="4" name="Picture 3"/>
          <p:cNvPicPr>
            <a:picLocks noChangeAspect="1"/>
          </p:cNvPicPr>
          <p:nvPr/>
        </p:nvPicPr>
        <p:blipFill>
          <a:blip r:embed="rId1"/>
          <a:stretch>
            <a:fillRect/>
          </a:stretch>
        </p:blipFill>
        <p:spPr>
          <a:xfrm>
            <a:off x="5034187" y="1354757"/>
            <a:ext cx="3635151" cy="2209490"/>
          </a:xfrm>
          <a:prstGeom prst="rect">
            <a:avLst/>
          </a:prstGeom>
        </p:spPr>
      </p:pic>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a:xfrm>
            <a:off x="0" y="0"/>
            <a:ext cx="8345488" cy="731837"/>
          </a:xfrm>
        </p:spPr>
        <p:txBody>
          <a:bodyPr/>
          <a:lstStyle/>
          <a:p>
            <a:pPr rtl="0"/>
            <a:r>
              <a:rPr lang="pt-BR" sz="1600"/>
              <a:t>Quadro Ethernet </a:t>
            </a:r>
            <a:br>
              <a:rPr lang="en-US" dirty="0"/>
            </a:br>
            <a:r>
              <a:rPr lang="pt-BR" sz="2400"/>
              <a:t>Campos do quadro Ethernet</a:t>
            </a:r>
            <a:endParaRPr lang="pt-BR" sz="2400"/>
          </a:p>
        </p:txBody>
      </p:sp>
      <p:sp>
        <p:nvSpPr>
          <p:cNvPr id="8" name="Content Placeholder 7"/>
          <p:cNvSpPr>
            <a:spLocks noGrp="1"/>
          </p:cNvSpPr>
          <p:nvPr>
            <p:ph idx="1"/>
          </p:nvPr>
        </p:nvSpPr>
        <p:spPr>
          <a:xfrm>
            <a:off x="123826" y="731837"/>
            <a:ext cx="8630894" cy="2411413"/>
          </a:xfrm>
        </p:spPr>
        <p:txBody>
          <a:bodyPr/>
          <a:lstStyle/>
          <a:p>
            <a:pPr marL="342900" indent="-342900" algn="l" rtl="0">
              <a:buFont typeface="Arial" panose="020B0604020202020204" pitchFamily="34" charset="0"/>
              <a:buChar char="•"/>
            </a:pPr>
            <a:r>
              <a:rPr lang="pt-BR" sz="1600">
                <a:solidFill>
                  <a:srgbClr val="000000"/>
                </a:solidFill>
              </a:rPr>
              <a:t>O tamanho mínimo de quadro Ethernet é 64 bytes e o máximo é 1518 bytes. O campo de preâmbulo não é incluído ao descrever o tamanho do quadro.</a:t>
            </a:r>
            <a:endParaRPr lang="pt-BR" sz="1600">
              <a:solidFill>
                <a:srgbClr val="000000"/>
              </a:solidFill>
            </a:endParaRPr>
          </a:p>
          <a:p>
            <a:pPr marL="342900" indent="-342900" algn="l" rtl="0">
              <a:buFont typeface="Arial" panose="020B0604020202020204" pitchFamily="34" charset="0"/>
              <a:buChar char="•"/>
            </a:pPr>
            <a:r>
              <a:rPr lang="pt-BR" sz="1600">
                <a:solidFill>
                  <a:srgbClr val="000000"/>
                </a:solidFill>
              </a:rPr>
              <a:t>Qualquer quadro com menos de 64 bytes de comprimento é considerado um "fragmento de colisão" ou "quadro de execução" e é automaticamente descartado. Quadros com mais de 1.500 bytes de dados são considerados “jumbo” ou “baby giant”.</a:t>
            </a:r>
            <a:endParaRPr lang="pt-BR" sz="1600">
              <a:solidFill>
                <a:srgbClr val="000000"/>
              </a:solidFill>
            </a:endParaRPr>
          </a:p>
          <a:p>
            <a:pPr marL="342900" indent="-342900" algn="l" rtl="0">
              <a:buFont typeface="Arial" panose="020B0604020202020204" pitchFamily="34" charset="0"/>
              <a:buChar char="•"/>
            </a:pPr>
            <a:r>
              <a:rPr lang="pt-BR" sz="1600">
                <a:solidFill>
                  <a:srgbClr val="000000"/>
                </a:solidFill>
              </a:rPr>
              <a:t>Se o tamanho de um quadro transmitido for menor que o mínimo ou maior que o máximo, o dispositivo receptor descarta o quadro. É provável que quadros perdidos sejam resultado de colisões ou outros sinais indesejados. Eles são considerados inválidos. Os quadros jumbo geralmente são suportados pela maioria dos switches e NICs Fast Ethernet e Gigabit Ethernet.</a:t>
            </a:r>
            <a:endParaRPr lang="pt-BR" sz="1600">
              <a:solidFill>
                <a:srgbClr val="000000"/>
              </a:solidFill>
            </a:endParaRPr>
          </a:p>
          <a:p>
            <a:pPr marL="342900" indent="-342900" algn="l">
              <a:buFont typeface="Arial" panose="020B0604020202020204" pitchFamily="34" charset="0"/>
              <a:buChar char="•"/>
            </a:pPr>
            <a:endParaRPr lang="en-US" sz="1400" dirty="0">
              <a:solidFill>
                <a:srgbClr val="000000"/>
              </a:solidFill>
            </a:endParaRPr>
          </a:p>
        </p:txBody>
      </p:sp>
      <p:pic>
        <p:nvPicPr>
          <p:cNvPr id="4" name="Picture 3"/>
          <p:cNvPicPr>
            <a:picLocks noChangeAspect="1"/>
          </p:cNvPicPr>
          <p:nvPr/>
        </p:nvPicPr>
        <p:blipFill>
          <a:blip r:embed="rId1"/>
          <a:stretch>
            <a:fillRect/>
          </a:stretch>
        </p:blipFill>
        <p:spPr>
          <a:xfrm>
            <a:off x="1711635" y="3418742"/>
            <a:ext cx="5720730" cy="1713542"/>
          </a:xfrm>
          <a:prstGeom prst="rect">
            <a:avLst/>
          </a:prstGeom>
        </p:spPr>
      </p:pic>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a:xfrm>
            <a:off x="0" y="0"/>
            <a:ext cx="8345488" cy="731837"/>
          </a:xfrm>
        </p:spPr>
        <p:txBody>
          <a:bodyPr/>
          <a:lstStyle/>
          <a:p>
            <a:pPr rtl="0"/>
            <a:r>
              <a:rPr lang="pt-BR" sz="1600"/>
              <a:t>Ethernet Frames</a:t>
            </a:r>
            <a:br>
              <a:rPr lang="en-US" dirty="0"/>
            </a:br>
            <a:r>
              <a:rPr lang="pt-BR" sz="2400"/>
              <a:t>Lab - Use o Wireshark para examinar os quadros Ethernet</a:t>
            </a:r>
            <a:endParaRPr lang="pt-BR" sz="2400"/>
          </a:p>
        </p:txBody>
      </p:sp>
      <p:sp>
        <p:nvSpPr>
          <p:cNvPr id="8" name="Content Placeholder 7"/>
          <p:cNvSpPr>
            <a:spLocks noGrp="1"/>
          </p:cNvSpPr>
          <p:nvPr>
            <p:ph idx="1"/>
          </p:nvPr>
        </p:nvSpPr>
        <p:spPr>
          <a:xfrm>
            <a:off x="474662" y="731837"/>
            <a:ext cx="8280057" cy="3689897"/>
          </a:xfrm>
        </p:spPr>
        <p:txBody>
          <a:bodyPr/>
          <a:lstStyle/>
          <a:p>
            <a:pPr algn="l" rtl="0"/>
            <a:r>
              <a:rPr lang="pt-BR">
                <a:solidFill>
                  <a:srgbClr val="000000"/>
                </a:solidFill>
              </a:rPr>
              <a:t>Neste laboratório, você cumprirá os seguintes objetivos:</a:t>
            </a:r>
            <a:endParaRPr lang="pt-BR">
              <a:solidFill>
                <a:srgbClr val="000000"/>
              </a:solidFill>
            </a:endParaRPr>
          </a:p>
          <a:p>
            <a:pPr marL="342900" indent="-342900" algn="l" rtl="0">
              <a:buFont typeface="Arial" panose="020B0604020202020204" pitchFamily="34" charset="0"/>
              <a:buChar char="•"/>
            </a:pPr>
            <a:r>
              <a:rPr lang="pt-BR">
                <a:solidFill>
                  <a:srgbClr val="000000"/>
                </a:solidFill>
              </a:rPr>
              <a:t>Parte 1: Examinar os campos do cabeçalho de um quadro Ethernet II</a:t>
            </a:r>
            <a:endParaRPr lang="pt-BR">
              <a:solidFill>
                <a:srgbClr val="000000"/>
              </a:solidFill>
            </a:endParaRPr>
          </a:p>
          <a:p>
            <a:pPr marL="342900" indent="-342900" algn="l" rtl="0">
              <a:buFont typeface="Arial" panose="020B0604020202020204" pitchFamily="34" charset="0"/>
              <a:buChar char="•"/>
            </a:pPr>
            <a:r>
              <a:rPr lang="pt-BR">
                <a:solidFill>
                  <a:srgbClr val="000000"/>
                </a:solidFill>
              </a:rPr>
              <a:t>Parte 2: Usar o Wireshark para capturar e analisar quadros Ethernet</a:t>
            </a:r>
            <a:endParaRPr lang="pt-BR">
              <a:solidFill>
                <a:srgbClr val="000000"/>
              </a:solidFill>
            </a:endParaRPr>
          </a:p>
          <a:p>
            <a:pPr algn="l"/>
            <a:endParaRPr lang="en-US" dirty="0">
              <a:solidFill>
                <a:srgbClr val="000000"/>
              </a:solidFill>
            </a:endParaRPr>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416425" y="1788160"/>
            <a:ext cx="7848344" cy="929640"/>
          </a:xfrm>
        </p:spPr>
        <p:txBody>
          <a:bodyPr/>
          <a:lstStyle/>
          <a:p>
            <a:pPr rtl="0"/>
            <a:r>
              <a:rPr lang="pt-BR">
                <a:solidFill>
                  <a:schemeClr val="accent5">
                    <a:lumMod val="40000"/>
                    <a:lumOff val="60000"/>
                  </a:schemeClr>
                </a:solidFill>
              </a:rPr>
              <a:t>7.2 Endereço MAC Ethernet</a:t>
            </a:r>
            <a:endParaRPr lang="pt-BR">
              <a:solidFill>
                <a:schemeClr val="accent5">
                  <a:lumMod val="40000"/>
                  <a:lumOff val="60000"/>
                </a:schemeClr>
              </a:solidFill>
            </a:endParaRPr>
          </a:p>
        </p:txBody>
      </p:sp>
    </p:spTree>
    <p:custDataLst>
      <p:tags r:id="rId1"/>
    </p:custDataLst>
  </p:cSld>
  <p:clrMapOvr>
    <a:masterClrMapping/>
  </p:clrMapOvr>
  <p:transition spd="slow">
    <p:wipe/>
  </p:transition>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a:xfrm>
            <a:off x="0" y="31899"/>
            <a:ext cx="8345488" cy="731837"/>
          </a:xfrm>
        </p:spPr>
        <p:txBody>
          <a:bodyPr/>
          <a:lstStyle/>
          <a:p>
            <a:pPr rtl="0"/>
            <a:r>
              <a:rPr lang="pt-BR" sz="1600"/>
              <a:t>Endereços Ethernet MAC </a:t>
            </a:r>
            <a:br>
              <a:rPr lang="en-US" dirty="0"/>
            </a:br>
            <a:r>
              <a:rPr lang="pt-BR" sz="2400"/>
              <a:t>Endereços MAC e hexadecimal</a:t>
            </a:r>
            <a:endParaRPr lang="pt-BR" sz="2400"/>
          </a:p>
        </p:txBody>
      </p:sp>
      <p:sp>
        <p:nvSpPr>
          <p:cNvPr id="4" name="Content Placeholder 3"/>
          <p:cNvSpPr>
            <a:spLocks noGrp="1"/>
          </p:cNvSpPr>
          <p:nvPr>
            <p:ph idx="1"/>
          </p:nvPr>
        </p:nvSpPr>
        <p:spPr>
          <a:xfrm>
            <a:off x="431971" y="947738"/>
            <a:ext cx="8280057" cy="3073946"/>
          </a:xfrm>
        </p:spPr>
        <p:txBody>
          <a:bodyPr/>
          <a:lstStyle/>
          <a:p>
            <a:pPr marL="285750" indent="-285750" algn="l" rtl="0">
              <a:buFont typeface="Arial" panose="020B0604020202020204" pitchFamily="34" charset="0"/>
              <a:buChar char="•"/>
            </a:pPr>
            <a:r>
              <a:rPr lang="pt-BR" sz="1600">
                <a:solidFill>
                  <a:srgbClr val="000000"/>
                </a:solidFill>
              </a:rPr>
              <a:t>Um endereço MAC Ethernet consiste em um valor binário de 48 bits, expresso usando 12 valores hexadecimais.</a:t>
            </a:r>
            <a:endParaRPr lang="pt-BR" sz="1600">
              <a:solidFill>
                <a:srgbClr val="000000"/>
              </a:solidFill>
            </a:endParaRPr>
          </a:p>
          <a:p>
            <a:pPr marL="285750" indent="-285750" algn="l" rtl="0">
              <a:buFont typeface="Arial" panose="020B0604020202020204" pitchFamily="34" charset="0"/>
              <a:buChar char="•"/>
            </a:pPr>
            <a:r>
              <a:rPr lang="pt-BR" sz="1600">
                <a:solidFill>
                  <a:srgbClr val="000000"/>
                </a:solidFill>
              </a:rPr>
              <a:t>Dado que 8 bits (um byte) é um agrupamento binário comum, os binários 00000000 a 11111111 podem ser representados em hexadecimal como o intervalo de 00 a FF,</a:t>
            </a:r>
            <a:endParaRPr lang="pt-BR" sz="1600">
              <a:solidFill>
                <a:srgbClr val="000000"/>
              </a:solidFill>
            </a:endParaRPr>
          </a:p>
          <a:p>
            <a:pPr marL="285750" indent="-285750" algn="l" rtl="0">
              <a:buFont typeface="Arial" panose="020B0604020202020204" pitchFamily="34" charset="0"/>
              <a:buChar char="•"/>
            </a:pPr>
            <a:r>
              <a:rPr lang="pt-BR" sz="1600">
                <a:solidFill>
                  <a:srgbClr val="000000"/>
                </a:solidFill>
              </a:rPr>
              <a:t>Ao usar hexadecimal, os zeros à esquerda são sempre exibidos para concluir a representação de 8 bits. Por exemplo, o valor binário 0000 1010 é representado em hexadecimal como 0A.</a:t>
            </a:r>
            <a:endParaRPr lang="pt-BR" sz="1600">
              <a:solidFill>
                <a:srgbClr val="000000"/>
              </a:solidFill>
            </a:endParaRPr>
          </a:p>
          <a:p>
            <a:pPr marL="285750" indent="-285750" algn="l" rtl="0">
              <a:buFont typeface="Arial" panose="020B0604020202020204" pitchFamily="34" charset="0"/>
              <a:buChar char="•"/>
            </a:pPr>
            <a:r>
              <a:rPr lang="pt-BR" sz="1600">
                <a:solidFill>
                  <a:srgbClr val="000000"/>
                </a:solidFill>
              </a:rPr>
              <a:t>Números hexadecimais são frequentemente representados pelo valor precedido por </a:t>
            </a:r>
            <a:r>
              <a:rPr lang="pt-BR" sz="1600" b="1">
                <a:solidFill>
                  <a:srgbClr val="000000"/>
                </a:solidFill>
              </a:rPr>
              <a:t>0x</a:t>
            </a:r>
            <a:r>
              <a:rPr lang="pt-BR" sz="1600">
                <a:solidFill>
                  <a:srgbClr val="000000"/>
                </a:solidFill>
              </a:rPr>
              <a:t> (por exemplo, 0x73) para distinguir entre valores decimal e hexadecimais na documentação.</a:t>
            </a:r>
            <a:endParaRPr lang="pt-BR" sz="1600">
              <a:solidFill>
                <a:srgbClr val="000000"/>
              </a:solidFill>
            </a:endParaRPr>
          </a:p>
          <a:p>
            <a:pPr marL="285750" indent="-285750" algn="l" rtl="0">
              <a:buFont typeface="Arial" panose="020B0604020202020204" pitchFamily="34" charset="0"/>
              <a:buChar char="•"/>
            </a:pPr>
            <a:r>
              <a:rPr lang="pt-BR" sz="1600">
                <a:solidFill>
                  <a:srgbClr val="000000"/>
                </a:solidFill>
              </a:rPr>
              <a:t>O hexadecimal também pode ser representado por um subscript 16, ou o número hexadecimal seguido por um H (por exemplo, 73H).</a:t>
            </a:r>
            <a:endParaRPr lang="pt-BR" sz="1600">
              <a:solidFill>
                <a:srgbClr val="000000"/>
              </a:solidFill>
            </a:endParaRPr>
          </a:p>
          <a:p>
            <a:pPr marL="285750" indent="-285750" algn="l">
              <a:buFont typeface="Arial" panose="020B0604020202020204" pitchFamily="34" charset="0"/>
              <a:buChar char="•"/>
            </a:pPr>
            <a:endParaRPr lang="en-US" sz="1400" dirty="0">
              <a:solidFill>
                <a:srgbClr val="000000"/>
              </a:solidFill>
            </a:endParaRPr>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a:xfrm>
            <a:off x="0" y="31899"/>
            <a:ext cx="8345488" cy="731837"/>
          </a:xfrm>
        </p:spPr>
        <p:txBody>
          <a:bodyPr/>
          <a:lstStyle/>
          <a:p>
            <a:pPr rtl="0"/>
            <a:r>
              <a:rPr lang="pt-BR" sz="1600"/>
              <a:t>Endereços Ethernet MAC </a:t>
            </a:r>
            <a:br>
              <a:rPr lang="en-US" dirty="0"/>
            </a:br>
            <a:r>
              <a:rPr lang="pt-BR" sz="2400"/>
              <a:t>Endereços MAC da Ethernet</a:t>
            </a:r>
            <a:endParaRPr lang="pt-BR" sz="2400"/>
          </a:p>
        </p:txBody>
      </p:sp>
      <p:sp>
        <p:nvSpPr>
          <p:cNvPr id="4" name="Content Placeholder 3"/>
          <p:cNvSpPr>
            <a:spLocks noGrp="1"/>
          </p:cNvSpPr>
          <p:nvPr>
            <p:ph idx="1"/>
          </p:nvPr>
        </p:nvSpPr>
        <p:spPr>
          <a:xfrm>
            <a:off x="474662" y="679622"/>
            <a:ext cx="8280057" cy="2458214"/>
          </a:xfrm>
        </p:spPr>
        <p:txBody>
          <a:bodyPr/>
          <a:lstStyle/>
          <a:p>
            <a:pPr marL="285750" indent="-285750" algn="l" rtl="0">
              <a:buFont typeface="Arial" panose="020B0604020202020204" pitchFamily="34" charset="0"/>
              <a:buChar char="•"/>
            </a:pPr>
            <a:r>
              <a:rPr lang="pt-BR" sz="1500">
                <a:solidFill>
                  <a:srgbClr val="000000"/>
                </a:solidFill>
              </a:rPr>
              <a:t>Em uma LAN Ethernet, todos os dispositivos de rede estão conectados à mesma mídia compartilhada. O MAC endereçável selecionou um método para identificar o dispositivo na camada de dados de dados do modelo OSI.</a:t>
            </a:r>
            <a:endParaRPr lang="pt-BR" sz="1500">
              <a:solidFill>
                <a:srgbClr val="000000"/>
              </a:solidFill>
            </a:endParaRPr>
          </a:p>
          <a:p>
            <a:pPr marL="285750" indent="-285750" algn="l" rtl="0">
              <a:buFont typeface="Arial" panose="020B0604020202020204" pitchFamily="34" charset="0"/>
              <a:buChar char="•"/>
            </a:pPr>
            <a:r>
              <a:rPr lang="pt-BR" sz="1500">
                <a:solidFill>
                  <a:srgbClr val="000000"/>
                </a:solidFill>
              </a:rPr>
              <a:t>Um endereço MAC Ethernet é um endereço de 48 bits expresso usando 12 dígitos hexadecimais. Como um byte é igual a 8 bits, também podemos dizer que um endereço MAC tem 6 bytes de comprimento.</a:t>
            </a:r>
            <a:endParaRPr lang="pt-BR" sz="1500">
              <a:solidFill>
                <a:srgbClr val="000000"/>
              </a:solidFill>
            </a:endParaRPr>
          </a:p>
          <a:p>
            <a:pPr marL="285750" indent="-285750" algn="l" rtl="0">
              <a:buFont typeface="Arial" panose="020B0604020202020204" pitchFamily="34" charset="0"/>
              <a:buChar char="•"/>
            </a:pPr>
            <a:r>
              <a:rPr lang="pt-BR" sz="1500">
                <a:solidFill>
                  <a:srgbClr val="000000"/>
                </a:solidFill>
              </a:rPr>
              <a:t>Todos os endereços MAC devem ser exclusivos do dispositivo Ethernet ou da interface Ethernet. Para garantir isso, todos os fornecedores que vendem dispositivos Ethernet devem se registrar no IEEE para obter um código hexadecimal exclusivo de 6 (ou seja, 24 bits ou 3 bytes) chamado identificador exclusivo organizacionalmente (OUI).</a:t>
            </a:r>
            <a:endParaRPr lang="pt-BR" sz="1500">
              <a:solidFill>
                <a:srgbClr val="000000"/>
              </a:solidFill>
            </a:endParaRPr>
          </a:p>
          <a:p>
            <a:pPr marL="285750" indent="-285750" algn="l" rtl="0">
              <a:buFont typeface="Arial" panose="020B0604020202020204" pitchFamily="34" charset="0"/>
              <a:buChar char="•"/>
            </a:pPr>
            <a:r>
              <a:rPr lang="pt-BR" sz="1500">
                <a:solidFill>
                  <a:srgbClr val="000000"/>
                </a:solidFill>
              </a:rPr>
              <a:t>Um endereço MAC Ethernet consiste em um código OUI de 6 fornecedor hexadecimal seguido de um 6 valor hexadecimal atribuído ao fornecedor.</a:t>
            </a:r>
            <a:endParaRPr lang="pt-BR" sz="1500">
              <a:solidFill>
                <a:srgbClr val="000000"/>
              </a:solidFill>
            </a:endParaRPr>
          </a:p>
          <a:p>
            <a:pPr marL="342900" indent="-342900" algn="l">
              <a:buFont typeface="Arial" panose="020B0604020202020204" pitchFamily="34" charset="0"/>
              <a:buChar char="•"/>
            </a:pPr>
            <a:endParaRPr lang="en-US" sz="1400" dirty="0">
              <a:solidFill>
                <a:srgbClr val="000000"/>
              </a:solidFill>
            </a:endParaRPr>
          </a:p>
        </p:txBody>
      </p:sp>
      <p:pic>
        <p:nvPicPr>
          <p:cNvPr id="5" name="Picture 4"/>
          <p:cNvPicPr>
            <a:picLocks noChangeAspect="1"/>
          </p:cNvPicPr>
          <p:nvPr/>
        </p:nvPicPr>
        <p:blipFill>
          <a:blip r:embed="rId1"/>
          <a:stretch>
            <a:fillRect/>
          </a:stretch>
        </p:blipFill>
        <p:spPr>
          <a:xfrm>
            <a:off x="1192720" y="3538884"/>
            <a:ext cx="6762015" cy="1638277"/>
          </a:xfrm>
          <a:prstGeom prst="rect">
            <a:avLst/>
          </a:prstGeom>
        </p:spPr>
      </p:pic>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a:xfrm>
            <a:off x="0" y="31899"/>
            <a:ext cx="8345488" cy="731837"/>
          </a:xfrm>
        </p:spPr>
        <p:txBody>
          <a:bodyPr/>
          <a:lstStyle/>
          <a:p>
            <a:pPr rtl="0"/>
            <a:r>
              <a:rPr lang="pt-BR" sz="1600"/>
              <a:t>Endereços Ethernet MAC </a:t>
            </a:r>
            <a:br>
              <a:rPr lang="en-US" dirty="0"/>
            </a:br>
            <a:r>
              <a:rPr lang="pt-BR" sz="2400"/>
              <a:t>Processamento de Quadros</a:t>
            </a:r>
            <a:endParaRPr lang="pt-BR" sz="2400"/>
          </a:p>
        </p:txBody>
      </p:sp>
      <p:sp>
        <p:nvSpPr>
          <p:cNvPr id="4" name="Content Placeholder 3"/>
          <p:cNvSpPr>
            <a:spLocks noGrp="1"/>
          </p:cNvSpPr>
          <p:nvPr>
            <p:ph idx="1"/>
          </p:nvPr>
        </p:nvSpPr>
        <p:spPr>
          <a:xfrm>
            <a:off x="238125" y="763736"/>
            <a:ext cx="5211206" cy="3657998"/>
          </a:xfrm>
        </p:spPr>
        <p:txBody>
          <a:bodyPr/>
          <a:lstStyle/>
          <a:p>
            <a:pPr marL="285750" indent="-285750" algn="l" rtl="0">
              <a:buFont typeface="Arial" panose="020B0604020202020204" pitchFamily="34" charset="0"/>
              <a:buChar char="•"/>
            </a:pPr>
            <a:r>
              <a:rPr lang="pt-BR" sz="1400">
                <a:solidFill>
                  <a:srgbClr val="000000"/>
                </a:solidFill>
              </a:rPr>
              <a:t>Quando um dispositivo está encaminhando uma mensagem para uma rede Ethernet, o cabeçalho Ethernet inclui um endereço MAC de origem e um endereço MAC de destino.</a:t>
            </a:r>
            <a:endParaRPr lang="pt-BR" sz="1400">
              <a:solidFill>
                <a:srgbClr val="000000"/>
              </a:solidFill>
            </a:endParaRPr>
          </a:p>
          <a:p>
            <a:pPr marL="285750" indent="-285750" algn="l" rtl="0">
              <a:buFont typeface="Arial" panose="020B0604020202020204" pitchFamily="34" charset="0"/>
              <a:buChar char="•"/>
            </a:pPr>
            <a:r>
              <a:rPr lang="pt-BR" sz="1400">
                <a:solidFill>
                  <a:srgbClr val="000000"/>
                </a:solidFill>
              </a:rPr>
              <a:t>Quando uma NIC recebe um quadro Ethernet, examina o endereço MAC de destino para verificar se corresponde ao endereço MAC físico armazenado na RAM. Se não houver correspondência, o dispositivo descartará o quadro. Caso haja, ele passará o quadro para cima nas camadas OSI, onde o processo de desencapsulamento ocorre.</a:t>
            </a:r>
            <a:endParaRPr lang="pt-BR" sz="1400">
              <a:solidFill>
                <a:srgbClr val="000000"/>
              </a:solidFill>
            </a:endParaRPr>
          </a:p>
          <a:p>
            <a:pPr marL="73025" lvl="1" indent="0" rtl="0">
              <a:buNone/>
            </a:pPr>
            <a:r>
              <a:rPr lang="pt-BR" sz="1200" b="1">
                <a:solidFill>
                  <a:srgbClr val="000000"/>
                </a:solidFill>
              </a:rPr>
              <a:t>Nota</a:t>
            </a:r>
            <a:r>
              <a:rPr lang="pt-BR" sz="1200">
                <a:solidFill>
                  <a:srgbClr val="000000"/>
                </a:solidFill>
              </a:rPr>
              <a:t>: As NICs Ethernet também aceitarão quadros se o endereço MAC de destino for uma transmissão ou um grupo multicast do qual o host seja membro.</a:t>
            </a:r>
            <a:endParaRPr lang="pt-BR" sz="1200">
              <a:solidFill>
                <a:srgbClr val="000000"/>
              </a:solidFill>
            </a:endParaRPr>
          </a:p>
          <a:p>
            <a:pPr marL="285750" indent="-285750" algn="l" rtl="0">
              <a:buFont typeface="Arial" panose="020B0604020202020204" pitchFamily="34" charset="0"/>
              <a:buChar char="•"/>
            </a:pPr>
            <a:r>
              <a:rPr lang="pt-BR" sz="1400">
                <a:solidFill>
                  <a:srgbClr val="000000"/>
                </a:solidFill>
              </a:rPr>
              <a:t>Qualquer dispositivo que seja a origem ou o destino de um quadro Ethernet terá uma NIC Ethernet e, portanto, um endereço MAC. Isso inclui estações de trabalho, servidores, impressoras, dispositivos móveis e roteadores.</a:t>
            </a:r>
            <a:endParaRPr lang="pt-BR" sz="1400">
              <a:solidFill>
                <a:srgbClr val="000000"/>
              </a:solidFill>
            </a:endParaRPr>
          </a:p>
          <a:p>
            <a:pPr marL="285750" indent="-285750" algn="l">
              <a:buFont typeface="Arial" panose="020B0604020202020204" pitchFamily="34" charset="0"/>
              <a:buChar char="•"/>
            </a:pPr>
            <a:endParaRPr lang="en-US" sz="1400" dirty="0">
              <a:solidFill>
                <a:srgbClr val="000000"/>
              </a:solidFill>
            </a:endParaRPr>
          </a:p>
        </p:txBody>
      </p:sp>
      <p:pic>
        <p:nvPicPr>
          <p:cNvPr id="5" name="Picture 4"/>
          <p:cNvPicPr>
            <a:picLocks noChangeAspect="1"/>
          </p:cNvPicPr>
          <p:nvPr/>
        </p:nvPicPr>
        <p:blipFill>
          <a:blip r:embed="rId1"/>
          <a:stretch>
            <a:fillRect/>
          </a:stretch>
        </p:blipFill>
        <p:spPr>
          <a:xfrm>
            <a:off x="5341684" y="1144544"/>
            <a:ext cx="3677394" cy="2409568"/>
          </a:xfrm>
          <a:prstGeom prst="rect">
            <a:avLst/>
          </a:prstGeom>
        </p:spPr>
      </p:pic>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a:xfrm>
            <a:off x="0" y="31899"/>
            <a:ext cx="8345488" cy="731837"/>
          </a:xfrm>
        </p:spPr>
        <p:txBody>
          <a:bodyPr/>
          <a:lstStyle/>
          <a:p>
            <a:pPr rtl="0"/>
            <a:r>
              <a:rPr lang="pt-BR" sz="1600"/>
              <a:t>Endereços Ethernet MAC </a:t>
            </a:r>
            <a:br>
              <a:rPr lang="en-US" dirty="0"/>
            </a:br>
            <a:r>
              <a:rPr lang="pt-BR" sz="2400"/>
              <a:t>Endereços MAC unicast</a:t>
            </a:r>
            <a:endParaRPr lang="pt-BR" sz="2400"/>
          </a:p>
        </p:txBody>
      </p:sp>
      <p:sp>
        <p:nvSpPr>
          <p:cNvPr id="4" name="Content Placeholder 3"/>
          <p:cNvSpPr>
            <a:spLocks noGrp="1"/>
          </p:cNvSpPr>
          <p:nvPr>
            <p:ph idx="1"/>
          </p:nvPr>
        </p:nvSpPr>
        <p:spPr>
          <a:xfrm>
            <a:off x="277984" y="763736"/>
            <a:ext cx="3894760" cy="3618545"/>
          </a:xfrm>
        </p:spPr>
        <p:txBody>
          <a:bodyPr lIns="91420" tIns="45710" rIns="91420" bIns="45710" anchor="t">
            <a:noAutofit/>
          </a:bodyPr>
          <a:lstStyle/>
          <a:p>
            <a:pPr marL="0" indent="0" algn="l" rtl="0"/>
            <a:r>
              <a:rPr lang="pt-BR" sz="1200">
                <a:solidFill>
                  <a:srgbClr val="000000"/>
                </a:solidFill>
                <a:ea typeface="MS PGothic"/>
              </a:rPr>
              <a:t>Na Ethernet, são utilizados diferentes endereços MAC para comunicação unicast, broadcast e multicast da Camada 2.</a:t>
            </a:r>
            <a:endParaRPr lang="pt-BR" sz="1200">
              <a:solidFill>
                <a:srgbClr val="000000"/>
              </a:solidFill>
              <a:ea typeface="MS PGothic"/>
            </a:endParaRPr>
          </a:p>
          <a:p>
            <a:pPr marL="342900" indent="-342900" algn="l" rtl="0">
              <a:buFont typeface="Arial" panose="020B0604020202020204" pitchFamily="34" charset="0"/>
              <a:buChar char="•"/>
            </a:pPr>
            <a:r>
              <a:rPr lang="pt-BR" sz="1200">
                <a:solidFill>
                  <a:srgbClr val="000000"/>
                </a:solidFill>
                <a:ea typeface="MS PGothic"/>
              </a:rPr>
              <a:t>Um endereço MAC de unicast é o endereço exclusivo usado quando um quadro é enviado de um único dispositivo de transmissão para um único dispositivo de destino.</a:t>
            </a:r>
            <a:endParaRPr lang="pt-BR" sz="1200">
              <a:solidFill>
                <a:srgbClr val="000000"/>
              </a:solidFill>
              <a:ea typeface="MS PGothic"/>
            </a:endParaRPr>
          </a:p>
          <a:p>
            <a:pPr marL="342900" indent="-342900" algn="l" rtl="0">
              <a:buFont typeface="Arial" panose="020B0604020202020204" pitchFamily="34" charset="0"/>
              <a:buChar char="•"/>
            </a:pPr>
            <a:r>
              <a:rPr lang="pt-BR" sz="1200">
                <a:solidFill>
                  <a:srgbClr val="000000"/>
                </a:solidFill>
                <a:ea typeface="MS PGothic"/>
              </a:rPr>
              <a:t>O processo que um host de origem usa para determinar o endereço MAC de destino associado a um endereço IPv4 é conhecido como ARP (Address Resolution Protocol). O processo que um host de origem usa para determinar o endereço MAC de destino associado a um endereço IPv6 é conhecido como ND (Neighbour Discovery Discovery).</a:t>
            </a:r>
            <a:endParaRPr lang="pt-BR" sz="1200">
              <a:solidFill>
                <a:srgbClr val="000000"/>
              </a:solidFill>
              <a:ea typeface="MS PGothic"/>
            </a:endParaRPr>
          </a:p>
          <a:p>
            <a:pPr marL="0" indent="0" algn="l" rtl="0"/>
            <a:r>
              <a:rPr lang="pt-BR" sz="1200" b="1">
                <a:solidFill>
                  <a:srgbClr val="000000"/>
                </a:solidFill>
                <a:ea typeface="MS PGothic"/>
              </a:rPr>
              <a:t>Nota</a:t>
            </a:r>
            <a:r>
              <a:rPr lang="pt-BR" sz="1200">
                <a:solidFill>
                  <a:srgbClr val="000000"/>
                </a:solidFill>
                <a:ea typeface="MS PGothic"/>
              </a:rPr>
              <a:t>: O endereço MAC de origem deve sempre ser um unicast.</a:t>
            </a:r>
            <a:endParaRPr lang="pt-BR" sz="1200">
              <a:solidFill>
                <a:srgbClr val="000000"/>
              </a:solidFill>
              <a:ea typeface="MS PGothic"/>
            </a:endParaRPr>
          </a:p>
          <a:p>
            <a:pPr marL="0" indent="0" algn="l"/>
            <a:endParaRPr lang="en-US" sz="1200" dirty="0">
              <a:solidFill>
                <a:srgbClr val="000000"/>
              </a:solidFill>
            </a:endParaRPr>
          </a:p>
        </p:txBody>
      </p:sp>
      <p:pic>
        <p:nvPicPr>
          <p:cNvPr id="5" name="Picture 4"/>
          <p:cNvPicPr>
            <a:picLocks noChangeAspect="1"/>
          </p:cNvPicPr>
          <p:nvPr/>
        </p:nvPicPr>
        <p:blipFill>
          <a:blip r:embed="rId1"/>
          <a:stretch>
            <a:fillRect/>
          </a:stretch>
        </p:blipFill>
        <p:spPr>
          <a:xfrm>
            <a:off x="4369422" y="1103606"/>
            <a:ext cx="4418615" cy="2936287"/>
          </a:xfrm>
          <a:prstGeom prst="rect">
            <a:avLst/>
          </a:prstGeom>
        </p:spPr>
      </p:pic>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a:xfrm>
            <a:off x="0" y="31899"/>
            <a:ext cx="8345488" cy="731837"/>
          </a:xfrm>
        </p:spPr>
        <p:txBody>
          <a:bodyPr/>
          <a:lstStyle/>
          <a:p>
            <a:pPr rtl="0"/>
            <a:r>
              <a:rPr lang="pt-BR" sz="1600"/>
              <a:t>Endereços Ethernet MAC </a:t>
            </a:r>
            <a:br>
              <a:rPr lang="en-US" dirty="0"/>
            </a:br>
            <a:r>
              <a:rPr lang="pt-BR" sz="2400"/>
              <a:t>Endereços MAC broadcast</a:t>
            </a:r>
            <a:endParaRPr lang="pt-BR" sz="2400"/>
          </a:p>
        </p:txBody>
      </p:sp>
      <p:sp>
        <p:nvSpPr>
          <p:cNvPr id="4" name="Content Placeholder 3"/>
          <p:cNvSpPr>
            <a:spLocks noGrp="1"/>
          </p:cNvSpPr>
          <p:nvPr>
            <p:ph idx="1"/>
          </p:nvPr>
        </p:nvSpPr>
        <p:spPr>
          <a:xfrm>
            <a:off x="474662" y="763736"/>
            <a:ext cx="4488452" cy="3657998"/>
          </a:xfrm>
        </p:spPr>
        <p:txBody>
          <a:bodyPr/>
          <a:lstStyle/>
          <a:p>
            <a:pPr marL="0" indent="0" algn="l" rtl="0"/>
            <a:r>
              <a:rPr lang="pt-BR" sz="1500">
                <a:solidFill>
                  <a:srgbClr val="000000"/>
                </a:solidFill>
              </a:rPr>
              <a:t>Um quadro de transmissão Ethernet é recebido e processado por cada dispositivo na LAN Ethernet. Os recursos de uma transmissão Ethernet são os seguintes:</a:t>
            </a:r>
            <a:endParaRPr lang="pt-BR" sz="1500">
              <a:solidFill>
                <a:srgbClr val="000000"/>
              </a:solidFill>
            </a:endParaRPr>
          </a:p>
          <a:p>
            <a:pPr marL="285750" indent="-285750" algn="l" rtl="0">
              <a:buFont typeface="Arial" panose="020B0604020202020204" pitchFamily="34" charset="0"/>
              <a:buChar char="•"/>
            </a:pPr>
            <a:r>
              <a:rPr lang="pt-BR" sz="1500">
                <a:solidFill>
                  <a:srgbClr val="000000"/>
                </a:solidFill>
              </a:rPr>
              <a:t>Possui um endereço MAC de destino de FF-FF-FF-FF-FF-FF em hexadecimal (48 endereços em binário).</a:t>
            </a:r>
            <a:endParaRPr lang="pt-BR" sz="1500">
              <a:solidFill>
                <a:srgbClr val="000000"/>
              </a:solidFill>
            </a:endParaRPr>
          </a:p>
          <a:p>
            <a:pPr marL="285750" indent="-285750" algn="l" rtl="0">
              <a:buFont typeface="Arial" panose="020B0604020202020204" pitchFamily="34" charset="0"/>
              <a:buChar char="•"/>
            </a:pPr>
            <a:r>
              <a:rPr lang="pt-BR" sz="1500">
                <a:solidFill>
                  <a:srgbClr val="000000"/>
                </a:solidFill>
              </a:rPr>
              <a:t>É inundada todas as portas de switch Ethernet, exceto a porta de entrada. Ele não é encaminhado por um roteador.</a:t>
            </a:r>
            <a:endParaRPr lang="pt-BR" sz="1500">
              <a:solidFill>
                <a:srgbClr val="000000"/>
              </a:solidFill>
            </a:endParaRPr>
          </a:p>
          <a:p>
            <a:pPr marL="285750" indent="-285750" algn="l" rtl="0">
              <a:buFont typeface="Arial" panose="020B0604020202020204" pitchFamily="34" charset="0"/>
              <a:buChar char="•"/>
            </a:pPr>
            <a:r>
              <a:rPr lang="pt-BR" sz="1500">
                <a:solidFill>
                  <a:srgbClr val="000000"/>
                </a:solidFill>
              </a:rPr>
              <a:t>Se os dados encapsulados forem um pacote de transmissão IPv4, isso significa que o pacote contém um endereço IPv4 de destino que possui todos os 1s na parte do host. Essa numeração no endereço significa que todos os hosts naquela rede local (domínio de broadcast) receberão e processarão o pacote.</a:t>
            </a:r>
            <a:endParaRPr lang="pt-BR" sz="1500">
              <a:solidFill>
                <a:srgbClr val="000000"/>
              </a:solidFill>
            </a:endParaRPr>
          </a:p>
          <a:p>
            <a:pPr marL="0" indent="0" algn="l"/>
            <a:endParaRPr lang="en-US" sz="1400" dirty="0">
              <a:solidFill>
                <a:srgbClr val="000000"/>
              </a:solidFill>
            </a:endParaRPr>
          </a:p>
        </p:txBody>
      </p:sp>
      <p:pic>
        <p:nvPicPr>
          <p:cNvPr id="5" name="Picture 4"/>
          <p:cNvPicPr>
            <a:picLocks noChangeAspect="1"/>
          </p:cNvPicPr>
          <p:nvPr/>
        </p:nvPicPr>
        <p:blipFill>
          <a:blip r:embed="rId1"/>
          <a:stretch>
            <a:fillRect/>
          </a:stretch>
        </p:blipFill>
        <p:spPr>
          <a:xfrm>
            <a:off x="4963114" y="1112109"/>
            <a:ext cx="4012722" cy="2609226"/>
          </a:xfrm>
          <a:prstGeom prst="rect">
            <a:avLst/>
          </a:prstGeom>
        </p:spPr>
      </p:pic>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a:xfrm>
            <a:off x="0" y="31899"/>
            <a:ext cx="8345488" cy="731837"/>
          </a:xfrm>
        </p:spPr>
        <p:txBody>
          <a:bodyPr/>
          <a:lstStyle/>
          <a:p>
            <a:pPr rtl="0"/>
            <a:r>
              <a:rPr lang="pt-BR" sz="1600"/>
              <a:t>Endereços Ethernet MAC </a:t>
            </a:r>
            <a:br>
              <a:rPr lang="en-US" dirty="0"/>
            </a:br>
            <a:r>
              <a:rPr lang="pt-BR" sz="2400"/>
              <a:t>Endereços MAC Multicast</a:t>
            </a:r>
            <a:endParaRPr lang="pt-BR" sz="2400"/>
          </a:p>
        </p:txBody>
      </p:sp>
      <p:sp>
        <p:nvSpPr>
          <p:cNvPr id="4" name="Content Placeholder 3"/>
          <p:cNvSpPr>
            <a:spLocks noGrp="1"/>
          </p:cNvSpPr>
          <p:nvPr>
            <p:ph idx="1"/>
          </p:nvPr>
        </p:nvSpPr>
        <p:spPr>
          <a:xfrm>
            <a:off x="133350" y="763735"/>
            <a:ext cx="5038725" cy="3836839"/>
          </a:xfrm>
        </p:spPr>
        <p:txBody>
          <a:bodyPr/>
          <a:lstStyle/>
          <a:p>
            <a:pPr marL="0" indent="0" algn="l" rtl="0"/>
            <a:r>
              <a:rPr lang="pt-BR" sz="1200">
                <a:solidFill>
                  <a:srgbClr val="000000"/>
                </a:solidFill>
              </a:rPr>
              <a:t>Um quadro de multicast Ethernet é recebido e processado por um grupo de dispositivos que pertencem ao mesmo grupo de multicast. </a:t>
            </a:r>
            <a:endParaRPr lang="pt-BR" sz="1200">
              <a:solidFill>
                <a:srgbClr val="000000"/>
              </a:solidFill>
            </a:endParaRPr>
          </a:p>
          <a:p>
            <a:pPr marL="285750" indent="-285750" algn="l" rtl="0">
              <a:buFont typeface="Arial" panose="020B0604020202020204" pitchFamily="34" charset="0"/>
              <a:buChar char="•"/>
            </a:pPr>
            <a:r>
              <a:rPr lang="pt-BR" sz="1300">
                <a:solidFill>
                  <a:srgbClr val="000000"/>
                </a:solidFill>
              </a:rPr>
              <a:t>Há um endereço MAC de destino 01-00-5E quando os dados encapsulados são um pacote multicast IPv4 e um endereço MAC de destino de 33-33 quando os dados encapsulados são um pacote multicast IPv6.</a:t>
            </a:r>
            <a:endParaRPr lang="pt-BR" sz="1300">
              <a:solidFill>
                <a:srgbClr val="000000"/>
              </a:solidFill>
            </a:endParaRPr>
          </a:p>
          <a:p>
            <a:pPr marL="285750" indent="-285750" algn="l" rtl="0">
              <a:buFont typeface="Arial" panose="020B0604020202020204" pitchFamily="34" charset="0"/>
              <a:buChar char="•"/>
            </a:pPr>
            <a:r>
              <a:rPr lang="pt-BR" sz="1300">
                <a:solidFill>
                  <a:srgbClr val="000000"/>
                </a:solidFill>
              </a:rPr>
              <a:t>Há outros endereços MAC de destino multicast reservados para quando os dados encapsulados não são IP, como Spanning Tree Protocol (STP).</a:t>
            </a:r>
            <a:endParaRPr lang="pt-BR" sz="1300">
              <a:solidFill>
                <a:srgbClr val="000000"/>
              </a:solidFill>
            </a:endParaRPr>
          </a:p>
          <a:p>
            <a:pPr marL="285750" indent="-285750" algn="l" rtl="0">
              <a:buFont typeface="Arial" panose="020B0604020202020204" pitchFamily="34" charset="0"/>
              <a:buChar char="•"/>
            </a:pPr>
            <a:r>
              <a:rPr lang="pt-BR" sz="1300">
                <a:solidFill>
                  <a:srgbClr val="000000"/>
                </a:solidFill>
              </a:rPr>
              <a:t>É inundada todas as portas de switch Ethernet, exceto a porta de entrada, a menos que o switch esteja configurado para espionagem multicast. Ele não é encaminhado por um roteador, a menos que o roteador esteja configurado para rotear pacotes multicast.</a:t>
            </a:r>
            <a:endParaRPr lang="pt-BR" sz="1300">
              <a:solidFill>
                <a:srgbClr val="000000"/>
              </a:solidFill>
            </a:endParaRPr>
          </a:p>
          <a:p>
            <a:pPr marL="285750" indent="-285750" algn="l" rtl="0">
              <a:buFont typeface="Arial" panose="020B0604020202020204" pitchFamily="34" charset="0"/>
              <a:buChar char="•"/>
            </a:pPr>
            <a:r>
              <a:rPr lang="pt-BR" sz="1300">
                <a:solidFill>
                  <a:srgbClr val="000000"/>
                </a:solidFill>
              </a:rPr>
              <a:t>Como os endereços multicast representam um grupo de endereços (às vezes chamado de grupo de hosts), eles só podem ser utilizados como destino de um pacote. A origem sempre será um endereço unicast.</a:t>
            </a:r>
            <a:endParaRPr lang="pt-BR" sz="1300">
              <a:solidFill>
                <a:srgbClr val="000000"/>
              </a:solidFill>
            </a:endParaRPr>
          </a:p>
          <a:p>
            <a:pPr marL="285750" indent="-285750" algn="l" rtl="0">
              <a:buFont typeface="Arial" panose="020B0604020202020204" pitchFamily="34" charset="0"/>
              <a:buChar char="•"/>
            </a:pPr>
            <a:r>
              <a:rPr lang="pt-BR" sz="1300">
                <a:solidFill>
                  <a:srgbClr val="000000"/>
                </a:solidFill>
              </a:rPr>
              <a:t>Assim como nos endereços unicast e broadcast, o endereço IP multicast requer um endereço MAC multicast correspondente.</a:t>
            </a:r>
            <a:endParaRPr lang="pt-BR" sz="1300">
              <a:solidFill>
                <a:srgbClr val="000000"/>
              </a:solidFill>
            </a:endParaRPr>
          </a:p>
        </p:txBody>
      </p:sp>
      <p:pic>
        <p:nvPicPr>
          <p:cNvPr id="5" name="Picture 4"/>
          <p:cNvPicPr>
            <a:picLocks noChangeAspect="1"/>
          </p:cNvPicPr>
          <p:nvPr/>
        </p:nvPicPr>
        <p:blipFill>
          <a:blip r:embed="rId1"/>
          <a:stretch>
            <a:fillRect/>
          </a:stretch>
        </p:blipFill>
        <p:spPr>
          <a:xfrm>
            <a:off x="5305425" y="1211367"/>
            <a:ext cx="3607544" cy="2481290"/>
          </a:xfrm>
          <a:prstGeom prst="rect">
            <a:avLst/>
          </a:prstGeom>
        </p:spPr>
      </p:pic>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a:xfrm>
            <a:off x="0" y="105168"/>
            <a:ext cx="8345488" cy="731837"/>
          </a:xfrm>
        </p:spPr>
        <p:txBody>
          <a:bodyPr/>
          <a:lstStyle/>
          <a:p>
            <a:pPr rtl="0"/>
            <a:r>
              <a:rPr lang="pt-BR" sz="1600"/>
              <a:t>Endereços Ethernet MAC </a:t>
            </a:r>
            <a:br>
              <a:rPr lang="en-US" dirty="0"/>
            </a:br>
            <a:r>
              <a:rPr lang="pt-BR" sz="2400"/>
              <a:t>Laboratório – Exibição de endereços MAC de dispositivos de rede</a:t>
            </a:r>
            <a:endParaRPr lang="pt-BR" sz="2400"/>
          </a:p>
        </p:txBody>
      </p:sp>
      <p:sp>
        <p:nvSpPr>
          <p:cNvPr id="4" name="Content Placeholder 3"/>
          <p:cNvSpPr>
            <a:spLocks noGrp="1"/>
          </p:cNvSpPr>
          <p:nvPr>
            <p:ph idx="1"/>
          </p:nvPr>
        </p:nvSpPr>
        <p:spPr>
          <a:xfrm>
            <a:off x="224406" y="837649"/>
            <a:ext cx="8280057" cy="3073946"/>
          </a:xfrm>
        </p:spPr>
        <p:txBody>
          <a:bodyPr/>
          <a:lstStyle/>
          <a:p>
            <a:pPr algn="l" rtl="0"/>
            <a:r>
              <a:rPr lang="pt-BR">
                <a:solidFill>
                  <a:srgbClr val="000000"/>
                </a:solidFill>
              </a:rPr>
              <a:t>Neste laboratório, você cumprirá os seguintes objetivos:</a:t>
            </a:r>
            <a:endParaRPr lang="pt-BR">
              <a:solidFill>
                <a:srgbClr val="000000"/>
              </a:solidFill>
            </a:endParaRPr>
          </a:p>
          <a:p>
            <a:pPr marL="342900" indent="-342900" algn="l" rtl="0">
              <a:buFont typeface="Arial" panose="020B0604020202020204" pitchFamily="34" charset="0"/>
              <a:buChar char="•"/>
            </a:pPr>
            <a:r>
              <a:rPr lang="pt-BR">
                <a:solidFill>
                  <a:srgbClr val="000000"/>
                </a:solidFill>
              </a:rPr>
              <a:t>Parte 1: Configurar a Topologia e Inicializar os Dispositivos</a:t>
            </a:r>
            <a:endParaRPr lang="pt-BR">
              <a:solidFill>
                <a:srgbClr val="000000"/>
              </a:solidFill>
            </a:endParaRPr>
          </a:p>
          <a:p>
            <a:pPr marL="342900" indent="-342900" algn="l" rtl="0">
              <a:buFont typeface="Arial" panose="020B0604020202020204" pitchFamily="34" charset="0"/>
              <a:buChar char="•"/>
            </a:pPr>
            <a:r>
              <a:rPr lang="pt-BR">
                <a:solidFill>
                  <a:srgbClr val="000000"/>
                </a:solidFill>
              </a:rPr>
              <a:t>Parte 2: Configurar dispositivos e verificar a conectividade</a:t>
            </a:r>
            <a:endParaRPr lang="pt-BR">
              <a:solidFill>
                <a:srgbClr val="000000"/>
              </a:solidFill>
            </a:endParaRPr>
          </a:p>
          <a:p>
            <a:pPr marL="342900" indent="-342900" algn="l" rtl="0">
              <a:buFont typeface="Arial" panose="020B0604020202020204" pitchFamily="34" charset="0"/>
              <a:buChar char="•"/>
            </a:pPr>
            <a:r>
              <a:rPr lang="pt-BR">
                <a:solidFill>
                  <a:srgbClr val="000000"/>
                </a:solidFill>
              </a:rPr>
              <a:t>Parte 3: Exibir, descrever e analisar endereços MAC Ethernet</a:t>
            </a:r>
            <a:endParaRPr lang="pt-BR">
              <a:solidFill>
                <a:srgbClr val="000000"/>
              </a:solidFill>
            </a:endParaRPr>
          </a:p>
          <a:p>
            <a:pPr algn="l"/>
            <a:endParaRPr lang="en-US" dirty="0">
              <a:solidFill>
                <a:srgbClr val="000000"/>
              </a:solidFill>
            </a:endParaRPr>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416425" y="1788160"/>
            <a:ext cx="7848344" cy="929640"/>
          </a:xfrm>
        </p:spPr>
        <p:txBody>
          <a:bodyPr/>
          <a:lstStyle/>
          <a:p>
            <a:pPr rtl="0"/>
            <a:r>
              <a:rPr lang="pt-BR">
                <a:solidFill>
                  <a:schemeClr val="accent5">
                    <a:lumMod val="40000"/>
                    <a:lumOff val="60000"/>
                  </a:schemeClr>
                </a:solidFill>
              </a:rPr>
              <a:t>7.3 A tabela de endereços MAC</a:t>
            </a:r>
            <a:endParaRPr lang="pt-BR">
              <a:solidFill>
                <a:schemeClr val="accent5">
                  <a:lumMod val="40000"/>
                  <a:lumOff val="60000"/>
                </a:schemeClr>
              </a:solidFill>
            </a:endParaRPr>
          </a:p>
        </p:txBody>
      </p:sp>
    </p:spTree>
    <p:custDataLst>
      <p:tags r:id="rId1"/>
    </p:custDataLst>
  </p:cSld>
  <p:clrMapOvr>
    <a:masterClrMapping/>
  </p:clrMapOvr>
  <p:transition spd="slow">
    <p:wipe/>
  </p:transition>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a:xfrm>
            <a:off x="0" y="31899"/>
            <a:ext cx="8345488" cy="731837"/>
          </a:xfrm>
        </p:spPr>
        <p:txBody>
          <a:bodyPr/>
          <a:lstStyle/>
          <a:p>
            <a:pPr rtl="0"/>
            <a:r>
              <a:rPr lang="pt-BR" sz="1600"/>
              <a:t>A tabela de endereços MAC </a:t>
            </a:r>
            <a:br>
              <a:rPr lang="en-US" dirty="0"/>
            </a:br>
            <a:r>
              <a:rPr lang="pt-BR" sz="2400"/>
              <a:t>Fundamentos do switch</a:t>
            </a:r>
            <a:endParaRPr lang="pt-BR" sz="2400"/>
          </a:p>
        </p:txBody>
      </p:sp>
      <p:sp>
        <p:nvSpPr>
          <p:cNvPr id="4" name="Content Placeholder 3"/>
          <p:cNvSpPr>
            <a:spLocks noGrp="1"/>
          </p:cNvSpPr>
          <p:nvPr>
            <p:ph idx="1"/>
          </p:nvPr>
        </p:nvSpPr>
        <p:spPr>
          <a:xfrm>
            <a:off x="474662" y="763736"/>
            <a:ext cx="8280057" cy="3657998"/>
          </a:xfrm>
        </p:spPr>
        <p:txBody>
          <a:bodyPr/>
          <a:lstStyle/>
          <a:p>
            <a:pPr marL="342900" indent="-342900" algn="l" rtl="0">
              <a:buFont typeface="Arial" panose="020B0604020202020204" pitchFamily="34" charset="0"/>
              <a:buChar char="•"/>
            </a:pPr>
            <a:r>
              <a:rPr lang="pt-BR" sz="1600">
                <a:solidFill>
                  <a:srgbClr val="000000"/>
                </a:solidFill>
              </a:rPr>
              <a:t>Um switch Ethernet da camada 2 usa endereços MAC da camada 2 para tomar decisões de encaminhamento. Desconhece completamente os dados (protocolo) que estão sendo transportados na parte de dados do quadro, como um pacote IPv4, uma mensagem ARP ou um pacote ND IPv6. O switch toma decisões de encaminhamento com base apenas nos endereços MAC Ethernet da camada 2.</a:t>
            </a:r>
            <a:endParaRPr lang="pt-BR" sz="1600">
              <a:solidFill>
                <a:srgbClr val="000000"/>
              </a:solidFill>
            </a:endParaRPr>
          </a:p>
          <a:p>
            <a:pPr marL="342900" indent="-342900" algn="l" rtl="0">
              <a:buFont typeface="Arial" panose="020B0604020202020204" pitchFamily="34" charset="0"/>
              <a:buChar char="•"/>
            </a:pPr>
            <a:r>
              <a:rPr lang="pt-BR" sz="1600">
                <a:solidFill>
                  <a:srgbClr val="000000"/>
                </a:solidFill>
              </a:rPr>
              <a:t>Um switch Ethernet examina sua tabela de endereços MAC para tomar uma decisão de encaminhamento para cada quadro, ao contrário dos hubs Ethernet herdados que repetem bits em todas as portas, exceto a porta de entrada. </a:t>
            </a:r>
            <a:endParaRPr lang="pt-BR" sz="1600">
              <a:solidFill>
                <a:srgbClr val="000000"/>
              </a:solidFill>
            </a:endParaRPr>
          </a:p>
          <a:p>
            <a:pPr marL="342900" indent="-342900" algn="l" rtl="0">
              <a:buFont typeface="Arial" panose="020B0604020202020204" pitchFamily="34" charset="0"/>
              <a:buChar char="•"/>
            </a:pPr>
            <a:r>
              <a:rPr lang="pt-BR" sz="1600">
                <a:solidFill>
                  <a:srgbClr val="000000"/>
                </a:solidFill>
              </a:rPr>
              <a:t>Quando um switch é ativado, a tabela de endereços MAC fica vazia</a:t>
            </a:r>
            <a:endParaRPr lang="pt-BR" sz="1600">
              <a:solidFill>
                <a:srgbClr val="000000"/>
              </a:solidFill>
            </a:endParaRPr>
          </a:p>
          <a:p>
            <a:pPr marL="0" indent="0" algn="l"/>
            <a:endParaRPr lang="en-US" sz="1600" b="1" dirty="0">
              <a:solidFill>
                <a:srgbClr val="000000"/>
              </a:solidFill>
            </a:endParaRPr>
          </a:p>
          <a:p>
            <a:pPr marL="0" indent="0" algn="l" rtl="0"/>
            <a:r>
              <a:rPr lang="pt-BR" sz="1600" b="1">
                <a:solidFill>
                  <a:srgbClr val="000000"/>
                </a:solidFill>
              </a:rPr>
              <a:t>Nota</a:t>
            </a:r>
            <a:r>
              <a:rPr lang="pt-BR" sz="1600">
                <a:solidFill>
                  <a:srgbClr val="000000"/>
                </a:solidFill>
              </a:rPr>
              <a:t>: A tabela de endereços MAC às vezes é chamada de tabela de memória endereçável de conteúdo (CAM).</a:t>
            </a:r>
            <a:endParaRPr lang="pt-BR" sz="1600">
              <a:solidFill>
                <a:srgbClr val="000000"/>
              </a:solidFill>
            </a:endParaRPr>
          </a:p>
          <a:p>
            <a:pPr marL="342900" indent="-342900" algn="l">
              <a:buFont typeface="Arial" panose="020B0604020202020204" pitchFamily="34" charset="0"/>
              <a:buChar char="•"/>
            </a:pPr>
            <a:endParaRPr lang="en-US" sz="1600" dirty="0">
              <a:solidFill>
                <a:srgbClr val="000000"/>
              </a:solidFill>
            </a:endParaRPr>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a:xfrm>
            <a:off x="0" y="31899"/>
            <a:ext cx="8345488" cy="731837"/>
          </a:xfrm>
        </p:spPr>
        <p:txBody>
          <a:bodyPr/>
          <a:lstStyle/>
          <a:p>
            <a:pPr rtl="0"/>
            <a:r>
              <a:rPr lang="pt-BR" sz="2400"/>
              <a:t>Aprendizagem e encaminhamento docomutador</a:t>
            </a:r>
            <a:r>
              <a:rPr lang="pt-BR" sz="1600"/>
              <a:t>de endereços MAC</a:t>
            </a:r>
            <a:endParaRPr lang="pt-BR" sz="1600"/>
          </a:p>
        </p:txBody>
      </p:sp>
      <p:sp>
        <p:nvSpPr>
          <p:cNvPr id="4" name="Content Placeholder 3"/>
          <p:cNvSpPr>
            <a:spLocks noGrp="1"/>
          </p:cNvSpPr>
          <p:nvPr>
            <p:ph idx="1"/>
          </p:nvPr>
        </p:nvSpPr>
        <p:spPr>
          <a:xfrm>
            <a:off x="474662" y="763736"/>
            <a:ext cx="8280057" cy="3657998"/>
          </a:xfrm>
        </p:spPr>
        <p:txBody>
          <a:bodyPr/>
          <a:lstStyle/>
          <a:p>
            <a:pPr marL="0" indent="0" algn="l" rtl="0"/>
            <a:r>
              <a:rPr lang="pt-BR" sz="1600" b="1">
                <a:solidFill>
                  <a:srgbClr val="000000"/>
                </a:solidFill>
              </a:rPr>
              <a:t>Examine o endereço MAC de origem (Aprenda)</a:t>
            </a:r>
            <a:endParaRPr lang="pt-BR" sz="1600" b="1">
              <a:solidFill>
                <a:srgbClr val="000000"/>
              </a:solidFill>
            </a:endParaRPr>
          </a:p>
          <a:p>
            <a:pPr marL="0" indent="0" algn="l" rtl="0"/>
            <a:r>
              <a:rPr lang="pt-BR" sz="1600">
                <a:solidFill>
                  <a:srgbClr val="000000"/>
                </a:solidFill>
              </a:rPr>
              <a:t>Todo quadro que entra em um switch é verificado quanto ao aprendizado de novas informações. Isso é feito examinando o endereço MAC de origem do quadro e o número da porta em que o quadro entrou no comutador. Se o endereço MAC de origem não existe, é adicionado à tabela juntamente com o número da porta de entrada. Se o endereço MAC de origem existe, o switch atualiza o timer de atualização dessa entrada. Por padrão, a maioria dos switches Ethernet mantém uma entrada na tabela por 5 minutos.</a:t>
            </a:r>
            <a:endParaRPr lang="pt-BR" sz="1600">
              <a:solidFill>
                <a:srgbClr val="000000"/>
              </a:solidFill>
            </a:endParaRPr>
          </a:p>
          <a:p>
            <a:pPr marL="0" indent="0" algn="l"/>
            <a:endParaRPr lang="en-US" sz="1600" b="1" dirty="0">
              <a:solidFill>
                <a:srgbClr val="000000"/>
              </a:solidFill>
            </a:endParaRPr>
          </a:p>
          <a:p>
            <a:pPr marL="0" indent="0" algn="l" rtl="0"/>
            <a:r>
              <a:rPr lang="pt-BR" sz="1600" b="1">
                <a:solidFill>
                  <a:srgbClr val="000000"/>
                </a:solidFill>
              </a:rPr>
              <a:t>Nota</a:t>
            </a:r>
            <a:r>
              <a:rPr lang="pt-BR" sz="1600">
                <a:solidFill>
                  <a:srgbClr val="000000"/>
                </a:solidFill>
              </a:rPr>
              <a:t>: Se o endereço MAC de origem existir na tabela, mas em uma porta diferente, o switch tratará isso como uma nova entrada. A entrada é substituída usando o mesmo endereço MAC, mas com o número de porta mais atual.</a:t>
            </a:r>
            <a:endParaRPr lang="pt-BR" sz="1600">
              <a:solidFill>
                <a:srgbClr val="000000"/>
              </a:solidFill>
            </a:endParaRPr>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a:xfrm>
            <a:off x="0" y="31899"/>
            <a:ext cx="8345488" cy="731837"/>
          </a:xfrm>
        </p:spPr>
        <p:txBody>
          <a:bodyPr/>
          <a:lstStyle/>
          <a:p>
            <a:pPr rtl="0"/>
            <a:r>
              <a:rPr lang="pt-BR" sz="2400"/>
              <a:t>Aprendizagem e encaminhamento da tabelade endereços MAC (Contd.) </a:t>
            </a:r>
            <a:endParaRPr lang="pt-BR" sz="2400"/>
          </a:p>
        </p:txBody>
      </p:sp>
      <p:sp>
        <p:nvSpPr>
          <p:cNvPr id="4" name="Content Placeholder 3"/>
          <p:cNvSpPr>
            <a:spLocks noGrp="1"/>
          </p:cNvSpPr>
          <p:nvPr>
            <p:ph idx="1"/>
          </p:nvPr>
        </p:nvSpPr>
        <p:spPr>
          <a:xfrm>
            <a:off x="474662" y="763736"/>
            <a:ext cx="8280057" cy="3657998"/>
          </a:xfrm>
        </p:spPr>
        <p:txBody>
          <a:bodyPr/>
          <a:lstStyle/>
          <a:p>
            <a:pPr marL="0" indent="0" algn="l" rtl="0"/>
            <a:r>
              <a:rPr lang="pt-BR" sz="1600" b="1">
                <a:solidFill>
                  <a:srgbClr val="000000"/>
                </a:solidFill>
              </a:rPr>
              <a:t>Localizar o endereço MAC de destino (Encaminhar)</a:t>
            </a:r>
            <a:endParaRPr lang="pt-BR" sz="1600" b="1">
              <a:solidFill>
                <a:srgbClr val="000000"/>
              </a:solidFill>
            </a:endParaRPr>
          </a:p>
          <a:p>
            <a:pPr marL="0" indent="0" algn="l" rtl="0"/>
            <a:r>
              <a:rPr lang="pt-BR" sz="1600">
                <a:solidFill>
                  <a:srgbClr val="000000"/>
                </a:solidFill>
              </a:rPr>
              <a:t>Se o endereço MAC de destino for um endereço unicast, o comutador procurará uma correspondência entre o endereço MAC de destino do quadro e uma entrada em sua tabela de endereços MAC. Se o endereço MAC de destino estiver na tabela, ele encaminhará o quadro pela porta especificada. Se o endereço MAC de destino não estiver na tabela, o switch encaminhará o quadro por todas as portas, exceto a de entrada. Isso é chamado de unicast desconhecido.</a:t>
            </a:r>
            <a:endParaRPr lang="pt-BR" sz="1600">
              <a:solidFill>
                <a:srgbClr val="000000"/>
              </a:solidFill>
            </a:endParaRPr>
          </a:p>
          <a:p>
            <a:pPr marL="0" indent="0" algn="l"/>
            <a:endParaRPr lang="en-US" sz="1600" b="1" dirty="0">
              <a:solidFill>
                <a:srgbClr val="000000"/>
              </a:solidFill>
            </a:endParaRPr>
          </a:p>
          <a:p>
            <a:pPr marL="0" indent="0" algn="l" rtl="0"/>
            <a:r>
              <a:rPr lang="pt-BR" sz="1600" b="1">
                <a:solidFill>
                  <a:srgbClr val="000000"/>
                </a:solidFill>
              </a:rPr>
              <a:t>Nota</a:t>
            </a:r>
            <a:r>
              <a:rPr lang="pt-BR" sz="1600">
                <a:solidFill>
                  <a:srgbClr val="000000"/>
                </a:solidFill>
              </a:rPr>
              <a:t>: Se o endereço MAC de destino for uma transmissão ou multicast, o quadro também será inundado em todas as portas, exceto a porta de entrada.</a:t>
            </a:r>
            <a:endParaRPr lang="pt-BR" sz="1600">
              <a:solidFill>
                <a:srgbClr val="000000"/>
              </a:solidFill>
            </a:endParaRPr>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a:xfrm>
            <a:off x="0" y="31899"/>
            <a:ext cx="8345488" cy="731837"/>
          </a:xfrm>
        </p:spPr>
        <p:txBody>
          <a:bodyPr/>
          <a:lstStyle/>
          <a:p>
            <a:pPr rtl="0"/>
            <a:r>
              <a:rPr lang="pt-BR" sz="1600"/>
              <a:t>A tabela de endereços MAC </a:t>
            </a:r>
            <a:br>
              <a:rPr lang="en-US" dirty="0"/>
            </a:br>
            <a:r>
              <a:rPr lang="pt-BR" sz="2400"/>
              <a:t>Filtragem de quadros</a:t>
            </a:r>
            <a:endParaRPr lang="pt-BR" sz="2400"/>
          </a:p>
        </p:txBody>
      </p:sp>
      <p:sp>
        <p:nvSpPr>
          <p:cNvPr id="4" name="Content Placeholder 3"/>
          <p:cNvSpPr>
            <a:spLocks noGrp="1"/>
          </p:cNvSpPr>
          <p:nvPr>
            <p:ph idx="1"/>
          </p:nvPr>
        </p:nvSpPr>
        <p:spPr>
          <a:xfrm>
            <a:off x="474662" y="763736"/>
            <a:ext cx="8280057" cy="1180567"/>
          </a:xfrm>
        </p:spPr>
        <p:txBody>
          <a:bodyPr/>
          <a:lstStyle/>
          <a:p>
            <a:pPr marL="0" indent="0" algn="l" rtl="0"/>
            <a:r>
              <a:rPr lang="pt-BR" sz="1600">
                <a:solidFill>
                  <a:srgbClr val="000000"/>
                </a:solidFill>
              </a:rPr>
              <a:t>A medida que um switch recebe quadros de dispositivos diferentes, ele é capaz de preencher sua tabela de endereços MAC examinando o endereço MAC de origem de cada quadro. Quando a tabela de endereços MAC do switch contém o endereço MAC de destino, ele pode filtrar o quadro e encaminhar uma única porta.</a:t>
            </a:r>
            <a:endParaRPr lang="pt-BR" sz="1600">
              <a:solidFill>
                <a:srgbClr val="000000"/>
              </a:solidFill>
            </a:endParaRPr>
          </a:p>
        </p:txBody>
      </p:sp>
      <p:pic>
        <p:nvPicPr>
          <p:cNvPr id="5" name="Picture 4"/>
          <p:cNvPicPr>
            <a:picLocks noChangeAspect="1"/>
          </p:cNvPicPr>
          <p:nvPr/>
        </p:nvPicPr>
        <p:blipFill>
          <a:blip r:embed="rId1"/>
          <a:stretch>
            <a:fillRect/>
          </a:stretch>
        </p:blipFill>
        <p:spPr>
          <a:xfrm>
            <a:off x="1992005" y="1944303"/>
            <a:ext cx="4361477" cy="2808405"/>
          </a:xfrm>
          <a:prstGeom prst="rect">
            <a:avLst/>
          </a:prstGeom>
        </p:spPr>
      </p:pic>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a:xfrm>
            <a:off x="0" y="90514"/>
            <a:ext cx="8345488" cy="731837"/>
          </a:xfrm>
        </p:spPr>
        <p:txBody>
          <a:bodyPr/>
          <a:lstStyle/>
          <a:p>
            <a:pPr rtl="0"/>
            <a:r>
              <a:rPr lang="pt-BR" sz="1600"/>
              <a:t>A tabela de endereços MAC </a:t>
            </a:r>
            <a:br>
              <a:rPr lang="en-US" dirty="0"/>
            </a:br>
            <a:r>
              <a:rPr lang="pt-BR" sz="2400"/>
              <a:t>Demonstração em vídeo - Tabelas de endereço MAC em switches conectados</a:t>
            </a:r>
            <a:endParaRPr lang="pt-BR" sz="2400"/>
          </a:p>
        </p:txBody>
      </p:sp>
      <p:sp>
        <p:nvSpPr>
          <p:cNvPr id="4" name="Content Placeholder 3"/>
          <p:cNvSpPr>
            <a:spLocks noGrp="1"/>
          </p:cNvSpPr>
          <p:nvPr>
            <p:ph idx="1"/>
          </p:nvPr>
        </p:nvSpPr>
        <p:spPr>
          <a:xfrm>
            <a:off x="431971" y="914651"/>
            <a:ext cx="8280057" cy="3073946"/>
          </a:xfrm>
        </p:spPr>
        <p:txBody>
          <a:bodyPr/>
          <a:lstStyle/>
          <a:p>
            <a:pPr algn="l" rtl="0"/>
            <a:r>
              <a:rPr lang="pt-BR">
                <a:solidFill>
                  <a:srgbClr val="000000"/>
                </a:solidFill>
              </a:rPr>
              <a:t>Este vídeo aborda o seguinte:</a:t>
            </a:r>
            <a:endParaRPr lang="pt-BR">
              <a:solidFill>
                <a:srgbClr val="000000"/>
              </a:solidFill>
            </a:endParaRPr>
          </a:p>
          <a:p>
            <a:pPr marL="342900" indent="-342900" algn="l" rtl="0">
              <a:buFont typeface="Arial" panose="020B0604020202020204" pitchFamily="34" charset="0"/>
              <a:buChar char="•"/>
            </a:pPr>
            <a:r>
              <a:rPr lang="pt-BR">
                <a:solidFill>
                  <a:srgbClr val="000000"/>
                </a:solidFill>
              </a:rPr>
              <a:t>Como os switches criam tabelas de endereços MAC</a:t>
            </a:r>
            <a:endParaRPr lang="pt-BR">
              <a:solidFill>
                <a:srgbClr val="000000"/>
              </a:solidFill>
            </a:endParaRPr>
          </a:p>
          <a:p>
            <a:pPr marL="342900" indent="-342900" algn="l" rtl="0">
              <a:buFont typeface="Arial" panose="020B0604020202020204" pitchFamily="34" charset="0"/>
              <a:buChar char="•"/>
            </a:pPr>
            <a:r>
              <a:rPr lang="pt-BR">
                <a:solidFill>
                  <a:srgbClr val="000000"/>
                </a:solidFill>
              </a:rPr>
              <a:t>Como os quadros de encaminhamento são baseados no conteúdo de suas tabelas de endereços MAC</a:t>
            </a:r>
            <a:endParaRPr lang="pt-BR">
              <a:solidFill>
                <a:srgbClr val="000000"/>
              </a:solidFill>
            </a:endParaRPr>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a:xfrm>
            <a:off x="0" y="31899"/>
            <a:ext cx="8345488" cy="731837"/>
          </a:xfrm>
        </p:spPr>
        <p:txBody>
          <a:bodyPr/>
          <a:lstStyle/>
          <a:p>
            <a:pPr rtl="0"/>
            <a:r>
              <a:rPr lang="pt-BR" sz="1600"/>
              <a:t>A tabela de endereço MAC </a:t>
            </a:r>
            <a:br>
              <a:rPr lang="en-US" dirty="0"/>
            </a:br>
            <a:r>
              <a:rPr lang="pt-BR" sz="2400"/>
              <a:t>Demonstração em vídeo - Envio de um quadro para o gateway padrão</a:t>
            </a:r>
            <a:endParaRPr lang="pt-BR" sz="2400"/>
          </a:p>
        </p:txBody>
      </p:sp>
      <p:sp>
        <p:nvSpPr>
          <p:cNvPr id="4" name="Content Placeholder 3"/>
          <p:cNvSpPr>
            <a:spLocks noGrp="1"/>
          </p:cNvSpPr>
          <p:nvPr>
            <p:ph idx="1"/>
          </p:nvPr>
        </p:nvSpPr>
        <p:spPr>
          <a:xfrm>
            <a:off x="431971" y="1034777"/>
            <a:ext cx="8280057" cy="3073946"/>
          </a:xfrm>
        </p:spPr>
        <p:txBody>
          <a:bodyPr/>
          <a:lstStyle/>
          <a:p>
            <a:pPr algn="l" rtl="0"/>
            <a:r>
              <a:rPr lang="pt-BR">
                <a:solidFill>
                  <a:srgbClr val="000000"/>
                </a:solidFill>
              </a:rPr>
              <a:t>Este vídeo aborda o seguinte:</a:t>
            </a:r>
            <a:endParaRPr lang="pt-BR">
              <a:solidFill>
                <a:srgbClr val="000000"/>
              </a:solidFill>
            </a:endParaRPr>
          </a:p>
          <a:p>
            <a:pPr marL="342900" indent="-342900" algn="l" rtl="0">
              <a:buFont typeface="Arial" panose="020B0604020202020204" pitchFamily="34" charset="0"/>
              <a:buChar char="•"/>
            </a:pPr>
            <a:r>
              <a:rPr lang="pt-BR">
                <a:solidFill>
                  <a:srgbClr val="000000"/>
                </a:solidFill>
              </a:rPr>
              <a:t>O que um switch faz quando o endereço AMC de destino não está listado na tabela de endereços MAC do switch.</a:t>
            </a:r>
            <a:endParaRPr lang="pt-BR">
              <a:solidFill>
                <a:srgbClr val="000000"/>
              </a:solidFill>
            </a:endParaRPr>
          </a:p>
          <a:p>
            <a:pPr marL="342900" indent="-342900" algn="l" rtl="0">
              <a:buFont typeface="Arial" panose="020B0604020202020204" pitchFamily="34" charset="0"/>
              <a:buChar char="•"/>
            </a:pPr>
            <a:r>
              <a:rPr lang="pt-BR">
                <a:solidFill>
                  <a:srgbClr val="000000"/>
                </a:solidFill>
              </a:rPr>
              <a:t>O que um switch faz quando o endereço AMC de origem não está listado na tabela de endereços MAC do switch</a:t>
            </a:r>
            <a:endParaRPr lang="pt-BR">
              <a:solidFill>
                <a:srgbClr val="000000"/>
              </a:solidFill>
            </a:endParaRPr>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a:xfrm>
            <a:off x="0" y="31899"/>
            <a:ext cx="8345488" cy="731837"/>
          </a:xfrm>
        </p:spPr>
        <p:txBody>
          <a:bodyPr/>
          <a:lstStyle/>
          <a:p>
            <a:pPr rtl="0"/>
            <a:r>
              <a:rPr lang="pt-BR" sz="1600"/>
              <a:t>Endereços Ethernet MAC </a:t>
            </a:r>
            <a:br>
              <a:rPr lang="en-US" dirty="0"/>
            </a:br>
            <a:r>
              <a:rPr lang="pt-BR" sz="2400"/>
              <a:t>Laboratório – Exibição de endereços MAC do switch</a:t>
            </a:r>
            <a:endParaRPr lang="pt-BR" sz="2400"/>
          </a:p>
        </p:txBody>
      </p:sp>
      <p:sp>
        <p:nvSpPr>
          <p:cNvPr id="4" name="Content Placeholder 3"/>
          <p:cNvSpPr>
            <a:spLocks noGrp="1"/>
          </p:cNvSpPr>
          <p:nvPr>
            <p:ph idx="1"/>
          </p:nvPr>
        </p:nvSpPr>
        <p:spPr>
          <a:xfrm>
            <a:off x="431971" y="953152"/>
            <a:ext cx="8280057" cy="3073946"/>
          </a:xfrm>
        </p:spPr>
        <p:txBody>
          <a:bodyPr/>
          <a:lstStyle/>
          <a:p>
            <a:pPr algn="l" rtl="0"/>
            <a:r>
              <a:rPr lang="pt-BR">
                <a:solidFill>
                  <a:srgbClr val="000000"/>
                </a:solidFill>
              </a:rPr>
              <a:t>Neste laboratório, você cumprirá os seguintes objetivos:</a:t>
            </a:r>
            <a:endParaRPr lang="pt-BR">
              <a:solidFill>
                <a:srgbClr val="000000"/>
              </a:solidFill>
            </a:endParaRPr>
          </a:p>
          <a:p>
            <a:pPr marL="342900" indent="-342900" algn="l" rtl="0">
              <a:buFont typeface="Arial" panose="020B0604020202020204" pitchFamily="34" charset="0"/>
              <a:buChar char="•"/>
            </a:pPr>
            <a:r>
              <a:rPr lang="pt-BR">
                <a:solidFill>
                  <a:srgbClr val="000000"/>
                </a:solidFill>
              </a:rPr>
              <a:t>Parte 1: Criar e Configurar a Rede</a:t>
            </a:r>
            <a:endParaRPr lang="pt-BR">
              <a:solidFill>
                <a:srgbClr val="000000"/>
              </a:solidFill>
            </a:endParaRPr>
          </a:p>
          <a:p>
            <a:pPr marL="342900" indent="-342900" algn="l" rtl="0">
              <a:buFont typeface="Arial" panose="020B0604020202020204" pitchFamily="34" charset="0"/>
              <a:buChar char="•"/>
            </a:pPr>
            <a:r>
              <a:rPr lang="pt-BR">
                <a:solidFill>
                  <a:srgbClr val="000000"/>
                </a:solidFill>
              </a:rPr>
              <a:t>Parte 2: Examinar a Tabela de Endereços MAC do Switch</a:t>
            </a:r>
            <a:endParaRPr lang="pt-BR">
              <a:solidFill>
                <a:srgbClr val="000000"/>
              </a:solidFill>
            </a:endParaRPr>
          </a:p>
          <a:p>
            <a:pPr algn="l"/>
            <a:endParaRPr lang="en-US" dirty="0">
              <a:solidFill>
                <a:srgbClr val="000000"/>
              </a:solidFill>
            </a:endParaRPr>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416425" y="1788160"/>
            <a:ext cx="7848344" cy="929640"/>
          </a:xfrm>
        </p:spPr>
        <p:txBody>
          <a:bodyPr/>
          <a:lstStyle/>
          <a:p>
            <a:pPr rtl="0"/>
            <a:r>
              <a:rPr lang="pt-BR">
                <a:solidFill>
                  <a:schemeClr val="accent5">
                    <a:lumMod val="40000"/>
                    <a:lumOff val="60000"/>
                  </a:schemeClr>
                </a:solidFill>
              </a:rPr>
              <a:t>7.4 Velocidades do comutador e métodos de encaminhamento</a:t>
            </a:r>
            <a:endParaRPr lang="pt-BR">
              <a:solidFill>
                <a:schemeClr val="accent5">
                  <a:lumMod val="40000"/>
                  <a:lumOff val="60000"/>
                </a:schemeClr>
              </a:solidFill>
            </a:endParaRPr>
          </a:p>
        </p:txBody>
      </p:sp>
    </p:spTree>
    <p:custDataLst>
      <p:tags r:id="rId1"/>
    </p:custDataLst>
  </p:cSld>
  <p:clrMapOvr>
    <a:masterClrMapping/>
  </p:clrMapOvr>
  <p:transition spd="slow">
    <p:wipe/>
  </p:transition>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a:xfrm>
            <a:off x="0" y="31899"/>
            <a:ext cx="8345488" cy="731837"/>
          </a:xfrm>
        </p:spPr>
        <p:txBody>
          <a:bodyPr/>
          <a:lstStyle/>
          <a:p>
            <a:pPr rtl="0"/>
            <a:r>
              <a:rPr lang="pt-BR" sz="1600"/>
              <a:t>Métodos de encaminhamento de switch </a:t>
            </a:r>
            <a:br>
              <a:rPr lang="en-US" dirty="0"/>
            </a:br>
            <a:r>
              <a:rPr lang="pt-BR" sz="2400"/>
              <a:t>Métodos de encaminhamento de quadros nos switches da Cisco</a:t>
            </a:r>
            <a:endParaRPr lang="pt-BR" sz="2400"/>
          </a:p>
        </p:txBody>
      </p:sp>
      <p:sp>
        <p:nvSpPr>
          <p:cNvPr id="4" name="Content Placeholder 3"/>
          <p:cNvSpPr>
            <a:spLocks noGrp="1"/>
          </p:cNvSpPr>
          <p:nvPr>
            <p:ph idx="1"/>
          </p:nvPr>
        </p:nvSpPr>
        <p:spPr>
          <a:xfrm>
            <a:off x="231006" y="763736"/>
            <a:ext cx="8787866" cy="3657998"/>
          </a:xfrm>
        </p:spPr>
        <p:txBody>
          <a:bodyPr/>
          <a:lstStyle/>
          <a:p>
            <a:pPr marL="0" indent="0" algn="l" rtl="0"/>
            <a:r>
              <a:rPr lang="pt-BR" sz="1500">
                <a:solidFill>
                  <a:srgbClr val="000000"/>
                </a:solidFill>
              </a:rPr>
              <a:t>Os switches usam um dos seguintes métodos de encaminhamento para o switching (comutação) de dados entre suas interfaces de rede:</a:t>
            </a:r>
            <a:endParaRPr lang="pt-BR" sz="1500">
              <a:solidFill>
                <a:srgbClr val="000000"/>
              </a:solidFill>
            </a:endParaRPr>
          </a:p>
          <a:p>
            <a:pPr marL="285750" indent="-285750" algn="l" rtl="0">
              <a:buFont typeface="Arial" panose="020B0604020202020204" pitchFamily="34" charset="0"/>
              <a:buChar char="•"/>
            </a:pPr>
            <a:r>
              <a:rPr lang="pt-BR" sz="1500" b="1">
                <a:solidFill>
                  <a:srgbClr val="000000"/>
                </a:solidFill>
              </a:rPr>
              <a:t>Comutação de armazenamento e encaminhamento</a:t>
            </a:r>
            <a:r>
              <a:rPr lang="pt-BR" sz="1500">
                <a:solidFill>
                  <a:srgbClr val="000000"/>
                </a:solidFill>
              </a:rPr>
              <a:t> - Este método de encaminhamento de quadros recebe o quadro inteiro e calcula o CRC. Se o CRC é válido, o switch procura o endereço de destino, que determina a interface de saída. Em seguida, o quadro é encaminhado para fora da porta correta.</a:t>
            </a:r>
            <a:endParaRPr lang="pt-BR" sz="1500">
              <a:solidFill>
                <a:srgbClr val="000000"/>
              </a:solidFill>
            </a:endParaRPr>
          </a:p>
          <a:p>
            <a:pPr marL="285750" indent="-285750" algn="l" rtl="0">
              <a:buFont typeface="Arial" panose="020B0604020202020204" pitchFamily="34" charset="0"/>
              <a:buChar char="•"/>
            </a:pPr>
            <a:r>
              <a:rPr lang="pt-BR" sz="1500" b="1">
                <a:solidFill>
                  <a:srgbClr val="000000"/>
                </a:solidFill>
              </a:rPr>
              <a:t>Comutação de corte</a:t>
            </a:r>
            <a:r>
              <a:rPr lang="pt-BR" sz="1500">
                <a:solidFill>
                  <a:srgbClr val="000000"/>
                </a:solidFill>
              </a:rPr>
              <a:t> - Esse método de encaminhamento de quadros encaminha o quadro antes de ser totalmente recebido. Pelo menos o endereço de destino do quadro deve ser lido para que o quadro possa ser encaminhado.</a:t>
            </a:r>
            <a:endParaRPr lang="pt-BR" sz="1500">
              <a:solidFill>
                <a:srgbClr val="000000"/>
              </a:solidFill>
            </a:endParaRPr>
          </a:p>
          <a:p>
            <a:pPr marL="0" indent="0" algn="l"/>
            <a:endParaRPr lang="en-US" sz="1500" dirty="0">
              <a:solidFill>
                <a:srgbClr val="000000"/>
              </a:solidFill>
            </a:endParaRPr>
          </a:p>
          <a:p>
            <a:pPr marL="285750" indent="-285750" algn="l" rtl="0">
              <a:buFont typeface="Arial" panose="020B0604020202020204" pitchFamily="34" charset="0"/>
              <a:buChar char="•"/>
            </a:pPr>
            <a:r>
              <a:rPr lang="pt-BR" sz="1500">
                <a:solidFill>
                  <a:srgbClr val="000000"/>
                </a:solidFill>
              </a:rPr>
              <a:t>Uma grande vantagem da troca de armazenamento e encaminhamento é que ele determina se um quadro tem erros antes de propagar o quadro. Quando um erro é detectado em um quadro, o switch o descarta. O descarte de quadros com erros reduz o consumo de largura de banda por dados corrompidos. </a:t>
            </a:r>
            <a:endParaRPr lang="pt-BR" sz="1500">
              <a:solidFill>
                <a:srgbClr val="000000"/>
              </a:solidFill>
            </a:endParaRPr>
          </a:p>
          <a:p>
            <a:pPr marL="285750" indent="-285750" algn="l" rtl="0">
              <a:buFont typeface="Arial" panose="020B0604020202020204" pitchFamily="34" charset="0"/>
              <a:buChar char="•"/>
            </a:pPr>
            <a:r>
              <a:rPr lang="pt-BR" sz="1500">
                <a:solidFill>
                  <a:srgbClr val="000000"/>
                </a:solidFill>
              </a:rPr>
              <a:t>A comutação de armazenamento e encaminhamento é necessária para a análise de qualidade de serviço (QoS) em redes convergentes onde a classificação de quadros para priorização de tráfego é necessária. Por exemplo, os fluxos de dados de voz sobre IP (VoIP) precisam ter prioridade sobre o tráfego de navegação na web.</a:t>
            </a:r>
            <a:endParaRPr lang="pt-BR" sz="1500">
              <a:solidFill>
                <a:srgbClr val="000000"/>
              </a:solidFill>
            </a:endParaRPr>
          </a:p>
          <a:p>
            <a:pPr marL="285750" indent="-285750" algn="l">
              <a:buFont typeface="Arial" panose="020B0604020202020204" pitchFamily="34" charset="0"/>
              <a:buChar char="•"/>
            </a:pPr>
            <a:endParaRPr lang="en-US" sz="1400" dirty="0">
              <a:solidFill>
                <a:srgbClr val="000000"/>
              </a:solidFill>
            </a:endParaRPr>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a:xfrm>
            <a:off x="0" y="31899"/>
            <a:ext cx="8345488" cy="731837"/>
          </a:xfrm>
        </p:spPr>
        <p:txBody>
          <a:bodyPr/>
          <a:lstStyle/>
          <a:p>
            <a:pPr rtl="0"/>
            <a:r>
              <a:rPr lang="pt-BR" sz="1600"/>
              <a:t>Métodos de encaminhamento de switch </a:t>
            </a:r>
            <a:br>
              <a:rPr lang="en-US" dirty="0"/>
            </a:br>
            <a:r>
              <a:rPr lang="pt-BR" sz="2400"/>
              <a:t>Switches cut-through</a:t>
            </a:r>
            <a:endParaRPr lang="pt-BR" sz="2400"/>
          </a:p>
        </p:txBody>
      </p:sp>
      <p:sp>
        <p:nvSpPr>
          <p:cNvPr id="4" name="Content Placeholder 3"/>
          <p:cNvSpPr>
            <a:spLocks noGrp="1"/>
          </p:cNvSpPr>
          <p:nvPr>
            <p:ph idx="1"/>
          </p:nvPr>
        </p:nvSpPr>
        <p:spPr>
          <a:xfrm>
            <a:off x="474662" y="763736"/>
            <a:ext cx="8280057" cy="3657998"/>
          </a:xfrm>
        </p:spPr>
        <p:txBody>
          <a:bodyPr/>
          <a:lstStyle/>
          <a:p>
            <a:pPr marL="0" indent="0" algn="l" rtl="0"/>
            <a:r>
              <a:rPr lang="pt-BR" sz="1600">
                <a:solidFill>
                  <a:srgbClr val="000000"/>
                </a:solidFill>
              </a:rPr>
              <a:t>No switching cut-through, o switch atua nos dados assim que eles são recebidos, mesmo que a transmissão não tenha sido concluída. O switch armazena em buffer apenas o quadro suficiente para ler o endereço MAC de destino, para que possa determinar para qual porta deve encaminhar os dados. O switch não realiza nenhuma verificação de erros no quadro.</a:t>
            </a:r>
            <a:endParaRPr lang="pt-BR" sz="1600">
              <a:solidFill>
                <a:srgbClr val="000000"/>
              </a:solidFill>
            </a:endParaRPr>
          </a:p>
          <a:p>
            <a:pPr marL="0" indent="0" algn="l" rtl="0"/>
            <a:r>
              <a:rPr lang="pt-BR" sz="1600">
                <a:solidFill>
                  <a:srgbClr val="000000"/>
                </a:solidFill>
              </a:rPr>
              <a:t>Há duas formas de switching cut-through:</a:t>
            </a:r>
            <a:endParaRPr lang="pt-BR" sz="1600">
              <a:solidFill>
                <a:srgbClr val="000000"/>
              </a:solidFill>
            </a:endParaRPr>
          </a:p>
          <a:p>
            <a:pPr lvl="1" rtl="0">
              <a:buFont typeface="Arial" panose="020B0604020202020204" pitchFamily="34" charset="0"/>
              <a:buChar char="•"/>
            </a:pPr>
            <a:r>
              <a:rPr lang="pt-BR" sz="1500" b="1">
                <a:solidFill>
                  <a:srgbClr val="000000"/>
                </a:solidFill>
              </a:rPr>
              <a:t>Comutação de avanço rápido - </a:t>
            </a:r>
            <a:r>
              <a:rPr lang="pt-BR" sz="1500">
                <a:solidFill>
                  <a:srgbClr val="000000"/>
                </a:solidFill>
              </a:rPr>
              <a:t>Oferece o menor nível de latência encaminhando imediatamente um pacote após a leitura do endereço de destino. Como o switching fast-forward começa o encaminhamento antes de receber todo o pacote, alguns pacotes podem ser retransmitidos com erros. A NIC de destino descarta o pacote defeituoso após o recebimento. Switching fast-forward é o método cut-through típico de switching.</a:t>
            </a:r>
            <a:endParaRPr lang="pt-BR" sz="1500">
              <a:solidFill>
                <a:srgbClr val="000000"/>
              </a:solidFill>
            </a:endParaRPr>
          </a:p>
          <a:p>
            <a:pPr lvl="1" rtl="0">
              <a:buFont typeface="Arial" panose="020B0604020202020204" pitchFamily="34" charset="0"/>
              <a:buChar char="•"/>
            </a:pPr>
            <a:r>
              <a:rPr lang="pt-BR" sz="1500" b="1">
                <a:solidFill>
                  <a:srgbClr val="000000"/>
                </a:solidFill>
              </a:rPr>
              <a:t>Comutação sem fragmentos - </a:t>
            </a:r>
            <a:r>
              <a:rPr lang="pt-BR" sz="1500">
                <a:solidFill>
                  <a:srgbClr val="000000"/>
                </a:solidFill>
              </a:rPr>
              <a:t>Um compromisso entre a alta latência e a alta integridade da comutação de armazenamento e encaminhamento e a baixa latência e a integridade reduzida da comutação de avanço rápido, o comutador armazena e executa uma verificação de erro nos primeiros 64 bytes do quadro antes de encaminhar. Como a maioria dos erros de rede e colisões ocorrem durante os primeiros 64 bytes, isso garante que uma colisão não ocorreu antes de encaminhar o quadro. </a:t>
            </a:r>
            <a:endParaRPr lang="pt-BR" sz="1500">
              <a:solidFill>
                <a:srgbClr val="000000"/>
              </a:solidFill>
            </a:endParaRPr>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a:xfrm>
            <a:off x="0" y="31899"/>
            <a:ext cx="8345488" cy="731837"/>
          </a:xfrm>
        </p:spPr>
        <p:txBody>
          <a:bodyPr/>
          <a:lstStyle/>
          <a:p>
            <a:pPr rtl="0"/>
            <a:r>
              <a:rPr lang="pt-BR" sz="1600"/>
              <a:t>Velocidades do Switch e métodos de encaminhamento </a:t>
            </a:r>
            <a:br>
              <a:rPr lang="en-US" dirty="0"/>
            </a:br>
            <a:r>
              <a:rPr lang="pt-BR" sz="2400"/>
              <a:t>Buffer de memória em Switches</a:t>
            </a:r>
            <a:endParaRPr lang="pt-BR" sz="2400"/>
          </a:p>
        </p:txBody>
      </p:sp>
      <p:sp>
        <p:nvSpPr>
          <p:cNvPr id="4" name="Content Placeholder 3"/>
          <p:cNvSpPr>
            <a:spLocks noGrp="1"/>
          </p:cNvSpPr>
          <p:nvPr>
            <p:ph idx="1"/>
          </p:nvPr>
        </p:nvSpPr>
        <p:spPr>
          <a:xfrm>
            <a:off x="474662" y="763736"/>
            <a:ext cx="8280057" cy="500519"/>
          </a:xfrm>
        </p:spPr>
        <p:txBody>
          <a:bodyPr/>
          <a:lstStyle/>
          <a:p>
            <a:pPr marL="0" indent="0" algn="l" rtl="0"/>
            <a:r>
              <a:rPr lang="pt-BR" sz="1400">
                <a:solidFill>
                  <a:srgbClr val="000000"/>
                </a:solidFill>
              </a:rPr>
              <a:t>Um comutador Ethernet pode usar uma técnica de buffer para armazenar quadros antes de encaminhá-los ou quando a porta de destino estiver ocupada devido ao congestionamento. </a:t>
            </a:r>
            <a:endParaRPr lang="pt-BR" sz="1400">
              <a:solidFill>
                <a:srgbClr val="000000"/>
              </a:solidFill>
            </a:endParaRPr>
          </a:p>
          <a:p>
            <a:pPr marL="285750" indent="-285750" algn="l">
              <a:buFont typeface="Arial" panose="020B0604020202020204" pitchFamily="34" charset="0"/>
              <a:buChar char="•"/>
            </a:pPr>
            <a:endParaRPr lang="en-US" sz="1400" dirty="0">
              <a:solidFill>
                <a:srgbClr val="000000"/>
              </a:solidFill>
            </a:endParaRPr>
          </a:p>
          <a:p>
            <a:pPr marL="285750" indent="-285750" algn="l">
              <a:buFont typeface="Arial" panose="020B0604020202020204" pitchFamily="34" charset="0"/>
              <a:buChar char="•"/>
            </a:pPr>
            <a:endParaRPr lang="en-US" sz="1400" dirty="0">
              <a:solidFill>
                <a:srgbClr val="000000"/>
              </a:solidFill>
            </a:endParaRPr>
          </a:p>
          <a:p>
            <a:pPr marL="285750" indent="-285750" algn="l">
              <a:buFont typeface="Arial" panose="020B0604020202020204" pitchFamily="34" charset="0"/>
              <a:buChar char="•"/>
            </a:pPr>
            <a:endParaRPr lang="en-US" sz="1400" dirty="0">
              <a:solidFill>
                <a:srgbClr val="000000"/>
              </a:solidFill>
            </a:endParaRPr>
          </a:p>
          <a:p>
            <a:pPr marL="285750" indent="-285750" algn="l">
              <a:buFont typeface="Arial" panose="020B0604020202020204" pitchFamily="34" charset="0"/>
              <a:buChar char="•"/>
            </a:pPr>
            <a:endParaRPr lang="en-US" sz="1400" dirty="0">
              <a:solidFill>
                <a:srgbClr val="000000"/>
              </a:solidFill>
            </a:endParaRPr>
          </a:p>
          <a:p>
            <a:pPr marL="285750" indent="-285750" algn="l">
              <a:buFont typeface="Arial" panose="020B0604020202020204" pitchFamily="34" charset="0"/>
              <a:buChar char="•"/>
            </a:pPr>
            <a:endParaRPr lang="en-US" sz="1400" dirty="0">
              <a:solidFill>
                <a:srgbClr val="000000"/>
              </a:solidFill>
            </a:endParaRPr>
          </a:p>
          <a:p>
            <a:pPr marL="285750" indent="-285750" algn="l">
              <a:buFont typeface="Arial" panose="020B0604020202020204" pitchFamily="34" charset="0"/>
              <a:buChar char="•"/>
            </a:pPr>
            <a:endParaRPr lang="en-US" sz="1400" dirty="0">
              <a:solidFill>
                <a:srgbClr val="000000"/>
              </a:solidFill>
            </a:endParaRPr>
          </a:p>
          <a:p>
            <a:pPr marL="285750" indent="-285750" algn="l">
              <a:buFont typeface="Arial" panose="020B0604020202020204" pitchFamily="34" charset="0"/>
              <a:buChar char="•"/>
            </a:pPr>
            <a:endParaRPr lang="en-US" sz="1400" dirty="0">
              <a:solidFill>
                <a:srgbClr val="000000"/>
              </a:solidFill>
            </a:endParaRPr>
          </a:p>
          <a:p>
            <a:pPr marL="285750" indent="-285750" algn="l">
              <a:buFont typeface="Arial" panose="020B0604020202020204" pitchFamily="34" charset="0"/>
              <a:buChar char="•"/>
            </a:pPr>
            <a:endParaRPr lang="en-US" sz="1400" dirty="0">
              <a:solidFill>
                <a:srgbClr val="000000"/>
              </a:solidFill>
            </a:endParaRPr>
          </a:p>
          <a:p>
            <a:pPr marL="285750" indent="-285750" algn="l">
              <a:buFont typeface="Arial" panose="020B0604020202020204" pitchFamily="34" charset="0"/>
              <a:buChar char="•"/>
            </a:pPr>
            <a:endParaRPr lang="en-US" sz="1400" dirty="0">
              <a:solidFill>
                <a:srgbClr val="000000"/>
              </a:solidFill>
            </a:endParaRPr>
          </a:p>
          <a:p>
            <a:pPr marL="285750" indent="-285750" algn="l">
              <a:buFont typeface="Arial" panose="020B0604020202020204" pitchFamily="34" charset="0"/>
              <a:buChar char="•"/>
            </a:pPr>
            <a:endParaRPr lang="en-US" sz="1400" dirty="0">
              <a:solidFill>
                <a:srgbClr val="000000"/>
              </a:solidFill>
            </a:endParaRPr>
          </a:p>
          <a:p>
            <a:pPr marL="285750" indent="-285750" algn="l">
              <a:buFont typeface="Arial" panose="020B0604020202020204" pitchFamily="34" charset="0"/>
              <a:buChar char="•"/>
            </a:pPr>
            <a:endParaRPr lang="en-US" sz="1400" dirty="0">
              <a:solidFill>
                <a:srgbClr val="000000"/>
              </a:solidFill>
            </a:endParaRPr>
          </a:p>
          <a:p>
            <a:pPr marL="285750" indent="-285750" algn="l" rtl="0">
              <a:buFont typeface="Arial" panose="020B0604020202020204" pitchFamily="34" charset="0"/>
              <a:buChar char="•"/>
            </a:pPr>
            <a:r>
              <a:rPr lang="pt-BR" sz="1400">
                <a:solidFill>
                  <a:srgbClr val="000000"/>
                </a:solidFill>
              </a:rPr>
              <a:t>O buffer de memória compartilhada também resulta em quadros maiores que podem ser transmitidos com menos quadros descartados. Isso é importante com a comutação assimétrica, que permite taxas de dados diferentes em portas diferentes. Portanto, mais largura de banda pode ser dedicada a determinadas portas (por exemplo, porta do servidor).</a:t>
            </a:r>
            <a:endParaRPr lang="pt-BR" sz="1400">
              <a:solidFill>
                <a:srgbClr val="000000"/>
              </a:solidFill>
            </a:endParaRPr>
          </a:p>
        </p:txBody>
      </p:sp>
      <p:graphicFrame>
        <p:nvGraphicFramePr>
          <p:cNvPr id="2" name="Table 1"/>
          <p:cNvGraphicFramePr>
            <a:graphicFrameLocks noGrp="1"/>
          </p:cNvGraphicFramePr>
          <p:nvPr/>
        </p:nvGraphicFramePr>
        <p:xfrm>
          <a:off x="754114" y="1262263"/>
          <a:ext cx="7706498" cy="2237740"/>
        </p:xfrm>
        <a:graphic>
          <a:graphicData uri="http://schemas.openxmlformats.org/drawingml/2006/table">
            <a:tbl>
              <a:tblPr firstRow="1" bandRow="1">
                <a:tableStyleId>{5C22544A-7EE6-4342-B048-85BDC9FD1C3A}</a:tableStyleId>
              </a:tblPr>
              <a:tblGrid>
                <a:gridCol w="1561629"/>
                <a:gridCol w="6144869"/>
              </a:tblGrid>
              <a:tr h="370840">
                <a:tc>
                  <a:txBody>
                    <a:bodyPr/>
                    <a:lstStyle/>
                    <a:p>
                      <a:pPr algn="l" rtl="0" fontAlgn="ctr"/>
                      <a:r>
                        <a:rPr lang="pt-BR" sz="1000">
                          <a:effectLst/>
                        </a:rPr>
                        <a:t>Método</a:t>
                      </a:r>
                      <a:endParaRPr lang="pt-BR" sz="1000">
                        <a:effectLst/>
                      </a:endParaRPr>
                    </a:p>
                  </a:txBody>
                  <a:tcPr marL="47625" marR="47625" marT="47625" marB="47625" anchor="ctr"/>
                </a:tc>
                <a:tc>
                  <a:txBody>
                    <a:bodyPr/>
                    <a:lstStyle/>
                    <a:p>
                      <a:pPr algn="l" rtl="0" fontAlgn="ctr"/>
                      <a:r>
                        <a:rPr lang="pt-BR" sz="1000">
                          <a:effectLst/>
                        </a:rPr>
                        <a:t>Descrição</a:t>
                      </a:r>
                      <a:endParaRPr lang="pt-BR" sz="1000">
                        <a:effectLst/>
                      </a:endParaRPr>
                    </a:p>
                  </a:txBody>
                  <a:tcPr marL="47625" marR="47625" marT="47625" marB="47625" anchor="ctr"/>
                </a:tc>
              </a:tr>
              <a:tr h="370840">
                <a:tc>
                  <a:txBody>
                    <a:bodyPr/>
                    <a:lstStyle/>
                    <a:p>
                      <a:pPr rtl="0" fontAlgn="ctr"/>
                      <a:r>
                        <a:rPr lang="pt-BR" sz="1000" b="1">
                          <a:effectLst/>
                        </a:rPr>
                        <a:t>Memória por porta</a:t>
                      </a:r>
                      <a:endParaRPr lang="pt-BR" sz="1000" b="1">
                        <a:effectLst/>
                      </a:endParaRPr>
                    </a:p>
                  </a:txBody>
                  <a:tcPr marL="47625" marR="47625" marT="47625" marB="47625" anchor="ctr"/>
                </a:tc>
                <a:tc>
                  <a:txBody>
                    <a:bodyPr/>
                    <a:lstStyle/>
                    <a:p>
                      <a:pPr rtl="0" fontAlgn="ctr">
                        <a:buFont typeface="Arial" panose="020B0604020202020204" pitchFamily="34" charset="0"/>
                        <a:buChar char="•"/>
                      </a:pPr>
                      <a:r>
                        <a:rPr lang="pt-BR" sz="1000" b="0">
                          <a:effectLst/>
                        </a:rPr>
                        <a:t>Os quadros são armazenados em filas vinculadas a portas específicas de entrada e saída.</a:t>
                      </a:r>
                      <a:endParaRPr lang="pt-BR" sz="1000" b="0">
                        <a:effectLst/>
                      </a:endParaRPr>
                    </a:p>
                    <a:p>
                      <a:pPr rtl="0" fontAlgn="ctr">
                        <a:buFont typeface="Arial" panose="020B0604020202020204" pitchFamily="34" charset="0"/>
                        <a:buChar char="•"/>
                      </a:pPr>
                      <a:r>
                        <a:rPr lang="pt-BR" sz="1000" b="0">
                          <a:effectLst/>
                        </a:rPr>
                        <a:t>Um quadro é transmitido para a porta de saída somente quando todos os quadros à frente na fila foram transmitidos com êxito.</a:t>
                      </a:r>
                      <a:endParaRPr lang="pt-BR" sz="1000" b="0">
                        <a:effectLst/>
                      </a:endParaRPr>
                    </a:p>
                    <a:p>
                      <a:pPr rtl="0" fontAlgn="ctr">
                        <a:buFont typeface="Arial" panose="020B0604020202020204" pitchFamily="34" charset="0"/>
                        <a:buChar char="•"/>
                      </a:pPr>
                      <a:r>
                        <a:rPr lang="pt-BR" sz="1000" b="0">
                          <a:effectLst/>
                        </a:rPr>
                        <a:t>É possível que um único quadro atrase a transmissão de todos os quadros na memória caso uma porta de destino esteja ocupada.</a:t>
                      </a:r>
                      <a:endParaRPr lang="pt-BR" sz="1000" b="0">
                        <a:effectLst/>
                      </a:endParaRPr>
                    </a:p>
                    <a:p>
                      <a:pPr rtl="0" fontAlgn="ctr">
                        <a:buFont typeface="Arial" panose="020B0604020202020204" pitchFamily="34" charset="0"/>
                        <a:buChar char="•"/>
                      </a:pPr>
                      <a:r>
                        <a:rPr lang="pt-BR" sz="1000" b="0">
                          <a:effectLst/>
                        </a:rPr>
                        <a:t>Esse atraso ocorre mesmo se os outros quadros puderem ser transmitidos para portas de destino que estejam livres.</a:t>
                      </a:r>
                      <a:endParaRPr lang="pt-BR" sz="1000" b="0">
                        <a:effectLst/>
                      </a:endParaRPr>
                    </a:p>
                  </a:txBody>
                  <a:tcPr marL="47625" marR="47625" marT="47625" marB="47625" anchor="ctr"/>
                </a:tc>
              </a:tr>
              <a:tr h="370840">
                <a:tc>
                  <a:txBody>
                    <a:bodyPr/>
                    <a:lstStyle/>
                    <a:p>
                      <a:pPr rtl="0" fontAlgn="ctr"/>
                      <a:r>
                        <a:rPr lang="pt-BR" sz="1000" b="1">
                          <a:effectLst/>
                        </a:rPr>
                        <a:t>Memória compartilhada</a:t>
                      </a:r>
                      <a:endParaRPr lang="pt-BR" sz="1000" b="1">
                        <a:effectLst/>
                      </a:endParaRPr>
                    </a:p>
                  </a:txBody>
                  <a:tcPr marL="47625" marR="47625" marT="47625" marB="47625" anchor="ctr"/>
                </a:tc>
                <a:tc>
                  <a:txBody>
                    <a:bodyPr/>
                    <a:lstStyle/>
                    <a:p>
                      <a:pPr rtl="0" fontAlgn="ctr">
                        <a:buFont typeface="Arial" panose="020B0604020202020204" pitchFamily="34" charset="0"/>
                        <a:buChar char="•"/>
                      </a:pPr>
                      <a:r>
                        <a:rPr lang="pt-BR" sz="1000" b="0">
                          <a:effectLst/>
                        </a:rPr>
                        <a:t>Deposita todos os quadros em um buffer de memória comum compartilhado por todas as portas do switch e a quantidade de memória buffer necessária por uma porta é alocada dinamicamente.</a:t>
                      </a:r>
                      <a:endParaRPr lang="pt-BR" sz="1000" b="0">
                        <a:effectLst/>
                      </a:endParaRPr>
                    </a:p>
                    <a:p>
                      <a:pPr rtl="0" fontAlgn="ctr">
                        <a:buFont typeface="Arial" panose="020B0604020202020204" pitchFamily="34" charset="0"/>
                        <a:buChar char="•"/>
                      </a:pPr>
                      <a:r>
                        <a:rPr lang="pt-BR" sz="1000" b="0">
                          <a:effectLst/>
                        </a:rPr>
                        <a:t>Os quadros no buffer são dinamicamente vinculados à porta de destino, permitindo que um pacote seja recebido em uma porta e depois transmitido em outra porta, sem movê-lo para uma fila diferente.</a:t>
                      </a:r>
                      <a:endParaRPr lang="pt-BR" sz="1000" b="0">
                        <a:effectLst/>
                      </a:endParaRPr>
                    </a:p>
                  </a:txBody>
                  <a:tcPr marL="47625" marR="47625" marT="47625" marB="47625" anchor="ctr"/>
                </a:tc>
              </a:tr>
            </a:tbl>
          </a:graphicData>
        </a:graphic>
      </p:graphicFrame>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a:xfrm>
            <a:off x="0" y="31899"/>
            <a:ext cx="8345488" cy="731837"/>
          </a:xfrm>
        </p:spPr>
        <p:txBody>
          <a:bodyPr/>
          <a:lstStyle/>
          <a:p>
            <a:pPr rtl="0"/>
            <a:r>
              <a:rPr lang="pt-BR" sz="1600"/>
              <a:t>Alternar configurações de velocidade e métodos de encaminhamento </a:t>
            </a:r>
            <a:br>
              <a:rPr lang="en-US" dirty="0"/>
            </a:br>
            <a:r>
              <a:rPr lang="pt-BR" sz="2400"/>
              <a:t>Duplex e velocidade</a:t>
            </a:r>
            <a:endParaRPr lang="pt-BR" sz="2400"/>
          </a:p>
        </p:txBody>
      </p:sp>
      <p:sp>
        <p:nvSpPr>
          <p:cNvPr id="4" name="Content Placeholder 3"/>
          <p:cNvSpPr>
            <a:spLocks noGrp="1"/>
          </p:cNvSpPr>
          <p:nvPr>
            <p:ph idx="1"/>
          </p:nvPr>
        </p:nvSpPr>
        <p:spPr>
          <a:xfrm>
            <a:off x="474662" y="763736"/>
            <a:ext cx="8280057" cy="3657998"/>
          </a:xfrm>
        </p:spPr>
        <p:txBody>
          <a:bodyPr/>
          <a:lstStyle/>
          <a:p>
            <a:pPr marL="0" indent="0" algn="l" rtl="0"/>
            <a:r>
              <a:rPr lang="pt-BR" sz="1600">
                <a:solidFill>
                  <a:srgbClr val="000000"/>
                </a:solidFill>
              </a:rPr>
              <a:t>Duas das configurações mais básicas de um switch são as configurações de largura de banda ("velocidade") e duplex para cada porta de switch individual. É fundamental que as configurações de duplex e largura de banda correspondam entre a porta do switch e os dispositivos conectados.</a:t>
            </a:r>
            <a:endParaRPr lang="pt-BR" sz="1600">
              <a:solidFill>
                <a:srgbClr val="000000"/>
              </a:solidFill>
            </a:endParaRPr>
          </a:p>
          <a:p>
            <a:pPr marL="0" indent="0" algn="l"/>
            <a:endParaRPr lang="en-US" sz="1600" dirty="0">
              <a:solidFill>
                <a:srgbClr val="000000"/>
              </a:solidFill>
            </a:endParaRPr>
          </a:p>
          <a:p>
            <a:pPr marL="0" indent="0" algn="l" rtl="0"/>
            <a:r>
              <a:rPr lang="pt-BR" sz="1600">
                <a:solidFill>
                  <a:srgbClr val="000000"/>
                </a:solidFill>
              </a:rPr>
              <a:t>Há dois tipos de configurações duplex usadas para comunicação em uma rede Ethernet:</a:t>
            </a:r>
            <a:endParaRPr lang="pt-BR" sz="1600">
              <a:solidFill>
                <a:srgbClr val="000000"/>
              </a:solidFill>
            </a:endParaRPr>
          </a:p>
          <a:p>
            <a:pPr marL="358775" lvl="1" indent="-285750" rtl="0">
              <a:buFont typeface="Arial" panose="020B0604020202020204" pitchFamily="34" charset="0"/>
              <a:buChar char="•"/>
            </a:pPr>
            <a:r>
              <a:rPr lang="pt-BR" sz="1600" b="1">
                <a:solidFill>
                  <a:srgbClr val="000000"/>
                </a:solidFill>
              </a:rPr>
              <a:t>Full-duplex</a:t>
            </a:r>
            <a:r>
              <a:rPr lang="pt-BR" sz="1600">
                <a:solidFill>
                  <a:srgbClr val="000000"/>
                </a:solidFill>
              </a:rPr>
              <a:t> - As duas extremidades da conexão podem enviar e receber simultaneamente.</a:t>
            </a:r>
            <a:endParaRPr lang="pt-BR" sz="1600">
              <a:solidFill>
                <a:srgbClr val="000000"/>
              </a:solidFill>
            </a:endParaRPr>
          </a:p>
          <a:p>
            <a:pPr marL="358775" lvl="1" indent="-285750" rtl="0">
              <a:buFont typeface="Arial" panose="020B0604020202020204" pitchFamily="34" charset="0"/>
              <a:buChar char="•"/>
            </a:pPr>
            <a:r>
              <a:rPr lang="pt-BR" sz="1600" b="1">
                <a:solidFill>
                  <a:srgbClr val="000000"/>
                </a:solidFill>
              </a:rPr>
              <a:t>Half-duplex</a:t>
            </a:r>
            <a:r>
              <a:rPr lang="pt-BR" sz="1600">
                <a:solidFill>
                  <a:srgbClr val="000000"/>
                </a:solidFill>
              </a:rPr>
              <a:t> - Somente uma extremidade da conexão pode enviar por vez.</a:t>
            </a:r>
            <a:endParaRPr lang="pt-BR" sz="1600">
              <a:solidFill>
                <a:srgbClr val="000000"/>
              </a:solidFill>
            </a:endParaRPr>
          </a:p>
          <a:p>
            <a:pPr marL="0" indent="0" algn="l"/>
            <a:endParaRPr lang="en-US" sz="1600" dirty="0">
              <a:solidFill>
                <a:srgbClr val="000000"/>
              </a:solidFill>
            </a:endParaRPr>
          </a:p>
          <a:p>
            <a:pPr marL="0" indent="0" algn="l" rtl="0"/>
            <a:r>
              <a:rPr lang="pt-BR" sz="1600">
                <a:solidFill>
                  <a:srgbClr val="000000"/>
                </a:solidFill>
              </a:rPr>
              <a:t>A negociação automática é uma função opcional encontrada na maioria dos switches Ethernet e das placas de interface de rede (NICs). Ele permite que dois dispositivos negociem automaticamente as melhores capacidades de velocidade e duplex.</a:t>
            </a:r>
            <a:endParaRPr lang="pt-BR" sz="1600">
              <a:solidFill>
                <a:srgbClr val="000000"/>
              </a:solidFill>
            </a:endParaRPr>
          </a:p>
          <a:p>
            <a:pPr marL="0" indent="0" algn="l"/>
            <a:endParaRPr lang="en-US" sz="1600" b="1" dirty="0">
              <a:solidFill>
                <a:srgbClr val="000000"/>
              </a:solidFill>
            </a:endParaRPr>
          </a:p>
          <a:p>
            <a:pPr marL="0" indent="0" algn="l" rtl="0"/>
            <a:r>
              <a:rPr lang="pt-BR" sz="1600" b="1">
                <a:solidFill>
                  <a:srgbClr val="000000"/>
                </a:solidFill>
              </a:rPr>
              <a:t>Nota</a:t>
            </a:r>
            <a:r>
              <a:rPr lang="pt-BR" sz="1600">
                <a:solidFill>
                  <a:srgbClr val="000000"/>
                </a:solidFill>
              </a:rPr>
              <a:t>: As portas Gigabit Ethernet operam apenas em full-duplex.</a:t>
            </a:r>
            <a:r>
              <a:rPr lang="pt-BR" sz="1600" b="1">
                <a:solidFill>
                  <a:srgbClr val="000000"/>
                </a:solidFill>
              </a:rPr>
              <a:t> </a:t>
            </a:r>
            <a:endParaRPr lang="pt-BR" sz="1600" b="1">
              <a:solidFill>
                <a:srgbClr val="000000"/>
              </a:solidFill>
            </a:endParaRPr>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a:xfrm>
            <a:off x="0" y="31899"/>
            <a:ext cx="8345488" cy="731837"/>
          </a:xfrm>
        </p:spPr>
        <p:txBody>
          <a:bodyPr/>
          <a:lstStyle/>
          <a:p>
            <a:pPr rtl="0"/>
            <a:r>
              <a:rPr lang="pt-BR" sz="1600"/>
              <a:t>Alternar configurações de velocidade e métodos de encaminhamento </a:t>
            </a:r>
            <a:br>
              <a:rPr lang="en-US" dirty="0"/>
            </a:br>
            <a:r>
              <a:rPr lang="pt-BR" sz="2400"/>
              <a:t>Duplex e velocidade</a:t>
            </a:r>
            <a:endParaRPr lang="pt-BR" sz="2400"/>
          </a:p>
        </p:txBody>
      </p:sp>
      <p:sp>
        <p:nvSpPr>
          <p:cNvPr id="5" name="Content Placeholder 4"/>
          <p:cNvSpPr>
            <a:spLocks noGrp="1"/>
          </p:cNvSpPr>
          <p:nvPr>
            <p:ph idx="1"/>
          </p:nvPr>
        </p:nvSpPr>
        <p:spPr>
          <a:xfrm>
            <a:off x="474662" y="763736"/>
            <a:ext cx="8280057" cy="2140258"/>
          </a:xfrm>
        </p:spPr>
        <p:txBody>
          <a:bodyPr/>
          <a:lstStyle/>
          <a:p>
            <a:pPr marL="342900" indent="-342900" algn="l" rtl="0">
              <a:buFont typeface="Arial" panose="020B0604020202020204" pitchFamily="34" charset="0"/>
              <a:buChar char="•"/>
            </a:pPr>
            <a:r>
              <a:rPr lang="pt-BR" sz="1600">
                <a:solidFill>
                  <a:srgbClr val="000000"/>
                </a:solidFill>
              </a:rPr>
              <a:t>A incompatibilidade duplex é uma das causas mais comuns de problemas de desempenho nos links Ethernet 10/100 Mbps. Ela ocorre quando uma porta no link opera em half-duplex, enquanto a outra porta opera em full-duplex.</a:t>
            </a:r>
            <a:endParaRPr lang="pt-BR" sz="1600">
              <a:solidFill>
                <a:srgbClr val="000000"/>
              </a:solidFill>
            </a:endParaRPr>
          </a:p>
          <a:p>
            <a:pPr marL="342900" indent="-342900" algn="l" rtl="0">
              <a:buFont typeface="Arial" panose="020B0604020202020204" pitchFamily="34" charset="0"/>
              <a:buChar char="•"/>
            </a:pPr>
            <a:r>
              <a:rPr lang="pt-BR" sz="1600">
                <a:solidFill>
                  <a:srgbClr val="000000"/>
                </a:solidFill>
              </a:rPr>
              <a:t>Isso pode ocorrer quando uma ou ambas as portas em um link são redefinidas e o processo de negociação automática não resulta nos dois parceiros de link com a mesma configuração. </a:t>
            </a:r>
            <a:endParaRPr lang="pt-BR" sz="1600">
              <a:solidFill>
                <a:srgbClr val="000000"/>
              </a:solidFill>
            </a:endParaRPr>
          </a:p>
          <a:p>
            <a:pPr marL="342900" indent="-342900" algn="l" rtl="0">
              <a:buFont typeface="Arial" panose="020B0604020202020204" pitchFamily="34" charset="0"/>
              <a:buChar char="•"/>
            </a:pPr>
            <a:r>
              <a:rPr lang="pt-BR" sz="1600">
                <a:solidFill>
                  <a:srgbClr val="000000"/>
                </a:solidFill>
              </a:rPr>
              <a:t>Também pode ocorrer quando os usuários reconfiguram um lado de um link e esquecem de reconfigurar o outro. Os dois lados de um link devem estar ambos com a negociação automática ligada ou desligada. A prática recomendada é configurar ambas as portas de switch Ethernet como full-duplex.</a:t>
            </a:r>
            <a:endParaRPr lang="pt-BR" sz="1600">
              <a:solidFill>
                <a:srgbClr val="000000"/>
              </a:solidFill>
            </a:endParaRPr>
          </a:p>
        </p:txBody>
      </p:sp>
      <p:pic>
        <p:nvPicPr>
          <p:cNvPr id="7" name="Picture 6"/>
          <p:cNvPicPr>
            <a:picLocks noChangeAspect="1"/>
          </p:cNvPicPr>
          <p:nvPr/>
        </p:nvPicPr>
        <p:blipFill>
          <a:blip r:embed="rId1"/>
          <a:stretch>
            <a:fillRect/>
          </a:stretch>
        </p:blipFill>
        <p:spPr>
          <a:xfrm>
            <a:off x="1210704" y="3319431"/>
            <a:ext cx="6722591" cy="1694312"/>
          </a:xfrm>
          <a:prstGeom prst="rect">
            <a:avLst/>
          </a:prstGeom>
        </p:spPr>
      </p:pic>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a:xfrm>
            <a:off x="0" y="31899"/>
            <a:ext cx="8345488" cy="731837"/>
          </a:xfrm>
        </p:spPr>
        <p:txBody>
          <a:bodyPr/>
          <a:lstStyle/>
          <a:p>
            <a:pPr rtl="0"/>
            <a:r>
              <a:rPr lang="pt-BR" sz="1600"/>
              <a:t>Alternar velocidades e métodos de encaminhamento</a:t>
            </a:r>
            <a:br>
              <a:rPr lang="en-US" dirty="0"/>
            </a:br>
            <a:r>
              <a:rPr lang="pt-BR" sz="2400"/>
              <a:t>Auto-MDIX</a:t>
            </a:r>
            <a:endParaRPr lang="pt-BR" sz="2400"/>
          </a:p>
        </p:txBody>
      </p:sp>
      <p:sp>
        <p:nvSpPr>
          <p:cNvPr id="4" name="Content Placeholder 3"/>
          <p:cNvSpPr>
            <a:spLocks noGrp="1"/>
          </p:cNvSpPr>
          <p:nvPr>
            <p:ph idx="1"/>
          </p:nvPr>
        </p:nvSpPr>
        <p:spPr>
          <a:xfrm>
            <a:off x="474662" y="763736"/>
            <a:ext cx="8280057" cy="3657998"/>
          </a:xfrm>
        </p:spPr>
        <p:txBody>
          <a:bodyPr/>
          <a:lstStyle/>
          <a:p>
            <a:pPr marL="0" indent="0" algn="l" rtl="0"/>
            <a:r>
              <a:rPr lang="pt-BR" sz="1600">
                <a:solidFill>
                  <a:srgbClr val="000000"/>
                </a:solidFill>
              </a:rPr>
              <a:t>As conexões entre dispositivos exigiram uma vez o uso de um cabo cruzado ou direto. O tipo de cabo necessário dependia do tipo de dispositivos de interconexão.</a:t>
            </a:r>
            <a:endParaRPr lang="pt-BR" sz="1600">
              <a:solidFill>
                <a:srgbClr val="000000"/>
              </a:solidFill>
            </a:endParaRPr>
          </a:p>
          <a:p>
            <a:pPr marL="0" indent="0" algn="l" rtl="0"/>
            <a:r>
              <a:rPr lang="pt-BR" sz="1600" b="1">
                <a:solidFill>
                  <a:srgbClr val="000000"/>
                </a:solidFill>
              </a:rPr>
              <a:t>Observação</a:t>
            </a:r>
            <a:r>
              <a:rPr lang="pt-BR" sz="1600">
                <a:solidFill>
                  <a:srgbClr val="000000"/>
                </a:solidFill>
              </a:rPr>
              <a:t>: Uma conexão direta entre um roteador e um host requer uma conexão cruzada. </a:t>
            </a:r>
            <a:endParaRPr lang="pt-BR" sz="1600">
              <a:solidFill>
                <a:srgbClr val="000000"/>
              </a:solidFill>
            </a:endParaRPr>
          </a:p>
          <a:p>
            <a:pPr marL="0" indent="0" algn="l"/>
            <a:endParaRPr lang="en-US" sz="1600" dirty="0">
              <a:solidFill>
                <a:srgbClr val="000000"/>
              </a:solidFill>
            </a:endParaRPr>
          </a:p>
          <a:p>
            <a:pPr marL="285750" indent="-285750" algn="l" rtl="0">
              <a:buFont typeface="Arial" panose="020B0604020202020204" pitchFamily="34" charset="0"/>
              <a:buChar char="•"/>
            </a:pPr>
            <a:r>
              <a:rPr lang="pt-BR" sz="1600">
                <a:solidFill>
                  <a:srgbClr val="000000"/>
                </a:solidFill>
              </a:rPr>
              <a:t>A maioria dos dispositivos de switch agora suporta o recurso de (Auto-MDIX) interface dependente automática. Quando ativado, o switch detecta automaticamente o tipo de cabo conectado à porta e configura as interfaces de acordo. </a:t>
            </a:r>
            <a:endParaRPr lang="pt-BR" sz="1600">
              <a:solidFill>
                <a:srgbClr val="000000"/>
              </a:solidFill>
            </a:endParaRPr>
          </a:p>
          <a:p>
            <a:pPr marL="285750" indent="-285750" algn="l" rtl="0">
              <a:buFont typeface="Arial" panose="020B0604020202020204" pitchFamily="34" charset="0"/>
              <a:buChar char="•"/>
            </a:pPr>
            <a:r>
              <a:rPr lang="pt-BR" sz="1600">
                <a:solidFill>
                  <a:srgbClr val="000000"/>
                </a:solidFill>
              </a:rPr>
              <a:t>O recurso auto-MDIX é ativado por padrão em switches que executam o Cisco IOS Release 12.2 (18) SE ou posterior. No entanto, o recurso pode ser desativado. Por esse motivo, você sempre deve usar o tipo de cabo correto e não confiar no recurso Auto-MDIX. </a:t>
            </a:r>
            <a:endParaRPr lang="pt-BR" sz="1600">
              <a:solidFill>
                <a:srgbClr val="000000"/>
              </a:solidFill>
            </a:endParaRPr>
          </a:p>
          <a:p>
            <a:pPr marL="285750" indent="-285750" algn="l" rtl="0">
              <a:buFont typeface="Arial" panose="020B0604020202020204" pitchFamily="34" charset="0"/>
              <a:buChar char="•"/>
            </a:pPr>
            <a:r>
              <a:rPr lang="pt-BR" sz="1600">
                <a:solidFill>
                  <a:srgbClr val="000000"/>
                </a:solidFill>
              </a:rPr>
              <a:t>O Auto-MDIX pode ser reativado usando o comando </a:t>
            </a:r>
            <a:r>
              <a:rPr lang="pt-BR" sz="1600" b="1">
                <a:solidFill>
                  <a:srgbClr val="000000"/>
                </a:solidFill>
              </a:rPr>
              <a:t>mdix auto</a:t>
            </a:r>
            <a:r>
              <a:rPr lang="pt-BR" sz="1600">
                <a:solidFill>
                  <a:srgbClr val="000000"/>
                </a:solidFill>
              </a:rPr>
              <a:t> interface configuration.</a:t>
            </a:r>
            <a:endParaRPr lang="pt-BR" sz="1600">
              <a:solidFill>
                <a:srgbClr val="000000"/>
              </a:solidFill>
            </a:endParaRPr>
          </a:p>
          <a:p>
            <a:pPr marL="285750" indent="-285750" algn="l">
              <a:buFont typeface="Arial" panose="020B0604020202020204" pitchFamily="34" charset="0"/>
              <a:buChar char="•"/>
            </a:pPr>
            <a:endParaRPr lang="en-US" sz="1600" dirty="0">
              <a:solidFill>
                <a:srgbClr val="000000"/>
              </a:solidFill>
            </a:endParaRPr>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416425" y="1747520"/>
            <a:ext cx="8280314" cy="970280"/>
          </a:xfrm>
        </p:spPr>
        <p:txBody>
          <a:bodyPr/>
          <a:lstStyle/>
          <a:p>
            <a:pPr rtl="0"/>
            <a:r>
              <a:rPr lang="pt-BR">
                <a:solidFill>
                  <a:schemeClr val="accent5">
                    <a:lumMod val="40000"/>
                    <a:lumOff val="60000"/>
                  </a:schemeClr>
                </a:solidFill>
              </a:rPr>
              <a:t>7.5 - Módulo Prática e Quiz</a:t>
            </a:r>
            <a:endParaRPr lang="pt-BR">
              <a:solidFill>
                <a:schemeClr val="accent5">
                  <a:lumMod val="40000"/>
                  <a:lumOff val="60000"/>
                </a:schemeClr>
              </a:solidFill>
            </a:endParaRPr>
          </a:p>
        </p:txBody>
      </p:sp>
    </p:spTree>
    <p:custDataLst>
      <p:tags r:id="rId1"/>
    </p:custDataLst>
  </p:cSld>
  <p:clrMapOvr>
    <a:masterClrMapping/>
  </p:clrMapOvr>
  <p:transition spd="slow">
    <p:wipe/>
  </p:transition>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5" name="Rectangle 2"/>
          <p:cNvSpPr>
            <a:spLocks noGrp="1" noChangeArrowheads="1"/>
          </p:cNvSpPr>
          <p:nvPr>
            <p:ph type="title"/>
          </p:nvPr>
        </p:nvSpPr>
        <p:spPr/>
        <p:txBody>
          <a:bodyPr/>
          <a:lstStyle/>
          <a:p>
            <a:pPr rtl="0"/>
            <a:r>
              <a:rPr lang="pt-BR" sz="1600">
                <a:latin typeface="Arial" panose="020B0604020202020204" pitchFamily="34" charset="0"/>
              </a:rPr>
              <a:t>Módulo Prática e Quiz</a:t>
            </a:r>
            <a:br>
              <a:rPr lang="en-US" dirty="0">
                <a:latin typeface="Arial" panose="020B0604020202020204" pitchFamily="34" charset="0"/>
              </a:rPr>
            </a:br>
            <a:r>
              <a:rPr lang="pt-BR">
                <a:latin typeface="Arial" panose="020B0604020202020204" pitchFamily="34" charset="0"/>
              </a:rPr>
              <a:t>O que aprendi neste módulo?</a:t>
            </a:r>
            <a:endParaRPr lang="pt-BR">
              <a:latin typeface="Arial" panose="020B0604020202020204" pitchFamily="34" charset="0"/>
            </a:endParaRPr>
          </a:p>
        </p:txBody>
      </p:sp>
      <p:sp>
        <p:nvSpPr>
          <p:cNvPr id="3" name="Content Placeholder 2"/>
          <p:cNvSpPr>
            <a:spLocks noGrp="1"/>
          </p:cNvSpPr>
          <p:nvPr>
            <p:ph idx="1"/>
          </p:nvPr>
        </p:nvSpPr>
        <p:spPr/>
        <p:txBody>
          <a:bodyPr/>
          <a:lstStyle/>
          <a:p>
            <a:pPr rtl="0">
              <a:spcBef>
                <a:spcPts val="0"/>
              </a:spcBef>
              <a:spcAft>
                <a:spcPts val="0"/>
              </a:spcAft>
              <a:buFont typeface="Arial" panose="020B0604020202020204" pitchFamily="34" charset="0"/>
              <a:buChar char="•"/>
            </a:pPr>
            <a:r>
              <a:rPr lang="pt-BR" sz="1600"/>
              <a:t>Ela opera na camada de enlace de dados e na camada física. Os padrões Ethernet definem os protocolos da Camada 2 e as tecnologias da Camada 1. </a:t>
            </a:r>
            <a:endParaRPr lang="pt-BR" sz="1600"/>
          </a:p>
          <a:p>
            <a:pPr rtl="0">
              <a:spcBef>
                <a:spcPts val="0"/>
              </a:spcBef>
              <a:spcAft>
                <a:spcPts val="0"/>
              </a:spcAft>
              <a:buFont typeface="Arial" panose="020B0604020202020204" pitchFamily="34" charset="0"/>
              <a:buChar char="•"/>
            </a:pPr>
            <a:r>
              <a:rPr lang="pt-BR" sz="1600"/>
              <a:t>Ethernet usa as subcamadas LLC e MAC da camada de link de dados para operar. </a:t>
            </a:r>
            <a:endParaRPr lang="pt-BR" sz="1600"/>
          </a:p>
          <a:p>
            <a:pPr rtl="0">
              <a:spcBef>
                <a:spcPts val="0"/>
              </a:spcBef>
              <a:spcAft>
                <a:spcPts val="0"/>
              </a:spcAft>
              <a:buFont typeface="Arial" panose="020B0604020202020204" pitchFamily="34" charset="0"/>
              <a:buChar char="•"/>
            </a:pPr>
            <a:r>
              <a:rPr lang="pt-BR" sz="1600"/>
              <a:t>Os campos de quadro Ethernet são: preâmbulo e delimitador de quadro inicial, endereço MAC de destino, endereço MAC de origem, EtherType, dados e FCS.</a:t>
            </a:r>
            <a:endParaRPr lang="pt-BR" sz="1600"/>
          </a:p>
          <a:p>
            <a:pPr rtl="0">
              <a:spcBef>
                <a:spcPts val="0"/>
              </a:spcBef>
              <a:spcAft>
                <a:spcPts val="0"/>
              </a:spcAft>
              <a:buFont typeface="Arial" panose="020B0604020202020204" pitchFamily="34" charset="0"/>
              <a:buChar char="•"/>
            </a:pPr>
            <a:r>
              <a:rPr lang="pt-BR" sz="1600"/>
              <a:t>O endereçamento MAC fornece um método para identificação de dispositivo na camada de enlace de dados do modelo OSI. </a:t>
            </a:r>
            <a:endParaRPr lang="pt-BR" sz="1600"/>
          </a:p>
          <a:p>
            <a:pPr rtl="0">
              <a:spcBef>
                <a:spcPts val="0"/>
              </a:spcBef>
              <a:spcAft>
                <a:spcPts val="0"/>
              </a:spcAft>
              <a:buFont typeface="Arial" panose="020B0604020202020204" pitchFamily="34" charset="0"/>
              <a:buChar char="•"/>
            </a:pPr>
            <a:r>
              <a:rPr lang="pt-BR" sz="1600"/>
              <a:t>Um endereço MAC Ethernet é um endereço de 48 bits expresso usando 12 dígitos hexadecimais ou 6 bytes. </a:t>
            </a:r>
            <a:endParaRPr lang="pt-BR" sz="1600"/>
          </a:p>
          <a:p>
            <a:pPr rtl="0">
              <a:spcBef>
                <a:spcPts val="0"/>
              </a:spcBef>
              <a:spcAft>
                <a:spcPts val="0"/>
              </a:spcAft>
              <a:buFont typeface="Arial" panose="020B0604020202020204" pitchFamily="34" charset="0"/>
              <a:buChar char="•"/>
            </a:pPr>
            <a:r>
              <a:rPr lang="pt-BR" sz="1600"/>
              <a:t>Quando um dispositivo está encaminhando uma mensagem para uma rede Ethernet, o cabeçalho Ethernet inclui os endereços MAC de origem e de destino. Na Ethernet, são utilizados diferentes endereços MAC para comunicação unicast, broadcast e multicast da Camada 2.</a:t>
            </a:r>
            <a:endParaRPr lang="pt-BR" sz="1600"/>
          </a:p>
        </p:txBody>
      </p:sp>
    </p:spTree>
    <p:custDataLst>
      <p:tags r:id="rId1"/>
    </p:custDataLst>
  </p:cSld>
  <p:clrMapOvr>
    <a:masterClrMapping/>
  </p:clrMapOvr>
  <p:transition spd="slow">
    <p:wipe/>
  </p:transition>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5" name="Rectangle 2"/>
          <p:cNvSpPr>
            <a:spLocks noGrp="1" noChangeArrowheads="1"/>
          </p:cNvSpPr>
          <p:nvPr>
            <p:ph type="title"/>
          </p:nvPr>
        </p:nvSpPr>
        <p:spPr/>
        <p:txBody>
          <a:bodyPr/>
          <a:lstStyle/>
          <a:p>
            <a:pPr rtl="0"/>
            <a:r>
              <a:rPr lang="pt-BR" sz="1600">
                <a:latin typeface="Arial" panose="020B0604020202020204" pitchFamily="34" charset="0"/>
              </a:rPr>
              <a:t>Módulo Prática e Quiz</a:t>
            </a:r>
            <a:br>
              <a:rPr lang="en-US" dirty="0">
                <a:latin typeface="Arial" panose="020B0604020202020204" pitchFamily="34" charset="0"/>
              </a:rPr>
            </a:br>
            <a:r>
              <a:rPr lang="pt-BR">
                <a:latin typeface="Arial" panose="020B0604020202020204" pitchFamily="34" charset="0"/>
              </a:rPr>
              <a:t>O que aprendi neste módulo? (Continuação)</a:t>
            </a:r>
            <a:endParaRPr lang="pt-BR">
              <a:latin typeface="Arial" panose="020B0604020202020204" pitchFamily="34" charset="0"/>
            </a:endParaRPr>
          </a:p>
        </p:txBody>
      </p:sp>
      <p:sp>
        <p:nvSpPr>
          <p:cNvPr id="3" name="Content Placeholder 2"/>
          <p:cNvSpPr>
            <a:spLocks noGrp="1"/>
          </p:cNvSpPr>
          <p:nvPr>
            <p:ph idx="1"/>
          </p:nvPr>
        </p:nvSpPr>
        <p:spPr/>
        <p:txBody>
          <a:bodyPr/>
          <a:lstStyle/>
          <a:p>
            <a:pPr rtl="0">
              <a:spcBef>
                <a:spcPts val="0"/>
              </a:spcBef>
              <a:spcAft>
                <a:spcPts val="0"/>
              </a:spcAft>
              <a:buFont typeface="Arial" panose="020B0604020202020204" pitchFamily="34" charset="0"/>
              <a:buChar char="•"/>
            </a:pPr>
            <a:r>
              <a:rPr lang="pt-BR" sz="1600"/>
              <a:t>Um switch Ethernet da camada 2 toma suas decisões de encaminhamento com base apenas nos endereços MAC da camada 2 Ethernet. </a:t>
            </a:r>
            <a:endParaRPr lang="pt-BR" sz="1600"/>
          </a:p>
          <a:p>
            <a:pPr rtl="0">
              <a:spcBef>
                <a:spcPts val="0"/>
              </a:spcBef>
              <a:spcAft>
                <a:spcPts val="0"/>
              </a:spcAft>
              <a:buFont typeface="Arial" panose="020B0604020202020204" pitchFamily="34" charset="0"/>
              <a:buChar char="•"/>
            </a:pPr>
            <a:r>
              <a:rPr lang="pt-BR" sz="1600"/>
              <a:t>O switch cria a tabela de endereços MAC dinamicamente examinando o endereço MAC de origem dos quadros recebidos em uma porta. </a:t>
            </a:r>
            <a:endParaRPr lang="pt-BR" sz="1600"/>
          </a:p>
          <a:p>
            <a:pPr rtl="0">
              <a:spcBef>
                <a:spcPts val="0"/>
              </a:spcBef>
              <a:spcAft>
                <a:spcPts val="0"/>
              </a:spcAft>
              <a:buFont typeface="Arial" panose="020B0604020202020204" pitchFamily="34" charset="0"/>
              <a:buChar char="•"/>
            </a:pPr>
            <a:r>
              <a:rPr lang="pt-BR" sz="1600"/>
              <a:t>O switch encaminha quadros procurando uma correspondência entre o endereço MAC de destino no quadro e uma entrada na tabela de endereços MAC. </a:t>
            </a:r>
            <a:endParaRPr lang="pt-BR" sz="1600"/>
          </a:p>
          <a:p>
            <a:pPr rtl="0">
              <a:spcBef>
                <a:spcPts val="0"/>
              </a:spcBef>
              <a:spcAft>
                <a:spcPts val="0"/>
              </a:spcAft>
              <a:buFont typeface="Arial" panose="020B0604020202020204" pitchFamily="34" charset="0"/>
              <a:buChar char="•"/>
            </a:pPr>
            <a:r>
              <a:rPr lang="pt-BR" sz="1600"/>
              <a:t>Os switches usam um dos seguintes métodos de encaminhamento para alternar dados entre portas de rede: comutação de armazenamento e encaminhamento ou comutação de corte. Duas variantes de troca de corte são avanço rápido e sem fragmentos. </a:t>
            </a:r>
            <a:endParaRPr lang="pt-BR" sz="1600"/>
          </a:p>
          <a:p>
            <a:pPr rtl="0">
              <a:spcBef>
                <a:spcPts val="0"/>
              </a:spcBef>
              <a:spcAft>
                <a:spcPts val="0"/>
              </a:spcAft>
              <a:buFont typeface="Arial" panose="020B0604020202020204" pitchFamily="34" charset="0"/>
              <a:buChar char="•"/>
            </a:pPr>
            <a:r>
              <a:rPr lang="pt-BR" sz="1600"/>
              <a:t>Dois métodos de armazenamento em buffer de memória são memória baseada em porta e memória compartilhada. </a:t>
            </a:r>
            <a:endParaRPr lang="pt-BR" sz="1600"/>
          </a:p>
          <a:p>
            <a:pPr rtl="0">
              <a:spcBef>
                <a:spcPts val="0"/>
              </a:spcBef>
              <a:spcAft>
                <a:spcPts val="0"/>
              </a:spcAft>
              <a:buFont typeface="Arial" panose="020B0604020202020204" pitchFamily="34" charset="0"/>
              <a:buChar char="•"/>
            </a:pPr>
            <a:r>
              <a:rPr lang="pt-BR" sz="1600"/>
              <a:t>Existem dois tipos de configurações duplex usadas para comunicações em uma rede Ethernet: full-duplex e half-duplex. </a:t>
            </a:r>
            <a:endParaRPr lang="pt-BR" sz="1600"/>
          </a:p>
        </p:txBody>
      </p:sp>
    </p:spTree>
    <p:custDataLst>
      <p:tags r:id="rId1"/>
    </p:custDataLst>
  </p:cSld>
  <p:clrMapOvr>
    <a:masterClrMapping/>
  </p:clrMapOvr>
  <p:transition spd="slow">
    <p:wipe/>
  </p:transition>
</p:sld>
</file>

<file path=ppt/slides/slide36.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56321" name="Rectangle 2"/>
          <p:cNvSpPr>
            <a:spLocks noGrp="1" noChangeArrowheads="1"/>
          </p:cNvSpPr>
          <p:nvPr>
            <p:ph type="title"/>
          </p:nvPr>
        </p:nvSpPr>
        <p:spPr>
          <a:xfrm>
            <a:off x="1" y="41394"/>
            <a:ext cx="9144000" cy="609056"/>
          </a:xfrm>
        </p:spPr>
        <p:txBody>
          <a:bodyPr/>
          <a:lstStyle/>
          <a:p>
            <a:pPr rtl="0" eaLnBrk="1" hangingPunct="1"/>
            <a:r>
              <a:rPr lang="pt-BR" sz="1600">
                <a:latin typeface="Arial" panose="020B0604020202020204" pitchFamily="34" charset="0"/>
              </a:rPr>
              <a:t>Module 7: Ethernet Switching</a:t>
            </a:r>
            <a:br>
              <a:rPr lang="en-US" dirty="0">
                <a:latin typeface="Arial" panose="020B0604020202020204" pitchFamily="34" charset="0"/>
              </a:rPr>
            </a:br>
            <a:r>
              <a:rPr lang="pt-BR">
                <a:latin typeface="Arial" panose="020B0604020202020204" pitchFamily="34" charset="0"/>
              </a:rPr>
              <a:t>New Terms and Commands</a:t>
            </a:r>
            <a:endParaRPr lang="pt-BR">
              <a:latin typeface="Arial" panose="020B0604020202020204" pitchFamily="34" charset="0"/>
            </a:endParaRPr>
          </a:p>
        </p:txBody>
      </p:sp>
      <p:sp>
        <p:nvSpPr>
          <p:cNvPr id="2" name="Content Placeholder 1"/>
          <p:cNvSpPr>
            <a:spLocks noGrp="1"/>
          </p:cNvSpPr>
          <p:nvPr>
            <p:ph idx="1"/>
          </p:nvPr>
        </p:nvSpPr>
        <p:spPr/>
        <p:txBody>
          <a:bodyPr/>
          <a:lstStyle/>
          <a:p>
            <a:pPr rtl="0">
              <a:buFont typeface="Arial" panose="020B0604020202020204" pitchFamily="34" charset="0"/>
              <a:buChar char="•"/>
            </a:pPr>
            <a:r>
              <a:rPr lang="pt-BR" sz="1600"/>
              <a:t>Store-and-Forward Switching</a:t>
            </a:r>
            <a:endParaRPr lang="pt-BR" sz="1600"/>
          </a:p>
          <a:p>
            <a:pPr rtl="0">
              <a:buFont typeface="Arial" panose="020B0604020202020204" pitchFamily="34" charset="0"/>
              <a:buChar char="•"/>
            </a:pPr>
            <a:r>
              <a:rPr lang="pt-BR" sz="1600"/>
              <a:t>Cut-through Switching</a:t>
            </a:r>
            <a:endParaRPr lang="pt-BR" sz="1600"/>
          </a:p>
          <a:p>
            <a:pPr rtl="0">
              <a:buFont typeface="Arial" panose="020B0604020202020204" pitchFamily="34" charset="0"/>
              <a:buChar char="•"/>
            </a:pPr>
            <a:r>
              <a:rPr lang="pt-BR" sz="1600"/>
              <a:t>Fast-Forward Switching</a:t>
            </a:r>
            <a:endParaRPr lang="pt-BR" sz="1600"/>
          </a:p>
          <a:p>
            <a:pPr rtl="0">
              <a:buFont typeface="Arial" panose="020B0604020202020204" pitchFamily="34" charset="0"/>
              <a:buChar char="•"/>
            </a:pPr>
            <a:r>
              <a:rPr lang="pt-BR" sz="1600"/>
              <a:t>Fragment-free Switching</a:t>
            </a:r>
            <a:endParaRPr lang="pt-BR" sz="1600"/>
          </a:p>
          <a:p>
            <a:pPr rtl="0">
              <a:buFont typeface="Arial" panose="020B0604020202020204" pitchFamily="34" charset="0"/>
              <a:buChar char="•"/>
            </a:pPr>
            <a:r>
              <a:rPr lang="pt-BR" sz="1600"/>
              <a:t>OUI (Organizationally Unique Identifier)</a:t>
            </a:r>
            <a:endParaRPr lang="pt-BR" sz="1600"/>
          </a:p>
          <a:p>
            <a:pPr rtl="0">
              <a:buFont typeface="Arial" panose="020B0604020202020204" pitchFamily="34" charset="0"/>
              <a:buChar char="•"/>
            </a:pPr>
            <a:r>
              <a:rPr lang="pt-BR" sz="1600"/>
              <a:t>ARP (Address Resolution Protocol)</a:t>
            </a:r>
            <a:endParaRPr lang="pt-BR" sz="1600"/>
          </a:p>
          <a:p>
            <a:pPr rtl="0">
              <a:buFont typeface="Arial" panose="020B0604020202020204" pitchFamily="34" charset="0"/>
              <a:buChar char="•"/>
            </a:pPr>
            <a:r>
              <a:rPr lang="pt-BR" sz="1600"/>
              <a:t>ND (Neighbor Discovery)</a:t>
            </a:r>
            <a:endParaRPr lang="pt-BR" sz="1600"/>
          </a:p>
          <a:p>
            <a:pPr rtl="0">
              <a:buFont typeface="Arial" panose="020B0604020202020204" pitchFamily="34" charset="0"/>
              <a:buChar char="•"/>
            </a:pPr>
            <a:r>
              <a:rPr lang="pt-BR" sz="1600"/>
              <a:t>Port-based memory</a:t>
            </a:r>
            <a:endParaRPr lang="pt-BR" sz="1600"/>
          </a:p>
          <a:p>
            <a:pPr rtl="0">
              <a:buFont typeface="Arial" panose="020B0604020202020204" pitchFamily="34" charset="0"/>
              <a:buChar char="•"/>
            </a:pPr>
            <a:r>
              <a:rPr lang="pt-BR" sz="1600"/>
              <a:t>Shared memory</a:t>
            </a:r>
            <a:endParaRPr lang="pt-BR" sz="1600"/>
          </a:p>
          <a:p>
            <a:pPr rtl="0">
              <a:buFont typeface="Arial" panose="020B0604020202020204" pitchFamily="34" charset="0"/>
              <a:buChar char="•"/>
            </a:pPr>
            <a:r>
              <a:rPr lang="pt-BR" sz="1600"/>
              <a:t>Auto-MDIX</a:t>
            </a:r>
            <a:endParaRPr lang="pt-BR" sz="1600"/>
          </a:p>
        </p:txBody>
      </p:sp>
    </p:spTree>
    <p:custDataLst>
      <p:tags r:id="rId1"/>
    </p:custDataLst>
  </p:cSld>
  <p:clrMapOvr>
    <a:masterClrMapping/>
  </p:clrMapOvr>
  <p:transition spd="slow">
    <p:wipe/>
  </p:transition>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ustDataLst>
      <p:tags r:id="rId1"/>
    </p:custDataLst>
  </p:cSld>
  <p:clrMapOvr>
    <a:masterClrMapping/>
  </p:clrMapOvr>
  <p:transition spd="slow">
    <p:wipe/>
  </p:transition>
</p:sld>
</file>

<file path=ppt/tags/tag1.xml><?xml version="1.0" encoding="utf-8"?>
<p:tagLst xmlns:p="http://schemas.openxmlformats.org/presentationml/2006/main">
  <p:tag name="ARTICULATE_SLIDE_THUMBNAIL_REFRESH" val="1"/>
</p:tagLst>
</file>

<file path=ppt/tags/tag2.xml><?xml version="1.0" encoding="utf-8"?>
<p:tagLst xmlns:p="http://schemas.openxmlformats.org/presentationml/2006/main">
  <p:tag name="ARTICULATE_SLIDE_THUMBNAIL_REFRESH" val="1"/>
</p:tagLst>
</file>

<file path=ppt/tags/tag3.xml><?xml version="1.0" encoding="utf-8"?>
<p:tagLst xmlns:p="http://schemas.openxmlformats.org/presentationml/2006/main">
  <p:tag name="ARTICULATE_SLIDE_THUMBNAIL_REFRESH" val="1"/>
</p:tagLst>
</file>

<file path=ppt/tags/tag4.xml><?xml version="1.0" encoding="utf-8"?>
<p:tagLst xmlns:p="http://schemas.openxmlformats.org/presentationml/2006/main">
  <p:tag name="ARTICULATE_SLIDE_THUMBNAIL_REFRESH" val="1"/>
</p:tagLst>
</file>

<file path=ppt/tags/tag5.xml><?xml version="1.0" encoding="utf-8"?>
<p:tagLst xmlns:p="http://schemas.openxmlformats.org/presentationml/2006/main">
  <p:tag name="ARTICULATE_SLIDE_THUMBNAIL_REFRESH" val="1"/>
</p:tagLst>
</file>

<file path=ppt/tags/tag6.xml><?xml version="1.0" encoding="utf-8"?>
<p:tagLst xmlns:p="http://schemas.openxmlformats.org/presentationml/2006/main">
  <p:tag name="ARTICULATE_SLIDE_THUMBNAIL_REFRESH" val="1"/>
</p:tagLst>
</file>

<file path=ppt/tags/tag7.xml><?xml version="1.0" encoding="utf-8"?>
<p:tagLst xmlns:p="http://schemas.openxmlformats.org/presentationml/2006/main">
  <p:tag name="ARTICULATE_SLIDE_THUMBNAIL_REFRESH" val="1"/>
</p:tagLst>
</file>

<file path=ppt/tags/tag8.xml><?xml version="1.0" encoding="utf-8"?>
<p:tagLst xmlns:p="http://schemas.openxmlformats.org/presentationml/2006/main">
  <p:tag name="ARTICULATE_SLIDE_THUMBNAIL_REFRESH" val="1"/>
</p:tagLst>
</file>

<file path=ppt/tags/tag9.xml><?xml version="1.0" encoding="utf-8"?>
<p:tagLst xmlns:p="http://schemas.openxmlformats.org/presentationml/2006/main">
  <p:tag name="ARTICULATE_SLIDE_THUMBNAIL_REFRESH" val="1"/>
</p:tagLst>
</file>

<file path=ppt/tags/tag10.xml><?xml version="1.0" encoding="utf-8"?>
<p:tagLst xmlns:p="http://schemas.openxmlformats.org/presentationml/2006/main">
  <p:tag name="ARTICULATE_SLIDE_THUMBNAIL_REFRESH" val="1"/>
</p:tagLst>
</file>

<file path=ppt/tags/tag11.xml><?xml version="1.0" encoding="utf-8"?>
<p:tagLst xmlns:p="http://schemas.openxmlformats.org/presentationml/2006/main">
  <p:tag name="ARTICULATE_SLIDE_THUMBNAIL_REFRESH" val="1"/>
</p:tagLst>
</file>

<file path=ppt/tags/tag12.xml><?xml version="1.0" encoding="utf-8"?>
<p:tagLst xmlns:p="http://schemas.openxmlformats.org/presentationml/2006/main">
  <p:tag name="ARTICULATE_SLIDE_COUNT" val="65"/>
  <p:tag name="ARTICULATE_PROJECT_OPEN" val="0"/>
</p:tagLst>
</file>

<file path=ppt/theme/theme1.xml><?xml version="1.0" encoding="utf-8"?>
<a:theme xmlns:a="http://schemas.openxmlformats.org/drawingml/2006/main" name="Default Theme">
  <a:themeElements>
    <a:clrScheme name="Custom 6">
      <a:dk1>
        <a:srgbClr val="58585B"/>
      </a:dk1>
      <a:lt1>
        <a:srgbClr val="FFFFFF"/>
      </a:lt1>
      <a:dk2>
        <a:srgbClr val="58585B"/>
      </a:dk2>
      <a:lt2>
        <a:srgbClr val="81C569"/>
      </a:lt2>
      <a:accent1>
        <a:srgbClr val="004C69"/>
      </a:accent1>
      <a:accent2>
        <a:srgbClr val="9E0B0F"/>
      </a:accent2>
      <a:accent3>
        <a:srgbClr val="FFFFFF"/>
      </a:accent3>
      <a:accent4>
        <a:srgbClr val="367187"/>
      </a:accent4>
      <a:accent5>
        <a:srgbClr val="38C6F4"/>
      </a:accent5>
      <a:accent6>
        <a:srgbClr val="FBAB18"/>
      </a:accent6>
      <a:hlink>
        <a:srgbClr val="38C6F4"/>
      </a:hlink>
      <a:folHlink>
        <a:srgbClr val="81C569"/>
      </a:folHlink>
    </a:clrScheme>
    <a:fontScheme name="Office Classic 2">
      <a:majorFont>
        <a:latin typeface="Arial"/>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ajorFont>
      <a:minorFont>
        <a:latin typeface="Arial"/>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rgbClr val="36A4D7"/>
        </a:solidFill>
        <a:ln>
          <a:noFill/>
        </a:ln>
      </a:spPr>
      <a:bodyPr rtlCol="0" anchor="ctr"/>
      <a:lstStyle>
        <a:defPPr algn="ctr">
          <a:defRPr dirty="0" smtClean="0"/>
        </a:defPPr>
      </a:lstStyle>
      <a:style>
        <a:lnRef idx="2">
          <a:schemeClr val="accent1">
            <a:shade val="50000"/>
          </a:schemeClr>
        </a:lnRef>
        <a:fillRef idx="1">
          <a:schemeClr val="accent1"/>
        </a:fillRef>
        <a:effectRef idx="0">
          <a:schemeClr val="accent1"/>
        </a:effectRef>
        <a:fontRef idx="minor">
          <a:schemeClr val="lt1"/>
        </a:fontRef>
      </a:style>
    </a:spDef>
  </a:objectDefaul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Default Theme</Template>
  <TotalTime>0</TotalTime>
  <Words>20703</Words>
  <Application>WPS Presentation</Application>
  <PresentationFormat>On-screen Show (16:9)</PresentationFormat>
  <Paragraphs>277</Paragraphs>
  <Slides>37</Slides>
  <Notes>43</Notes>
  <HiddenSlides>6</HiddenSlides>
  <MMClips>0</MMClips>
  <ScaleCrop>false</ScaleCrop>
  <HeadingPairs>
    <vt:vector size="6" baseType="variant">
      <vt:variant>
        <vt:lpstr>已用的字体</vt:lpstr>
      </vt:variant>
      <vt:variant>
        <vt:i4>19</vt:i4>
      </vt:variant>
      <vt:variant>
        <vt:lpstr>主题</vt:lpstr>
      </vt:variant>
      <vt:variant>
        <vt:i4>1</vt:i4>
      </vt:variant>
      <vt:variant>
        <vt:lpstr>幻灯片标题</vt:lpstr>
      </vt:variant>
      <vt:variant>
        <vt:i4>37</vt:i4>
      </vt:variant>
    </vt:vector>
  </HeadingPairs>
  <TitlesOfParts>
    <vt:vector size="57" baseType="lpstr">
      <vt:lpstr>Arial</vt:lpstr>
      <vt:lpstr>SimSun</vt:lpstr>
      <vt:lpstr>Wingdings</vt:lpstr>
      <vt:lpstr>MS PGothic</vt:lpstr>
      <vt:lpstr>Droid Sans Fallback</vt:lpstr>
      <vt:lpstr>CiscoSans Thin</vt:lpstr>
      <vt:lpstr>Gubbi</vt:lpstr>
      <vt:lpstr>MS PGothic</vt:lpstr>
      <vt:lpstr>CiscoSans</vt:lpstr>
      <vt:lpstr>CiscoSans</vt:lpstr>
      <vt:lpstr>CiscoSans ExtraLight</vt:lpstr>
      <vt:lpstr>Arial</vt:lpstr>
      <vt:lpstr>CiscoSans ExtraLight</vt:lpstr>
      <vt:lpstr>OpenSymbol</vt:lpstr>
      <vt:lpstr>Microsoft YaHei</vt:lpstr>
      <vt:lpstr>Arial Unicode MS</vt:lpstr>
      <vt:lpstr>Calibri</vt:lpstr>
      <vt:lpstr>Trebuchet MS</vt:lpstr>
      <vt:lpstr>MS PGothic</vt:lpstr>
      <vt:lpstr>Default Theme</vt:lpstr>
      <vt:lpstr>Módulo 7: Comutação Ethernet</vt:lpstr>
      <vt:lpstr>Módulo 7: Comutação Ethernet</vt:lpstr>
      <vt:lpstr>7.1 Quadros Ethernet</vt:lpstr>
      <vt:lpstr>Quadro Ethernet  Encapsulamento Ethernet</vt:lpstr>
      <vt:lpstr>Sublcamadasde link de dadosde quadros Ethernet</vt:lpstr>
      <vt:lpstr>Quadro Ethernet  Subcamada MAC</vt:lpstr>
      <vt:lpstr>Quadro Ethernet  Subcamada MAC</vt:lpstr>
      <vt:lpstr>Quadro Ethernet  Campos do quadro Ethernet</vt:lpstr>
      <vt:lpstr>Ethernet Frames Lab - Use o Wireshark para examinar os quadros Ethernet</vt:lpstr>
      <vt:lpstr>7.2 Endereço MAC Ethernet</vt:lpstr>
      <vt:lpstr>Endereços Ethernet MAC  Endereços MAC e hexadecimal</vt:lpstr>
      <vt:lpstr>Endereços Ethernet MAC  Endereços MAC da Ethernet</vt:lpstr>
      <vt:lpstr>Endereços Ethernet MAC  Processamento de Quadros</vt:lpstr>
      <vt:lpstr>Endereços Ethernet MAC  Endereços MAC unicast</vt:lpstr>
      <vt:lpstr>Endereços Ethernet MAC  Endereços MAC broadcast</vt:lpstr>
      <vt:lpstr>Endereços Ethernet MAC  Endereços MAC Multicast</vt:lpstr>
      <vt:lpstr>Endereços Ethernet MAC  Laboratório – Exibição de endereços MAC de dispositivos de rede</vt:lpstr>
      <vt:lpstr>7.3 A tabela de endereços MAC</vt:lpstr>
      <vt:lpstr>A tabela de endereços MAC  Fundamentos do switch</vt:lpstr>
      <vt:lpstr>Aprendizagem e encaminhamento docomutadorde endereços MAC</vt:lpstr>
      <vt:lpstr>Aprendizagem e encaminhamento da tabelade endereços MAC (Contd.) </vt:lpstr>
      <vt:lpstr>A tabela de endereços MAC  Filtragem de quadros</vt:lpstr>
      <vt:lpstr>A tabela de endereços MAC  Demonstração em vídeo - Tabelas de endereço MAC em switches conectados</vt:lpstr>
      <vt:lpstr>A tabela de endereço MAC  Demonstração em vídeo - Envio de um quadro para o gateway padrão</vt:lpstr>
      <vt:lpstr>Endereços Ethernet MAC  Laboratório – Exibição de endereços MAC do switch</vt:lpstr>
      <vt:lpstr>7.4 Velocidades do comutador e métodos de encaminhamento</vt:lpstr>
      <vt:lpstr>Métodos de encaminhamento de switch  Métodos de encaminhamento de quadros nos switches da Cisco</vt:lpstr>
      <vt:lpstr>Métodos de encaminhamento de switch  Switches cut-through</vt:lpstr>
      <vt:lpstr>Velocidades do Switch e métodos de encaminhamento  Buffer de memória em Switches</vt:lpstr>
      <vt:lpstr>Alternar configurações de velocidade e métodos de encaminhamento  Duplex e velocidade</vt:lpstr>
      <vt:lpstr>Alternar configurações de velocidade e métodos de encaminhamento  Duplex e velocidade</vt:lpstr>
      <vt:lpstr>Alternar velocidades e métodos de encaminhamento Auto-MDIX</vt:lpstr>
      <vt:lpstr>7.5 - Módulo Prática e Quiz</vt:lpstr>
      <vt:lpstr>Módulo Prática e Quiz O que aprendi neste módulo?</vt:lpstr>
      <vt:lpstr>Módulo Prática e Quiz O que aprendi neste módulo? (Continuação)</vt:lpstr>
      <vt:lpstr>Module 7: Ethernet Switching New Terms and Commands</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Chapter 2: Basic Switch and End Device Configuration</dc:title>
  <dc:creator>Stephanie Harvey</dc:creator>
  <cp:lastModifiedBy>vaamonde</cp:lastModifiedBy>
  <cp:revision>233</cp:revision>
  <dcterms:created xsi:type="dcterms:W3CDTF">2026-03-18T20:16:46Z</dcterms:created>
  <dcterms:modified xsi:type="dcterms:W3CDTF">2026-03-18T20:16:46Z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Offisync_ProviderInitializationData">
    <vt:lpwstr>https://cisco.jiveon.com</vt:lpwstr>
  </property>
  <property fmtid="{D5CDD505-2E9C-101B-9397-08002B2CF9AE}" pid="3" name="Offisync_UpdateToken">
    <vt:lpwstr>1</vt:lpwstr>
  </property>
  <property fmtid="{D5CDD505-2E9C-101B-9397-08002B2CF9AE}" pid="4" name="Offisync_ServerID">
    <vt:lpwstr>07841bbc-cd3c-4a76-827f-75a2226890f4</vt:lpwstr>
  </property>
  <property fmtid="{D5CDD505-2E9C-101B-9397-08002B2CF9AE}" pid="5" name="Offisync_UniqueId">
    <vt:lpwstr>1702406</vt:lpwstr>
  </property>
  <property fmtid="{D5CDD505-2E9C-101B-9397-08002B2CF9AE}" pid="6" name="Jive_VersionGuid">
    <vt:lpwstr>fd96a0b3-f68d-4727-8e4f-2128d37ed30a</vt:lpwstr>
  </property>
  <property fmtid="{D5CDD505-2E9C-101B-9397-08002B2CF9AE}" pid="7" name="Jive_LatestUserAccountName">
    <vt:lpwstr>alljohns</vt:lpwstr>
  </property>
  <property fmtid="{D5CDD505-2E9C-101B-9397-08002B2CF9AE}" pid="8" name="ArticulateGUID">
    <vt:lpwstr>F9A496F7-57D7-4028-9572-D40DFDF3715A</vt:lpwstr>
  </property>
  <property fmtid="{D5CDD505-2E9C-101B-9397-08002B2CF9AE}" pid="9" name="ArticulatePath">
    <vt:lpwstr>ITE7_Chp9_by_jg</vt:lpwstr>
  </property>
  <property fmtid="{D5CDD505-2E9C-101B-9397-08002B2CF9AE}" pid="10" name="ICV">
    <vt:lpwstr/>
  </property>
  <property fmtid="{D5CDD505-2E9C-101B-9397-08002B2CF9AE}" pid="11" name="KSOProductBuildVer">
    <vt:lpwstr>1046-11.1.0.11723</vt:lpwstr>
  </property>
</Properties>
</file>